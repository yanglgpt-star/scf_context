
<file path=[Content_Types].xml><?xml version="1.0" encoding="utf-8"?>
<Types xmlns="http://schemas.openxmlformats.org/package/2006/content-types">
  <Default Extension="jpeg" ContentType="image/jpeg"/>
  <Default Extension="JPG" ContentType="image/.jpg"/>
  <Default Extension="xlsx" ContentType="application/vnd.openxmlformats-officedocument.spreadsheetml.sheet"/>
  <Default Extension="png" ContentType="image/png"/>
  <Default Extension="wdp" ContentType="image/vnd.ms-photo"/>
  <Default Extension="mp3" ContentType="audio/mp3"/>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olors1.xml" ContentType="application/vnd.ms-office.chartcolorstyle+xml"/>
  <Override PartName="/ppt/charts/style1.xml" ContentType="application/vnd.ms-office.chartstyle+xml"/>
  <Override PartName="/ppt/media/image10.svg" ContentType="image/svg+xml"/>
  <Override PartName="/ppt/media/image12.svg" ContentType="image/svg+xml"/>
  <Override PartName="/ppt/media/image14.svg" ContentType="image/svg+xml"/>
  <Override PartName="/ppt/media/image1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theme/themeOverride10.xml" ContentType="application/vnd.openxmlformats-officedocument.themeOverride+xml"/>
  <Override PartName="/ppt/theme/themeOverride11.xml" ContentType="application/vnd.openxmlformats-officedocument.themeOverride+xml"/>
  <Override PartName="/ppt/theme/themeOverride12.xml" ContentType="application/vnd.openxmlformats-officedocument.themeOverride+xml"/>
  <Override PartName="/ppt/theme/themeOverride13.xml" ContentType="application/vnd.openxmlformats-officedocument.themeOverride+xml"/>
  <Override PartName="/ppt/theme/themeOverride14.xml" ContentType="application/vnd.openxmlformats-officedocument.themeOverride+xml"/>
  <Override PartName="/ppt/theme/themeOverride15.xml" ContentType="application/vnd.openxmlformats-officedocument.themeOverride+xml"/>
  <Override PartName="/ppt/theme/themeOverride16.xml" ContentType="application/vnd.openxmlformats-officedocument.themeOverride+xml"/>
  <Override PartName="/ppt/theme/themeOverride17.xml" ContentType="application/vnd.openxmlformats-officedocument.themeOverride+xml"/>
  <Override PartName="/ppt/theme/themeOverride18.xml" ContentType="application/vnd.openxmlformats-officedocument.themeOverride+xml"/>
  <Override PartName="/ppt/theme/themeOverride19.xml" ContentType="application/vnd.openxmlformats-officedocument.themeOverride+xml"/>
  <Override PartName="/ppt/theme/themeOverride2.xml" ContentType="application/vnd.openxmlformats-officedocument.themeOverride+xml"/>
  <Override PartName="/ppt/theme/themeOverride20.xml" ContentType="application/vnd.openxmlformats-officedocument.themeOverride+xml"/>
  <Override PartName="/ppt/theme/themeOverride21.xml" ContentType="application/vnd.openxmlformats-officedocument.themeOverride+xml"/>
  <Override PartName="/ppt/theme/themeOverride22.xml" ContentType="application/vnd.openxmlformats-officedocument.themeOverride+xml"/>
  <Override PartName="/ppt/theme/themeOverride23.xml" ContentType="application/vnd.openxmlformats-officedocument.themeOverride+xml"/>
  <Override PartName="/ppt/theme/themeOverride24.xml" ContentType="application/vnd.openxmlformats-officedocument.themeOverride+xml"/>
  <Override PartName="/ppt/theme/themeOverride25.xml" ContentType="application/vnd.openxmlformats-officedocument.themeOverride+xml"/>
  <Override PartName="/ppt/theme/themeOverride26.xml" ContentType="application/vnd.openxmlformats-officedocument.themeOverride+xml"/>
  <Override PartName="/ppt/theme/themeOverride27.xml" ContentType="application/vnd.openxmlformats-officedocument.themeOverride+xml"/>
  <Override PartName="/ppt/theme/themeOverride28.xml" ContentType="application/vnd.openxmlformats-officedocument.themeOverride+xml"/>
  <Override PartName="/ppt/theme/themeOverride29.xml" ContentType="application/vnd.openxmlformats-officedocument.themeOverride+xml"/>
  <Override PartName="/ppt/theme/themeOverride3.xml" ContentType="application/vnd.openxmlformats-officedocument.themeOverride+xml"/>
  <Override PartName="/ppt/theme/themeOverride30.xml" ContentType="application/vnd.openxmlformats-officedocument.themeOverride+xml"/>
  <Override PartName="/ppt/theme/themeOverride31.xml" ContentType="application/vnd.openxmlformats-officedocument.themeOverride+xml"/>
  <Override PartName="/ppt/theme/themeOverride32.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theme/themeOverride8.xml" ContentType="application/vnd.openxmlformats-officedocument.themeOverride+xml"/>
  <Override PartName="/ppt/theme/themeOverride9.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4"/>
  </p:notesMasterIdLst>
  <p:sldIdLst>
    <p:sldId id="262" r:id="rId3"/>
    <p:sldId id="260" r:id="rId5"/>
    <p:sldId id="302" r:id="rId6"/>
    <p:sldId id="274" r:id="rId7"/>
    <p:sldId id="272" r:id="rId8"/>
    <p:sldId id="273" r:id="rId9"/>
    <p:sldId id="270" r:id="rId10"/>
    <p:sldId id="277" r:id="rId11"/>
    <p:sldId id="303" r:id="rId12"/>
    <p:sldId id="275" r:id="rId13"/>
    <p:sldId id="278" r:id="rId14"/>
    <p:sldId id="280" r:id="rId15"/>
    <p:sldId id="282" r:id="rId16"/>
    <p:sldId id="281" r:id="rId17"/>
    <p:sldId id="304" r:id="rId18"/>
    <p:sldId id="285" r:id="rId19"/>
    <p:sldId id="288" r:id="rId20"/>
    <p:sldId id="287" r:id="rId21"/>
    <p:sldId id="289" r:id="rId22"/>
    <p:sldId id="286" r:id="rId23"/>
    <p:sldId id="305" r:id="rId24"/>
    <p:sldId id="291" r:id="rId25"/>
    <p:sldId id="295" r:id="rId26"/>
    <p:sldId id="292" r:id="rId27"/>
    <p:sldId id="293" r:id="rId28"/>
    <p:sldId id="306" r:id="rId29"/>
    <p:sldId id="299" r:id="rId30"/>
    <p:sldId id="294" r:id="rId31"/>
    <p:sldId id="297" r:id="rId32"/>
    <p:sldId id="298" r:id="rId33"/>
    <p:sldId id="307" r:id="rId34"/>
    <p:sldId id="300" r:id="rId35"/>
  </p:sldIdLst>
  <p:sldSz cx="12192000" cy="6858000"/>
  <p:notesSz cx="6858000" cy="9144000"/>
  <p:embeddedFontLst/>
  <p:custDataLst>
    <p:tags r:id="rId3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87DB8"/>
    <a:srgbClr val="2C518E"/>
    <a:srgbClr val="3762AF"/>
    <a:srgbClr val="2E5596"/>
    <a:srgbClr val="5477AF"/>
    <a:srgbClr val="DDDDDD"/>
    <a:srgbClr val="42649A"/>
    <a:srgbClr val="2C85E0"/>
    <a:srgbClr val="0193D8"/>
    <a:srgbClr val="035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11" autoAdjust="0"/>
    <p:restoredTop sz="94660"/>
  </p:normalViewPr>
  <p:slideViewPr>
    <p:cSldViewPr snapToGrid="0" showGuides="1">
      <p:cViewPr varScale="1">
        <p:scale>
          <a:sx n="63" d="100"/>
          <a:sy n="63" d="100"/>
        </p:scale>
        <p:origin x="725" y="6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9" Type="http://schemas.openxmlformats.org/officeDocument/2006/relationships/tags" Target="tags/tag21.xml"/><Relationship Id="rId38" Type="http://schemas.openxmlformats.org/officeDocument/2006/relationships/tableStyles" Target="tableStyles.xml"/><Relationship Id="rId37" Type="http://schemas.openxmlformats.org/officeDocument/2006/relationships/viewProps" Target="viewProps.xml"/><Relationship Id="rId36" Type="http://schemas.openxmlformats.org/officeDocument/2006/relationships/presProps" Target="presProps.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package" Target="../embeddings/Workbook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Series 1</c:v>
                </c:pt>
              </c:strCache>
            </c:strRef>
          </c:tx>
          <c:spPr>
            <a:ln w="22225" cap="rnd">
              <a:solidFill>
                <a:schemeClr val="bg1">
                  <a:lumMod val="85000"/>
                </a:schemeClr>
              </a:solidFill>
              <a:round/>
            </a:ln>
            <a:effectLst/>
          </c:spPr>
          <c:marker>
            <c:symbol val="diamond"/>
            <c:size val="6"/>
            <c:spPr>
              <a:solidFill>
                <a:schemeClr val="bg1">
                  <a:lumMod val="65000"/>
                </a:schemeClr>
              </a:solidFill>
              <a:ln w="9525">
                <a:solidFill>
                  <a:schemeClr val="bg1">
                    <a:lumMod val="85000"/>
                  </a:schemeClr>
                </a:solidFill>
                <a:round/>
              </a:ln>
              <a:effectLst/>
            </c:spPr>
          </c:marker>
          <c:dLbls>
            <c:delete val="1"/>
          </c:dLbls>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smooth val="0"/>
        </c:ser>
        <c:ser>
          <c:idx val="1"/>
          <c:order val="1"/>
          <c:tx>
            <c:strRef>
              <c:f>Sheet1!$C$1</c:f>
              <c:strCache>
                <c:ptCount val="1"/>
                <c:pt idx="0">
                  <c:v>Series 2</c:v>
                </c:pt>
              </c:strCache>
            </c:strRef>
          </c:tx>
          <c:spPr>
            <a:ln w="22225" cap="rnd">
              <a:solidFill>
                <a:srgbClr val="2C518E"/>
              </a:solidFill>
              <a:round/>
            </a:ln>
            <a:effectLst/>
          </c:spPr>
          <c:marker>
            <c:symbol val="square"/>
            <c:size val="6"/>
            <c:spPr>
              <a:solidFill>
                <a:srgbClr val="587DB8"/>
              </a:solidFill>
              <a:ln w="9525">
                <a:solidFill>
                  <a:srgbClr val="2C518E"/>
                </a:solidFill>
                <a:round/>
              </a:ln>
              <a:effectLst/>
            </c:spPr>
          </c:marker>
          <c:dLbls>
            <c:delete val="1"/>
          </c:dLbls>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c:v>
                </c:pt>
                <c:pt idx="2">
                  <c:v>1.8</c:v>
                </c:pt>
                <c:pt idx="3">
                  <c:v>2.8</c:v>
                </c:pt>
              </c:numCache>
            </c:numRef>
          </c:val>
          <c:smooth val="0"/>
        </c:ser>
        <c:ser>
          <c:idx val="2"/>
          <c:order val="2"/>
          <c:tx>
            <c:strRef>
              <c:f>Sheet1!$D$1</c:f>
              <c:strCache>
                <c:ptCount val="1"/>
                <c:pt idx="0">
                  <c:v>Series 3</c:v>
                </c:pt>
              </c:strCache>
            </c:strRef>
          </c:tx>
          <c:spPr>
            <a:ln w="22225" cap="rnd">
              <a:solidFill>
                <a:schemeClr val="tx1">
                  <a:lumMod val="65000"/>
                  <a:lumOff val="35000"/>
                </a:schemeClr>
              </a:solidFill>
              <a:round/>
            </a:ln>
            <a:effectLst/>
          </c:spPr>
          <c:marker>
            <c:symbol val="triangle"/>
            <c:size val="6"/>
            <c:spPr>
              <a:solidFill>
                <a:schemeClr val="accent3"/>
              </a:solidFill>
              <a:ln w="9525">
                <a:solidFill>
                  <a:schemeClr val="tx1">
                    <a:lumMod val="65000"/>
                    <a:lumOff val="35000"/>
                  </a:schemeClr>
                </a:solidFill>
                <a:round/>
              </a:ln>
              <a:effectLst/>
            </c:spPr>
          </c:marker>
          <c:dLbls>
            <c:delete val="1"/>
          </c:dLbls>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smooth val="0"/>
        </c:ser>
        <c:dLbls>
          <c:showLegendKey val="0"/>
          <c:showVal val="0"/>
          <c:showCatName val="0"/>
          <c:showSerName val="0"/>
          <c:showPercent val="0"/>
          <c:showBubbleSize val="0"/>
        </c:dLbls>
        <c:marker val="1"/>
        <c:smooth val="0"/>
        <c:axId val="846892687"/>
        <c:axId val="846896015"/>
      </c:lineChart>
      <c:catAx>
        <c:axId val="846892687"/>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050" b="1" i="0" u="none" strike="noStrike" kern="1200" cap="all" spc="120" normalizeH="0" baseline="0">
                <a:solidFill>
                  <a:schemeClr val="tx1">
                    <a:lumMod val="75000"/>
                    <a:lumOff val="25000"/>
                  </a:schemeClr>
                </a:solidFill>
                <a:latin typeface="思源黑体" panose="020B0500000000000000" pitchFamily="34" charset="-122"/>
                <a:ea typeface="思源黑体" panose="020B0500000000000000" pitchFamily="34" charset="-122"/>
                <a:cs typeface="+mn-cs"/>
              </a:defRPr>
            </a:pPr>
          </a:p>
        </c:txPr>
        <c:crossAx val="846896015"/>
        <c:crosses val="autoZero"/>
        <c:auto val="1"/>
        <c:lblAlgn val="ctr"/>
        <c:lblOffset val="100"/>
        <c:noMultiLvlLbl val="0"/>
      </c:catAx>
      <c:valAx>
        <c:axId val="846896015"/>
        <c:scaling>
          <c:orientation val="minMax"/>
        </c:scaling>
        <c:delete val="0"/>
        <c:axPos val="l"/>
        <c:numFmt formatCode="General"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lang="zh-CN" sz="1050" b="0" i="0" u="none" strike="noStrike" kern="1200" baseline="0">
                <a:solidFill>
                  <a:schemeClr val="tx1">
                    <a:lumMod val="75000"/>
                    <a:lumOff val="25000"/>
                  </a:schemeClr>
                </a:solidFill>
                <a:latin typeface="思源黑体" panose="020B0500000000000000" pitchFamily="34" charset="-122"/>
                <a:ea typeface="思源黑体" panose="020B0500000000000000" pitchFamily="34" charset="-122"/>
                <a:cs typeface="+mn-cs"/>
              </a:defRPr>
            </a:pPr>
          </a:p>
        </c:txPr>
        <c:crossAx val="846892687"/>
        <c:crosses val="autoZero"/>
        <c:crossBetween val="between"/>
      </c:valAx>
      <c:spPr>
        <a:noFill/>
        <a:ln>
          <a:noFill/>
        </a:ln>
        <a:effectLst/>
      </c:spPr>
    </c:plotArea>
    <c:legend>
      <c:legendPos val="t"/>
      <c:layout/>
      <c:overlay val="0"/>
      <c:spPr>
        <a:noFill/>
        <a:ln>
          <a:noFill/>
        </a:ln>
        <a:effectLst/>
      </c:spPr>
      <c:txPr>
        <a:bodyPr rot="0" spcFirstLastPara="1" vertOverflow="ellipsis" vert="horz" wrap="square" anchor="ctr" anchorCtr="1"/>
        <a:lstStyle/>
        <a:p>
          <a:pPr>
            <a:defRPr lang="zh-CN" sz="1050" b="0" i="0" u="none" strike="noStrike" kern="1200" baseline="0">
              <a:solidFill>
                <a:schemeClr val="tx1">
                  <a:lumMod val="75000"/>
                  <a:lumOff val="25000"/>
                </a:schemeClr>
              </a:solidFill>
              <a:latin typeface="思源黑体" panose="020B0500000000000000" pitchFamily="34" charset="-122"/>
              <a:ea typeface="思源黑体" panose="020B0500000000000000" pitchFamily="34" charset="-122"/>
              <a:cs typeface="+mn-cs"/>
            </a:defRPr>
          </a:pPr>
        </a:p>
      </c:txPr>
    </c:legend>
    <c:plotVisOnly val="1"/>
    <c:dispBlanksAs val="gap"/>
    <c:showDLblsOverMax val="0"/>
    <c:extLst>
      <c:ext uri="{0b15fc19-7d7d-44ad-8c2d-2c3a37ce22c3}">
        <chartProps xmlns="https://web.wps.cn/et/2018/main" chartId="{d2f0fdf9-aade-46af-87da-3bb2e7d8adee}"/>
      </c:ext>
    </c:extLst>
  </c:chart>
  <c:spPr>
    <a:noFill/>
    <a:ln w="9525" cap="flat" cmpd="sng" algn="ctr">
      <a:noFill/>
      <a:round/>
    </a:ln>
    <a:effectLst/>
  </c:spPr>
  <c:txPr>
    <a:bodyPr/>
    <a:lstStyle/>
    <a:p>
      <a:pPr>
        <a:defRPr lang="zh-CN" sz="1050">
          <a:latin typeface="Source Han Sans HC" panose="020B0500000000000000" pitchFamily="34" charset="-128"/>
          <a:ea typeface="Source Han Sans HC" panose="020B0500000000000000" pitchFamily="34" charset="-128"/>
        </a:defRPr>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39">
  <cs:axisTitle>
    <cs:lnRef idx="0"/>
    <cs:fillRef idx="0"/>
    <cs:effectRef idx="0"/>
    <cs:fontRef idx="minor">
      <a:schemeClr val="tx1">
        <a:lumMod val="65000"/>
        <a:lumOff val="35000"/>
      </a:schemeClr>
    </cs:fontRef>
    <cs:defRPr sz="1195"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5"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50000"/>
        <a:lumOff val="50000"/>
      </a:schemeClr>
    </cs:fontRef>
    <cs:defRPr sz="1195" b="0" i="0" u="none" strike="noStrike" kern="1200" baseline="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5"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30"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5"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5" kern="120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62DCDB-B2D4-4D8F-8AAC-CDCA5954F4B2}"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FB051B5-468E-4E31-BF0F-BBE86D9FCDC1}"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FB051B5-468E-4E31-BF0F-BBE86D9FCDC1}"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FB051B5-468E-4E31-BF0F-BBE86D9FCDC1}"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FB051B5-468E-4E31-BF0F-BBE86D9FCDC1}"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375833C9-CF22-41C5-ACF0-533D843D6583}"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5D781F4-5367-41D2-8042-545803B86DD4}"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375833C9-CF22-41C5-ACF0-533D843D6583}"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5D781F4-5367-41D2-8042-545803B86DD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375833C9-CF22-41C5-ACF0-533D843D6583}"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5D781F4-5367-41D2-8042-545803B86DD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375833C9-CF22-41C5-ACF0-533D843D6583}"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5D781F4-5367-41D2-8042-545803B86DD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375833C9-CF22-41C5-ACF0-533D843D6583}"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E5D781F4-5367-41D2-8042-545803B86DD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375833C9-CF22-41C5-ACF0-533D843D6583}"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5D781F4-5367-41D2-8042-545803B86DD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75833C9-CF22-41C5-ACF0-533D843D6583}"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5D781F4-5367-41D2-8042-545803B86DD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375833C9-CF22-41C5-ACF0-533D843D6583}"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5D781F4-5367-41D2-8042-545803B86DD4}"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375833C9-CF22-41C5-ACF0-533D843D6583}"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5D781F4-5367-41D2-8042-545803B86DD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375833C9-CF22-41C5-ACF0-533D843D6583}"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5D781F4-5367-41D2-8042-545803B86DD4}"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375833C9-CF22-41C5-ACF0-533D843D6583}"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5D781F4-5367-41D2-8042-545803B86DD4}"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pic>
        <p:nvPicPr>
          <p:cNvPr id="21" name="图片 20"/>
          <p:cNvPicPr>
            <a:picLocks noChangeAspect="1"/>
          </p:cNvPicPr>
          <p:nvPr userDrawn="1"/>
        </p:nvPicPr>
        <p:blipFill rotWithShape="1">
          <a:blip r:embed="rId2" cstate="print">
            <a:extLst>
              <a:ext uri="{28A0092B-C50C-407E-A947-70E740481C1C}">
                <a14:useLocalDpi xmlns:a14="http://schemas.microsoft.com/office/drawing/2010/main" val="0"/>
              </a:ext>
            </a:extLst>
          </a:blip>
          <a:srcRect l="76517" t="33712" r="9009" b="40850"/>
          <a:stretch>
            <a:fillRect/>
          </a:stretch>
        </p:blipFill>
        <p:spPr>
          <a:xfrm>
            <a:off x="9762067" y="2530973"/>
            <a:ext cx="1588168" cy="174457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思源黑体" panose="020B0500000000000000" pitchFamily="34" charset="-122"/>
                <a:ea typeface="思源黑体" panose="020B0500000000000000" pitchFamily="34" charset="-122"/>
              </a:defRPr>
            </a:lvl1pPr>
          </a:lstStyle>
          <a:p>
            <a:fld id="{375833C9-CF22-41C5-ACF0-533D843D6583}"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思源黑体" panose="020B0500000000000000" pitchFamily="34" charset="-122"/>
                <a:ea typeface="思源黑体" panose="020B0500000000000000" pitchFamily="34" charset="-122"/>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思源黑体" panose="020B0500000000000000" pitchFamily="34" charset="-122"/>
                <a:ea typeface="思源黑体" panose="020B0500000000000000" pitchFamily="34" charset="-122"/>
              </a:defRPr>
            </a:lvl1pPr>
          </a:lstStyle>
          <a:p>
            <a:fld id="{E5D781F4-5367-41D2-8042-545803B86DD4}"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思源黑体" panose="020B0500000000000000" pitchFamily="34" charset="-122"/>
          <a:ea typeface="思源黑体" panose="020B0500000000000000"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思源黑体" panose="020B0500000000000000" pitchFamily="34" charset="-122"/>
          <a:ea typeface="思源黑体" panose="020B0500000000000000" pitchFamily="34" charset="-122"/>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思源黑体" panose="020B0500000000000000" pitchFamily="34" charset="-122"/>
          <a:ea typeface="思源黑体" panose="020B0500000000000000" pitchFamily="34" charset="-122"/>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思源黑体" panose="020B0500000000000000" pitchFamily="34" charset="-122"/>
          <a:ea typeface="思源黑体" panose="020B0500000000000000" pitchFamily="34" charset="-122"/>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思源黑体" panose="020B0500000000000000" pitchFamily="34" charset="-122"/>
          <a:ea typeface="思源黑体" panose="020B0500000000000000" pitchFamily="34" charset="-122"/>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思源黑体" panose="020B0500000000000000" pitchFamily="34" charset="-122"/>
          <a:ea typeface="思源黑体" panose="020B0500000000000000" pitchFamily="3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tags" Target="../tags/tag4.xml"/><Relationship Id="rId8" Type="http://schemas.openxmlformats.org/officeDocument/2006/relationships/tags" Target="../tags/tag3.xml"/><Relationship Id="rId7" Type="http://schemas.openxmlformats.org/officeDocument/2006/relationships/tags" Target="../tags/tag2.xml"/><Relationship Id="rId6" Type="http://schemas.openxmlformats.org/officeDocument/2006/relationships/tags" Target="../tags/tag1.xml"/><Relationship Id="rId5" Type="http://schemas.openxmlformats.org/officeDocument/2006/relationships/image" Target="../media/image4.png"/><Relationship Id="rId4" Type="http://schemas.microsoft.com/office/2007/relationships/media" Target="../media/media1.mp3"/><Relationship Id="rId3" Type="http://schemas.openxmlformats.org/officeDocument/2006/relationships/audio" Target="../media/media1.mp3"/><Relationship Id="rId2" Type="http://schemas.microsoft.com/office/2007/relationships/hdphoto" Target="../media/image3.wdp"/><Relationship Id="rId14" Type="http://schemas.openxmlformats.org/officeDocument/2006/relationships/notesSlide" Target="../notesSlides/notesSlide1.xml"/><Relationship Id="rId13" Type="http://schemas.openxmlformats.org/officeDocument/2006/relationships/slideLayout" Target="../slideLayouts/slideLayout1.xml"/><Relationship Id="rId12" Type="http://schemas.openxmlformats.org/officeDocument/2006/relationships/themeOverride" Target="../theme/themeOverride1.xml"/><Relationship Id="rId11" Type="http://schemas.openxmlformats.org/officeDocument/2006/relationships/tags" Target="../tags/tag6.xml"/><Relationship Id="rId10" Type="http://schemas.openxmlformats.org/officeDocument/2006/relationships/tags" Target="../tags/tag5.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hemeOverride" Target="../theme/themeOverride2.xml"/><Relationship Id="rId2" Type="http://schemas.microsoft.com/office/2007/relationships/hdphoto" Target="../media/image3.wdp"/><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hemeOverride" Target="../theme/themeOverride3.xml"/><Relationship Id="rId3" Type="http://schemas.openxmlformats.org/officeDocument/2006/relationships/tags" Target="../tags/tag7.xml"/><Relationship Id="rId2" Type="http://schemas.microsoft.com/office/2007/relationships/hdphoto" Target="../media/image3.wdp"/><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hemeOverride" Target="../theme/themeOverride4.xml"/><Relationship Id="rId3" Type="http://schemas.openxmlformats.org/officeDocument/2006/relationships/image" Target="../media/image6.jpeg"/><Relationship Id="rId2" Type="http://schemas.microsoft.com/office/2007/relationships/hdphoto" Target="../media/image3.wdp"/><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9" Type="http://schemas.openxmlformats.org/officeDocument/2006/relationships/image" Target="../media/image13.png"/><Relationship Id="rId8" Type="http://schemas.openxmlformats.org/officeDocument/2006/relationships/image" Target="../media/image12.svg"/><Relationship Id="rId7" Type="http://schemas.openxmlformats.org/officeDocument/2006/relationships/image" Target="../media/image11.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 Id="rId3" Type="http://schemas.openxmlformats.org/officeDocument/2006/relationships/image" Target="../media/image7.png"/><Relationship Id="rId2" Type="http://schemas.microsoft.com/office/2007/relationships/hdphoto" Target="../media/image3.wdp"/><Relationship Id="rId14" Type="http://schemas.openxmlformats.org/officeDocument/2006/relationships/slideLayout" Target="../slideLayouts/slideLayout1.xml"/><Relationship Id="rId13" Type="http://schemas.openxmlformats.org/officeDocument/2006/relationships/themeOverride" Target="../theme/themeOverride5.xml"/><Relationship Id="rId12" Type="http://schemas.openxmlformats.org/officeDocument/2006/relationships/image" Target="../media/image16.svg"/><Relationship Id="rId11" Type="http://schemas.openxmlformats.org/officeDocument/2006/relationships/image" Target="../media/image15.png"/><Relationship Id="rId10" Type="http://schemas.openxmlformats.org/officeDocument/2006/relationships/image" Target="../media/image14.svg"/><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8" Type="http://schemas.openxmlformats.org/officeDocument/2006/relationships/slideLayout" Target="../slideLayouts/slideLayout1.xml"/><Relationship Id="rId7" Type="http://schemas.openxmlformats.org/officeDocument/2006/relationships/themeOverride" Target="../theme/themeOverride6.xml"/><Relationship Id="rId6" Type="http://schemas.openxmlformats.org/officeDocument/2006/relationships/image" Target="../media/image20.jpeg"/><Relationship Id="rId5" Type="http://schemas.openxmlformats.org/officeDocument/2006/relationships/image" Target="../media/image19.jpeg"/><Relationship Id="rId4" Type="http://schemas.openxmlformats.org/officeDocument/2006/relationships/image" Target="../media/image18.jpeg"/><Relationship Id="rId3" Type="http://schemas.openxmlformats.org/officeDocument/2006/relationships/image" Target="../media/image17.jpeg"/><Relationship Id="rId2" Type="http://schemas.microsoft.com/office/2007/relationships/hdphoto" Target="../media/image3.wdp"/><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hemeOverride" Target="../theme/themeOverride7.xml"/><Relationship Id="rId2" Type="http://schemas.microsoft.com/office/2007/relationships/hdphoto" Target="../media/image3.wdp"/><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hemeOverride" Target="../theme/themeOverride8.xml"/><Relationship Id="rId2" Type="http://schemas.microsoft.com/office/2007/relationships/hdphoto" Target="../media/image3.wdp"/><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hemeOverride" Target="../theme/themeOverride9.xml"/><Relationship Id="rId3" Type="http://schemas.openxmlformats.org/officeDocument/2006/relationships/tags" Target="../tags/tag8.xml"/><Relationship Id="rId2" Type="http://schemas.microsoft.com/office/2007/relationships/hdphoto" Target="../media/image3.wdp"/><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hemeOverride" Target="../theme/themeOverride10.xml"/><Relationship Id="rId3" Type="http://schemas.openxmlformats.org/officeDocument/2006/relationships/image" Target="../media/image21.jpeg"/><Relationship Id="rId2" Type="http://schemas.microsoft.com/office/2007/relationships/hdphoto" Target="../media/image3.wdp"/><Relationship Id="rId1" Type="http://schemas.openxmlformats.org/officeDocument/2006/relationships/image" Target="../media/image5.png"/></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hemeOverride" Target="../theme/themeOverride11.xml"/><Relationship Id="rId2" Type="http://schemas.microsoft.com/office/2007/relationships/hdphoto" Target="../media/image3.wdp"/><Relationship Id="rId1" Type="http://schemas.openxmlformats.org/officeDocument/2006/relationships/image" Target="../media/image5.png"/></Relationships>
</file>

<file path=ppt/slides/_rels/slide12.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hemeOverride" Target="../theme/themeOverride12.xml"/><Relationship Id="rId3" Type="http://schemas.microsoft.com/office/2007/relationships/hdphoto" Target="../media/image3.wdp"/><Relationship Id="rId2" Type="http://schemas.openxmlformats.org/officeDocument/2006/relationships/image" Target="../media/image5.png"/><Relationship Id="rId1" Type="http://schemas.openxmlformats.org/officeDocument/2006/relationships/chart" Target="../charts/chart1.xml"/></Relationships>
</file>

<file path=ppt/slides/_rels/slide13.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hemeOverride" Target="../theme/themeOverride13.xml"/><Relationship Id="rId3" Type="http://schemas.openxmlformats.org/officeDocument/2006/relationships/image" Target="../media/image22.jpeg"/><Relationship Id="rId2" Type="http://schemas.microsoft.com/office/2007/relationships/hdphoto" Target="../media/image3.wdp"/><Relationship Id="rId1" Type="http://schemas.openxmlformats.org/officeDocument/2006/relationships/image" Target="../media/image5.png"/></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hemeOverride" Target="../theme/themeOverride14.xml"/><Relationship Id="rId2" Type="http://schemas.microsoft.com/office/2007/relationships/hdphoto" Target="../media/image3.wdp"/><Relationship Id="rId1" Type="http://schemas.openxmlformats.org/officeDocument/2006/relationships/image" Target="../media/image5.png"/></Relationships>
</file>

<file path=ppt/slides/_rels/slide15.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hemeOverride" Target="../theme/themeOverride15.xml"/><Relationship Id="rId3" Type="http://schemas.openxmlformats.org/officeDocument/2006/relationships/tags" Target="../tags/tag9.xml"/><Relationship Id="rId2" Type="http://schemas.microsoft.com/office/2007/relationships/hdphoto" Target="../media/image3.wdp"/><Relationship Id="rId1" Type="http://schemas.openxmlformats.org/officeDocument/2006/relationships/image" Target="../media/image2.png"/></Relationships>
</file>

<file path=ppt/slides/_rels/slide16.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themeOverride" Target="../theme/themeOverride16.xml"/><Relationship Id="rId5" Type="http://schemas.openxmlformats.org/officeDocument/2006/relationships/image" Target="../media/image25.jpeg"/><Relationship Id="rId4" Type="http://schemas.openxmlformats.org/officeDocument/2006/relationships/image" Target="../media/image24.jpeg"/><Relationship Id="rId3" Type="http://schemas.openxmlformats.org/officeDocument/2006/relationships/image" Target="../media/image23.jpeg"/><Relationship Id="rId2" Type="http://schemas.microsoft.com/office/2007/relationships/hdphoto" Target="../media/image3.wdp"/><Relationship Id="rId1" Type="http://schemas.openxmlformats.org/officeDocument/2006/relationships/image" Target="../media/image5.png"/></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hemeOverride" Target="../theme/themeOverride17.xml"/><Relationship Id="rId2" Type="http://schemas.microsoft.com/office/2007/relationships/hdphoto" Target="../media/image3.wdp"/><Relationship Id="rId1" Type="http://schemas.openxmlformats.org/officeDocument/2006/relationships/image" Target="../media/image5.png"/></Relationships>
</file>

<file path=ppt/slides/_rels/slide18.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themeOverride" Target="../theme/themeOverride18.xml"/><Relationship Id="rId7" Type="http://schemas.openxmlformats.org/officeDocument/2006/relationships/image" Target="../media/image30.jpeg"/><Relationship Id="rId6" Type="http://schemas.openxmlformats.org/officeDocument/2006/relationships/image" Target="../media/image29.jpeg"/><Relationship Id="rId5" Type="http://schemas.openxmlformats.org/officeDocument/2006/relationships/image" Target="../media/image28.jpeg"/><Relationship Id="rId4" Type="http://schemas.openxmlformats.org/officeDocument/2006/relationships/image" Target="../media/image27.jpeg"/><Relationship Id="rId3" Type="http://schemas.openxmlformats.org/officeDocument/2006/relationships/image" Target="../media/image26.jpeg"/><Relationship Id="rId2" Type="http://schemas.microsoft.com/office/2007/relationships/hdphoto" Target="../media/image3.wdp"/><Relationship Id="rId10" Type="http://schemas.openxmlformats.org/officeDocument/2006/relationships/notesSlide" Target="../notesSlides/notesSlide2.xml"/><Relationship Id="rId1" Type="http://schemas.openxmlformats.org/officeDocument/2006/relationships/image" Target="../media/image5.png"/></Relationships>
</file>

<file path=ppt/slides/_rels/slide19.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hemeOverride" Target="../theme/themeOverride19.xml"/><Relationship Id="rId2" Type="http://schemas.microsoft.com/office/2007/relationships/hdphoto" Target="../media/image3.wdp"/><Relationship Id="rId1" Type="http://schemas.openxmlformats.org/officeDocument/2006/relationships/image" Target="../media/image5.png"/></Relationships>
</file>

<file path=ppt/slides/_rels/slide20.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hemeOverride" Target="../theme/themeOverride20.xml"/><Relationship Id="rId3" Type="http://schemas.openxmlformats.org/officeDocument/2006/relationships/image" Target="../media/image31.jpeg"/><Relationship Id="rId2" Type="http://schemas.microsoft.com/office/2007/relationships/hdphoto" Target="../media/image3.wdp"/><Relationship Id="rId1" Type="http://schemas.openxmlformats.org/officeDocument/2006/relationships/image" Target="../media/image5.png"/></Relationships>
</file>

<file path=ppt/slides/_rels/slide21.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hemeOverride" Target="../theme/themeOverride21.xml"/><Relationship Id="rId3" Type="http://schemas.openxmlformats.org/officeDocument/2006/relationships/tags" Target="../tags/tag10.xml"/><Relationship Id="rId2" Type="http://schemas.microsoft.com/office/2007/relationships/hdphoto" Target="../media/image3.wdp"/><Relationship Id="rId1" Type="http://schemas.openxmlformats.org/officeDocument/2006/relationships/image" Target="../media/image2.png"/></Relationships>
</file>

<file path=ppt/slides/_rels/slide22.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hemeOverride" Target="../theme/themeOverride22.xml"/><Relationship Id="rId2" Type="http://schemas.microsoft.com/office/2007/relationships/hdphoto" Target="../media/image3.wdp"/><Relationship Id="rId1" Type="http://schemas.openxmlformats.org/officeDocument/2006/relationships/image" Target="../media/image5.png"/></Relationships>
</file>

<file path=ppt/slides/_rels/slide23.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hemeOverride" Target="../theme/themeOverride23.xml"/><Relationship Id="rId3" Type="http://schemas.openxmlformats.org/officeDocument/2006/relationships/image" Target="../media/image32.jpeg"/><Relationship Id="rId2" Type="http://schemas.microsoft.com/office/2007/relationships/hdphoto" Target="../media/image3.wdp"/><Relationship Id="rId1" Type="http://schemas.openxmlformats.org/officeDocument/2006/relationships/image" Target="../media/image5.png"/></Relationships>
</file>

<file path=ppt/slides/_rels/slide24.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hemeOverride" Target="../theme/themeOverride24.xml"/><Relationship Id="rId2" Type="http://schemas.microsoft.com/office/2007/relationships/hdphoto" Target="../media/image3.wdp"/><Relationship Id="rId1" Type="http://schemas.openxmlformats.org/officeDocument/2006/relationships/image" Target="../media/image5.png"/></Relationships>
</file>

<file path=ppt/slides/_rels/slide25.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hemeOverride" Target="../theme/themeOverride25.xml"/><Relationship Id="rId2" Type="http://schemas.microsoft.com/office/2007/relationships/hdphoto" Target="../media/image3.wdp"/><Relationship Id="rId1" Type="http://schemas.openxmlformats.org/officeDocument/2006/relationships/image" Target="../media/image5.png"/></Relationships>
</file>

<file path=ppt/slides/_rels/slide26.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hemeOverride" Target="../theme/themeOverride26.xml"/><Relationship Id="rId3" Type="http://schemas.openxmlformats.org/officeDocument/2006/relationships/tags" Target="../tags/tag11.xml"/><Relationship Id="rId2" Type="http://schemas.microsoft.com/office/2007/relationships/hdphoto" Target="../media/image3.wdp"/><Relationship Id="rId1" Type="http://schemas.openxmlformats.org/officeDocument/2006/relationships/image" Target="../media/image2.png"/></Relationships>
</file>

<file path=ppt/slides/_rels/slide27.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hemeOverride" Target="../theme/themeOverride27.xml"/><Relationship Id="rId3" Type="http://schemas.openxmlformats.org/officeDocument/2006/relationships/image" Target="../media/image21.jpeg"/><Relationship Id="rId2" Type="http://schemas.microsoft.com/office/2007/relationships/hdphoto" Target="../media/image3.wdp"/><Relationship Id="rId1" Type="http://schemas.openxmlformats.org/officeDocument/2006/relationships/image" Target="../media/image5.png"/></Relationships>
</file>

<file path=ppt/slides/_rels/slide28.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hemeOverride" Target="../theme/themeOverride28.xml"/><Relationship Id="rId2" Type="http://schemas.microsoft.com/office/2007/relationships/hdphoto" Target="../media/image3.wdp"/><Relationship Id="rId1" Type="http://schemas.openxmlformats.org/officeDocument/2006/relationships/image" Target="../media/image5.png"/></Relationships>
</file>

<file path=ppt/slides/_rels/slide29.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hemeOverride" Target="../theme/themeOverride29.xml"/><Relationship Id="rId3" Type="http://schemas.openxmlformats.org/officeDocument/2006/relationships/image" Target="../media/image33.jpeg"/><Relationship Id="rId2" Type="http://schemas.microsoft.com/office/2007/relationships/hdphoto" Target="../media/image3.wdp"/><Relationship Id="rId1" Type="http://schemas.openxmlformats.org/officeDocument/2006/relationships/image" Target="../media/image5.png"/></Relationships>
</file>

<file path=ppt/slides/_rels/slide30.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hemeOverride" Target="../theme/themeOverride30.xml"/><Relationship Id="rId2" Type="http://schemas.microsoft.com/office/2007/relationships/hdphoto" Target="../media/image3.wdp"/><Relationship Id="rId1" Type="http://schemas.openxmlformats.org/officeDocument/2006/relationships/image" Target="../media/image5.png"/></Relationships>
</file>

<file path=ppt/slides/_rels/slide31.xml.rels><?xml version="1.0" encoding="UTF-8" standalone="yes"?>
<Relationships xmlns="http://schemas.openxmlformats.org/package/2006/relationships"><Relationship Id="rId9" Type="http://schemas.openxmlformats.org/officeDocument/2006/relationships/tags" Target="../tags/tag18.xml"/><Relationship Id="rId8" Type="http://schemas.openxmlformats.org/officeDocument/2006/relationships/tags" Target="../tags/tag17.xml"/><Relationship Id="rId7" Type="http://schemas.openxmlformats.org/officeDocument/2006/relationships/tags" Target="../tags/tag16.xml"/><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microsoft.com/office/2007/relationships/hdphoto" Target="../media/image3.wdp"/><Relationship Id="rId12" Type="http://schemas.openxmlformats.org/officeDocument/2006/relationships/notesSlide" Target="../notesSlides/notesSlide3.xml"/><Relationship Id="rId11" Type="http://schemas.openxmlformats.org/officeDocument/2006/relationships/slideLayout" Target="../slideLayouts/slideLayout1.xml"/><Relationship Id="rId10" Type="http://schemas.openxmlformats.org/officeDocument/2006/relationships/themeOverride" Target="../theme/themeOverride31.xml"/><Relationship Id="rId1" Type="http://schemas.openxmlformats.org/officeDocument/2006/relationships/image" Target="../media/image2.png"/></Relationships>
</file>

<file path=ppt/slides/_rels/slide32.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hemeOverride" Target="../theme/themeOverride32.xml"/><Relationship Id="rId4" Type="http://schemas.openxmlformats.org/officeDocument/2006/relationships/tags" Target="../tags/tag20.xml"/><Relationship Id="rId3" Type="http://schemas.openxmlformats.org/officeDocument/2006/relationships/tags" Target="../tags/tag19.xml"/><Relationship Id="rId2" Type="http://schemas.microsoft.com/office/2007/relationships/hdphoto" Target="../media/image3.wdp"/><Relationship Id="rId1"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1">
            <a:extLst>
              <a:ext uri="{BEBA8EAE-BF5A-486C-A8C5-ECC9F3942E4B}">
                <a14:imgProps xmlns:a14="http://schemas.microsoft.com/office/drawing/2010/main">
                  <a14:imgLayer r:embed="rId2">
                    <a14:imgEffect>
                      <a14:brightnessContrast contrast="40000"/>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1" y="0"/>
            <a:ext cx="12191999" cy="6858000"/>
          </a:xfrm>
          <a:prstGeom prst="rect">
            <a:avLst/>
          </a:prstGeom>
        </p:spPr>
      </p:pic>
      <p:sp>
        <p:nvSpPr>
          <p:cNvPr id="30" name="矩形 29"/>
          <p:cNvSpPr/>
          <p:nvPr/>
        </p:nvSpPr>
        <p:spPr>
          <a:xfrm>
            <a:off x="510557" y="583271"/>
            <a:ext cx="11084036" cy="5553635"/>
          </a:xfrm>
          <a:prstGeom prst="rect">
            <a:avLst/>
          </a:prstGeom>
          <a:solidFill>
            <a:schemeClr val="bg1">
              <a:alpha val="38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panose="020B0500000000000000" pitchFamily="34" charset="-122"/>
              <a:ea typeface="思源黑体" panose="020B0500000000000000" pitchFamily="34" charset="-122"/>
            </a:endParaRPr>
          </a:p>
        </p:txBody>
      </p:sp>
      <p:pic>
        <p:nvPicPr>
          <p:cNvPr id="48" name="Uplifting &amp; Motivational">
            <a:hlinkClick r:id="" action="ppaction://media"/>
          </p:cNvPr>
          <p:cNvPicPr>
            <a:picLocks noChangeAspect="1"/>
          </p:cNvPicPr>
          <p:nvPr>
            <a:audioFile r:link="rId3"/>
            <p:extLst>
              <p:ext uri="{DAA4B4D4-6D71-4841-9C94-3DE7FCFB9230}">
                <p14:media xmlns:p14="http://schemas.microsoft.com/office/powerpoint/2010/main" r:embed="rId4"/>
              </p:ext>
            </p:extLst>
          </p:nvPr>
        </p:nvPicPr>
        <p:blipFill>
          <a:blip r:embed="rId5"/>
          <a:stretch>
            <a:fillRect/>
          </a:stretch>
        </p:blipFill>
        <p:spPr>
          <a:xfrm>
            <a:off x="-745554" y="0"/>
            <a:ext cx="609600" cy="609600"/>
          </a:xfrm>
          <a:prstGeom prst="rect">
            <a:avLst/>
          </a:prstGeom>
        </p:spPr>
      </p:pic>
      <p:sp>
        <p:nvSpPr>
          <p:cNvPr id="46" name="矩形 45"/>
          <p:cNvSpPr/>
          <p:nvPr/>
        </p:nvSpPr>
        <p:spPr>
          <a:xfrm>
            <a:off x="3564038" y="2479907"/>
            <a:ext cx="8063927" cy="1569660"/>
          </a:xfrm>
          <a:prstGeom prst="rect">
            <a:avLst/>
          </a:prstGeom>
          <a:noFill/>
          <a:effectLst/>
        </p:spPr>
        <p:txBody>
          <a:bodyPr wrap="square" rtlCol="0">
            <a:spAutoFit/>
          </a:bodyPr>
          <a:lstStyle/>
          <a:p>
            <a:r>
              <a:rPr lang="zh-CN" altLang="en-US" sz="9600" b="1" dirty="0">
                <a:solidFill>
                  <a:srgbClr val="2C518E"/>
                </a:solidFill>
                <a:latin typeface="思源黑体" panose="020B0500000000000000" pitchFamily="34" charset="-122"/>
                <a:ea typeface="思源黑体" panose="020B0500000000000000" pitchFamily="34" charset="-122"/>
              </a:rPr>
              <a:t>年中工作总结</a:t>
            </a:r>
            <a:endParaRPr lang="zh-CN" altLang="en-US" sz="9600" b="1" dirty="0">
              <a:solidFill>
                <a:srgbClr val="2C518E"/>
              </a:solidFill>
              <a:latin typeface="思源黑体" panose="020B0500000000000000" pitchFamily="34" charset="-122"/>
              <a:ea typeface="思源黑体" panose="020B0500000000000000" pitchFamily="34" charset="-122"/>
            </a:endParaRPr>
          </a:p>
        </p:txBody>
      </p:sp>
      <p:grpSp>
        <p:nvGrpSpPr>
          <p:cNvPr id="50" name="组合 49"/>
          <p:cNvGrpSpPr/>
          <p:nvPr/>
        </p:nvGrpSpPr>
        <p:grpSpPr>
          <a:xfrm>
            <a:off x="4859461" y="5157675"/>
            <a:ext cx="2047002" cy="335372"/>
            <a:chOff x="4902199" y="3898899"/>
            <a:chExt cx="2387602" cy="375420"/>
          </a:xfrm>
          <a:solidFill>
            <a:srgbClr val="50738E"/>
          </a:solidFill>
          <a:effectLst/>
        </p:grpSpPr>
        <p:sp>
          <p:nvSpPr>
            <p:cNvPr id="51" name="PA_圆角矩形 7"/>
            <p:cNvSpPr/>
            <p:nvPr>
              <p:custDataLst>
                <p:tags r:id="rId6"/>
              </p:custDataLst>
            </p:nvPr>
          </p:nvSpPr>
          <p:spPr>
            <a:xfrm>
              <a:off x="4902199" y="3898899"/>
              <a:ext cx="2387602" cy="375420"/>
            </a:xfrm>
            <a:prstGeom prst="roundRect">
              <a:avLst>
                <a:gd name="adj" fmla="val 50000"/>
              </a:avLst>
            </a:prstGeom>
            <a:solidFill>
              <a:srgbClr val="2C518E"/>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200" dirty="0">
                <a:solidFill>
                  <a:schemeClr val="bg1"/>
                </a:solidFill>
                <a:latin typeface="思源黑体" panose="020B0500000000000000" pitchFamily="34" charset="-122"/>
                <a:ea typeface="思源黑体" panose="020B0500000000000000" pitchFamily="34" charset="-122"/>
                <a:cs typeface="+mn-ea"/>
                <a:sym typeface="+mn-lt"/>
              </a:endParaRPr>
            </a:p>
          </p:txBody>
        </p:sp>
        <p:sp>
          <p:nvSpPr>
            <p:cNvPr id="52" name="PA_文本框 6"/>
            <p:cNvSpPr txBox="1"/>
            <p:nvPr>
              <p:custDataLst>
                <p:tags r:id="rId7"/>
              </p:custDataLst>
            </p:nvPr>
          </p:nvSpPr>
          <p:spPr>
            <a:xfrm>
              <a:off x="5061172" y="3917332"/>
              <a:ext cx="2179464" cy="356986"/>
            </a:xfrm>
            <a:prstGeom prst="rect">
              <a:avLst/>
            </a:prstGeom>
            <a:noFill/>
          </p:spPr>
          <p:txBody>
            <a:bodyPr wrap="square" rtlCol="0">
              <a:spAutoFit/>
            </a:bodyPr>
            <a:lstStyle/>
            <a:p>
              <a:pPr algn="ctr"/>
              <a:r>
                <a:rPr lang="zh-CN" altLang="en-US" sz="1400" dirty="0">
                  <a:solidFill>
                    <a:schemeClr val="bg1"/>
                  </a:solidFill>
                  <a:latin typeface="思源黑体" panose="020B0500000000000000" pitchFamily="34" charset="-122"/>
                  <a:ea typeface="思源黑体" panose="020B0500000000000000" pitchFamily="34" charset="-122"/>
                  <a:cs typeface="+mn-ea"/>
                  <a:sym typeface="+mn-lt"/>
                </a:rPr>
                <a:t>汇报人：觅知</a:t>
              </a:r>
              <a:endParaRPr lang="zh-CN" altLang="en-US" sz="1400" dirty="0">
                <a:solidFill>
                  <a:schemeClr val="bg1"/>
                </a:solidFill>
                <a:latin typeface="思源黑体" panose="020B0500000000000000" pitchFamily="34" charset="-122"/>
                <a:ea typeface="思源黑体" panose="020B0500000000000000" pitchFamily="34" charset="-122"/>
                <a:cs typeface="+mn-ea"/>
                <a:sym typeface="+mn-lt"/>
              </a:endParaRPr>
            </a:p>
          </p:txBody>
        </p:sp>
      </p:grpSp>
      <p:grpSp>
        <p:nvGrpSpPr>
          <p:cNvPr id="3" name="组合 2"/>
          <p:cNvGrpSpPr/>
          <p:nvPr/>
        </p:nvGrpSpPr>
        <p:grpSpPr>
          <a:xfrm>
            <a:off x="3576244" y="1322759"/>
            <a:ext cx="8040796" cy="1176020"/>
            <a:chOff x="3635398" y="1837379"/>
            <a:chExt cx="8040796" cy="1176020"/>
          </a:xfrm>
        </p:grpSpPr>
        <p:sp>
          <p:nvSpPr>
            <p:cNvPr id="49" name="PA_文本框 12"/>
            <p:cNvSpPr txBox="1">
              <a:spLocks noChangeArrowheads="1"/>
            </p:cNvSpPr>
            <p:nvPr>
              <p:custDataLst>
                <p:tags r:id="rId8"/>
              </p:custDataLst>
            </p:nvPr>
          </p:nvSpPr>
          <p:spPr bwMode="auto">
            <a:xfrm>
              <a:off x="5604075" y="2214945"/>
              <a:ext cx="607211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Calibri" panose="020F0502020204030204" pitchFamily="34" charset="0"/>
                  <a:ea typeface="宋体" pitchFamily="2" charset="-122"/>
                </a:defRPr>
              </a:lvl9pPr>
            </a:lstStyle>
            <a:p>
              <a:pPr lvl="0">
                <a:defRPr/>
              </a:pPr>
              <a:r>
                <a:rPr lang="en-US" altLang="zh-CN" sz="3600" b="1" dirty="0">
                  <a:solidFill>
                    <a:srgbClr val="2C518E"/>
                  </a:solidFill>
                  <a:latin typeface="思源黑体" panose="020B0500000000000000" pitchFamily="34" charset="-122"/>
                  <a:ea typeface="思源黑体" panose="020B0500000000000000" pitchFamily="34" charset="-122"/>
                </a:rPr>
                <a:t>Mid year work summary</a:t>
              </a:r>
              <a:endParaRPr kumimoji="0" lang="zh-CN" altLang="zh-CN" sz="3600" b="1" i="0" u="none" strike="noStrike" kern="1200" cap="none" spc="0" normalizeH="0" baseline="0" noProof="0" dirty="0">
                <a:ln>
                  <a:noFill/>
                </a:ln>
                <a:solidFill>
                  <a:srgbClr val="2C518E"/>
                </a:solidFill>
                <a:effectLst/>
                <a:uLnTx/>
                <a:uFillTx/>
                <a:latin typeface="思源黑体" panose="020B0500000000000000" pitchFamily="34" charset="-122"/>
                <a:ea typeface="思源黑体" panose="020B0500000000000000" pitchFamily="34" charset="-122"/>
              </a:endParaRPr>
            </a:p>
          </p:txBody>
        </p:sp>
        <p:sp>
          <p:nvSpPr>
            <p:cNvPr id="55" name="矩形 54"/>
            <p:cNvSpPr/>
            <p:nvPr>
              <p:custDataLst>
                <p:tags r:id="rId9"/>
              </p:custDataLst>
            </p:nvPr>
          </p:nvSpPr>
          <p:spPr>
            <a:xfrm>
              <a:off x="3635398" y="1837379"/>
              <a:ext cx="2519680" cy="1176020"/>
            </a:xfrm>
            <a:prstGeom prst="rect">
              <a:avLst/>
            </a:prstGeom>
          </p:spPr>
          <p:txBody>
            <a:bodyPr wrap="square" lIns="68580" tIns="34290" rIns="68580" bIns="34290">
              <a:spAutoFit/>
            </a:bodyPr>
            <a:lstStyle/>
            <a:p>
              <a:pPr>
                <a:defRPr/>
              </a:pPr>
              <a:r>
                <a:rPr lang="en-US" sz="7200" b="1" i="1" spc="225" dirty="0">
                  <a:solidFill>
                    <a:srgbClr val="2C518E"/>
                  </a:solidFill>
                  <a:latin typeface="Agency FB" panose="020B0503020202020204" pitchFamily="34" charset="0"/>
                  <a:ea typeface="印品雅宋简 中黑（非商用）" panose="02000500000000000000" pitchFamily="2" charset="-122"/>
                  <a:cs typeface="+mn-ea"/>
                  <a:sym typeface="+mn-lt"/>
                </a:rPr>
                <a:t>2022</a:t>
              </a:r>
              <a:endParaRPr lang="en-US" sz="7200" b="1" i="1" spc="225" dirty="0">
                <a:solidFill>
                  <a:srgbClr val="2C518E"/>
                </a:solidFill>
                <a:latin typeface="Agency FB" panose="020B0503020202020204" pitchFamily="34" charset="0"/>
                <a:ea typeface="印品雅宋简 中黑（非商用）" panose="02000500000000000000" pitchFamily="2" charset="-122"/>
                <a:cs typeface="+mn-ea"/>
                <a:sym typeface="+mn-lt"/>
              </a:endParaRPr>
            </a:p>
          </p:txBody>
        </p:sp>
      </p:grpSp>
      <p:grpSp>
        <p:nvGrpSpPr>
          <p:cNvPr id="56" name="组合 55"/>
          <p:cNvGrpSpPr/>
          <p:nvPr/>
        </p:nvGrpSpPr>
        <p:grpSpPr>
          <a:xfrm>
            <a:off x="7651405" y="5129096"/>
            <a:ext cx="2047002" cy="335372"/>
            <a:chOff x="4902198" y="3898900"/>
            <a:chExt cx="2387602" cy="375420"/>
          </a:xfrm>
          <a:solidFill>
            <a:srgbClr val="50738E"/>
          </a:solidFill>
          <a:effectLst/>
        </p:grpSpPr>
        <p:sp>
          <p:nvSpPr>
            <p:cNvPr id="57" name="PA_圆角矩形 7"/>
            <p:cNvSpPr/>
            <p:nvPr>
              <p:custDataLst>
                <p:tags r:id="rId10"/>
              </p:custDataLst>
            </p:nvPr>
          </p:nvSpPr>
          <p:spPr>
            <a:xfrm>
              <a:off x="4902198" y="3898900"/>
              <a:ext cx="2387602" cy="375420"/>
            </a:xfrm>
            <a:prstGeom prst="roundRect">
              <a:avLst>
                <a:gd name="adj" fmla="val 50000"/>
              </a:avLst>
            </a:prstGeom>
            <a:solidFill>
              <a:srgbClr val="2C518E"/>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200" dirty="0">
                <a:solidFill>
                  <a:schemeClr val="bg1"/>
                </a:solidFill>
                <a:latin typeface="思源黑体" panose="020B0500000000000000" pitchFamily="34" charset="-122"/>
                <a:ea typeface="思源黑体" panose="020B0500000000000000" pitchFamily="34" charset="-122"/>
                <a:cs typeface="+mn-ea"/>
                <a:sym typeface="+mn-lt"/>
              </a:endParaRPr>
            </a:p>
          </p:txBody>
        </p:sp>
        <p:sp>
          <p:nvSpPr>
            <p:cNvPr id="58" name="PA_文本框 6"/>
            <p:cNvSpPr txBox="1"/>
            <p:nvPr>
              <p:custDataLst>
                <p:tags r:id="rId11"/>
              </p:custDataLst>
            </p:nvPr>
          </p:nvSpPr>
          <p:spPr>
            <a:xfrm>
              <a:off x="5004992" y="3917333"/>
              <a:ext cx="2179464" cy="356987"/>
            </a:xfrm>
            <a:prstGeom prst="rect">
              <a:avLst/>
            </a:prstGeom>
            <a:noFill/>
          </p:spPr>
          <p:txBody>
            <a:bodyPr wrap="square" rtlCol="0">
              <a:spAutoFit/>
            </a:bodyPr>
            <a:lstStyle/>
            <a:p>
              <a:pPr algn="ctr"/>
              <a:r>
                <a:rPr lang="zh-CN" altLang="en-US" sz="1400" dirty="0">
                  <a:solidFill>
                    <a:schemeClr val="bg1"/>
                  </a:solidFill>
                  <a:latin typeface="思源黑体" panose="020B0500000000000000" pitchFamily="34" charset="-122"/>
                  <a:ea typeface="思源黑体" panose="020B0500000000000000" pitchFamily="34" charset="-122"/>
                  <a:cs typeface="+mn-ea"/>
                  <a:sym typeface="+mn-lt"/>
                </a:rPr>
                <a:t>时间：</a:t>
              </a:r>
              <a:r>
                <a:rPr lang="en-US" altLang="zh-CN" sz="1400" dirty="0">
                  <a:solidFill>
                    <a:schemeClr val="bg1"/>
                  </a:solidFill>
                  <a:latin typeface="思源黑体" panose="020B0500000000000000" pitchFamily="34" charset="-122"/>
                  <a:ea typeface="思源黑体" panose="020B0500000000000000" pitchFamily="34" charset="-122"/>
                  <a:cs typeface="+mn-ea"/>
                  <a:sym typeface="+mn-lt"/>
                </a:rPr>
                <a:t>2022.6</a:t>
              </a:r>
              <a:endParaRPr lang="zh-CN" altLang="en-US" sz="1400" dirty="0">
                <a:solidFill>
                  <a:schemeClr val="bg1"/>
                </a:solidFill>
                <a:latin typeface="思源黑体" panose="020B0500000000000000" pitchFamily="34" charset="-122"/>
                <a:ea typeface="思源黑体" panose="020B0500000000000000" pitchFamily="34" charset="-122"/>
                <a:cs typeface="+mn-ea"/>
                <a:sym typeface="+mn-lt"/>
              </a:endParaRPr>
            </a:p>
          </p:txBody>
        </p:sp>
      </p:grpSp>
      <p:sp>
        <p:nvSpPr>
          <p:cNvPr id="20" name="菱形 19"/>
          <p:cNvSpPr/>
          <p:nvPr/>
        </p:nvSpPr>
        <p:spPr>
          <a:xfrm rot="20839757" flipH="1">
            <a:off x="1121575" y="-605147"/>
            <a:ext cx="1628327" cy="1628327"/>
          </a:xfrm>
          <a:prstGeom prst="diamond">
            <a:avLst/>
          </a:prstGeom>
          <a:noFill/>
          <a:ln w="161925">
            <a:solidFill>
              <a:srgbClr val="587DB8"/>
            </a:solidFill>
          </a:ln>
          <a:effectLst>
            <a:outerShdw blurRad="88900" dist="177800" dir="5400000" algn="ctr"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2C518E"/>
              </a:solidFill>
              <a:latin typeface="思源宋体 CN" panose="02020400000000000000" pitchFamily="18" charset="-122"/>
              <a:ea typeface="思源宋体 CN" panose="02020400000000000000" pitchFamily="18" charset="-122"/>
            </a:endParaRPr>
          </a:p>
        </p:txBody>
      </p:sp>
      <p:sp>
        <p:nvSpPr>
          <p:cNvPr id="24" name="菱形 23"/>
          <p:cNvSpPr/>
          <p:nvPr/>
        </p:nvSpPr>
        <p:spPr>
          <a:xfrm rot="20839757" flipH="1">
            <a:off x="-445923" y="744060"/>
            <a:ext cx="2741727" cy="2741727"/>
          </a:xfrm>
          <a:prstGeom prst="diamond">
            <a:avLst/>
          </a:prstGeom>
          <a:noFill/>
          <a:ln w="196850">
            <a:solidFill>
              <a:srgbClr val="2C518E"/>
            </a:solidFill>
          </a:ln>
          <a:effectLst>
            <a:outerShdw blurRad="88900" dist="177800" dir="5400000" algn="ctr" rotWithShape="0">
              <a:srgbClr val="000000">
                <a:alpha val="2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2C518E"/>
              </a:solidFill>
              <a:latin typeface="思源宋体 CN" panose="02020400000000000000" pitchFamily="18" charset="-122"/>
              <a:ea typeface="思源宋体 CN" panose="02020400000000000000" pitchFamily="18" charset="-122"/>
            </a:endParaRPr>
          </a:p>
        </p:txBody>
      </p:sp>
      <p:sp>
        <p:nvSpPr>
          <p:cNvPr id="25" name="菱形 24"/>
          <p:cNvSpPr/>
          <p:nvPr/>
        </p:nvSpPr>
        <p:spPr>
          <a:xfrm rot="18405841" flipH="1">
            <a:off x="-521315" y="84058"/>
            <a:ext cx="2165036" cy="2165036"/>
          </a:xfrm>
          <a:prstGeom prst="diamond">
            <a:avLst/>
          </a:prstGeom>
          <a:noFill/>
          <a:ln w="161925">
            <a:solidFill>
              <a:schemeClr val="bg1">
                <a:lumMod val="95000"/>
              </a:schemeClr>
            </a:solidFill>
          </a:ln>
          <a:effectLst>
            <a:outerShdw blurRad="88900" dist="177800" dir="5400000" algn="ctr" rotWithShape="0">
              <a:srgbClr val="000000">
                <a:alpha val="2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2C518E"/>
              </a:solidFill>
              <a:latin typeface="思源宋体 CN" panose="02020400000000000000" pitchFamily="18" charset="-122"/>
              <a:ea typeface="思源宋体 CN" panose="02020400000000000000" pitchFamily="18" charset="-122"/>
            </a:endParaRPr>
          </a:p>
        </p:txBody>
      </p:sp>
      <p:sp>
        <p:nvSpPr>
          <p:cNvPr id="26" name="菱形 25"/>
          <p:cNvSpPr/>
          <p:nvPr/>
        </p:nvSpPr>
        <p:spPr>
          <a:xfrm flipH="1">
            <a:off x="-668938" y="3810268"/>
            <a:ext cx="1583952" cy="1583952"/>
          </a:xfrm>
          <a:prstGeom prst="diamond">
            <a:avLst/>
          </a:prstGeom>
          <a:noFill/>
          <a:ln w="161925">
            <a:solidFill>
              <a:srgbClr val="587DB8"/>
            </a:solidFill>
          </a:ln>
          <a:effectLst>
            <a:outerShdw blurRad="88900" dist="177800" dir="5400000" algn="ctr"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2C518E"/>
              </a:solidFill>
              <a:latin typeface="思源宋体 CN" panose="02020400000000000000" pitchFamily="18" charset="-122"/>
              <a:ea typeface="思源宋体 CN" panose="02020400000000000000" pitchFamily="18" charset="-122"/>
            </a:endParaRPr>
          </a:p>
        </p:txBody>
      </p:sp>
      <p:sp>
        <p:nvSpPr>
          <p:cNvPr id="27" name="菱形 26"/>
          <p:cNvSpPr/>
          <p:nvPr/>
        </p:nvSpPr>
        <p:spPr>
          <a:xfrm rot="3109689" flipH="1">
            <a:off x="-70363" y="3497095"/>
            <a:ext cx="1235853" cy="1235853"/>
          </a:xfrm>
          <a:prstGeom prst="diamond">
            <a:avLst/>
          </a:prstGeom>
          <a:noFill/>
          <a:ln w="114300">
            <a:solidFill>
              <a:schemeClr val="bg1">
                <a:lumMod val="95000"/>
              </a:schemeClr>
            </a:solidFill>
          </a:ln>
          <a:effectLst>
            <a:outerShdw blurRad="88900" dist="177800" dir="5400000" algn="ctr" rotWithShape="0">
              <a:srgbClr val="000000">
                <a:alpha val="2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2C518E"/>
              </a:solidFill>
              <a:latin typeface="思源宋体 CN" panose="02020400000000000000" pitchFamily="18" charset="-122"/>
              <a:ea typeface="思源宋体 CN" panose="02020400000000000000" pitchFamily="18" charset="-122"/>
            </a:endParaRPr>
          </a:p>
        </p:txBody>
      </p:sp>
      <p:sp>
        <p:nvSpPr>
          <p:cNvPr id="28" name="菱形 27"/>
          <p:cNvSpPr/>
          <p:nvPr/>
        </p:nvSpPr>
        <p:spPr>
          <a:xfrm rot="17577411" flipH="1">
            <a:off x="200578" y="5111556"/>
            <a:ext cx="2165036" cy="2165036"/>
          </a:xfrm>
          <a:prstGeom prst="diamond">
            <a:avLst/>
          </a:prstGeom>
          <a:noFill/>
          <a:ln w="196850">
            <a:solidFill>
              <a:srgbClr val="2C518E"/>
            </a:solidFill>
          </a:ln>
          <a:effectLst>
            <a:outerShdw blurRad="88900" dist="177800" dir="5400000" algn="ctr" rotWithShape="0">
              <a:srgbClr val="000000">
                <a:alpha val="2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2C518E"/>
              </a:solidFill>
              <a:latin typeface="思源宋体 CN" panose="02020400000000000000" pitchFamily="18" charset="-122"/>
              <a:ea typeface="思源宋体 CN" panose="02020400000000000000" pitchFamily="18" charset="-122"/>
            </a:endParaRPr>
          </a:p>
        </p:txBody>
      </p:sp>
      <p:sp>
        <p:nvSpPr>
          <p:cNvPr id="29" name="菱形 28"/>
          <p:cNvSpPr/>
          <p:nvPr/>
        </p:nvSpPr>
        <p:spPr>
          <a:xfrm rot="5400000" flipH="1">
            <a:off x="1448618" y="3302301"/>
            <a:ext cx="857351" cy="857351"/>
          </a:xfrm>
          <a:prstGeom prst="diamond">
            <a:avLst/>
          </a:prstGeom>
          <a:noFill/>
          <a:ln w="114300">
            <a:solidFill>
              <a:schemeClr val="bg1">
                <a:lumMod val="95000"/>
              </a:schemeClr>
            </a:solidFill>
          </a:ln>
          <a:effectLst>
            <a:outerShdw blurRad="88900" dist="177800" dir="5400000" algn="ctr" rotWithShape="0">
              <a:srgbClr val="000000">
                <a:alpha val="2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2C518E"/>
              </a:solidFill>
              <a:latin typeface="思源宋体 CN" panose="02020400000000000000" pitchFamily="18" charset="-122"/>
              <a:ea typeface="思源宋体 CN" panose="02020400000000000000" pitchFamily="18" charset="-122"/>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8"/>
                                        </p:tgtEl>
                                      </p:cBhvr>
                                    </p:cmd>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childTnLst>
                                </p:cTn>
                              </p:par>
                              <p:par>
                                <p:cTn id="12" presetID="15" presetClass="entr" presetSubtype="0" fill="hold" grpId="0" nodeType="withEffect">
                                  <p:stCondLst>
                                    <p:cond delay="0"/>
                                  </p:stCondLst>
                                  <p:childTnLst>
                                    <p:set>
                                      <p:cBhvr>
                                        <p:cTn id="13" dur="1" fill="hold">
                                          <p:stCondLst>
                                            <p:cond delay="0"/>
                                          </p:stCondLst>
                                        </p:cTn>
                                        <p:tgtEl>
                                          <p:spTgt spid="28"/>
                                        </p:tgtEl>
                                        <p:attrNameLst>
                                          <p:attrName>style.visibility</p:attrName>
                                        </p:attrNameLst>
                                      </p:cBhvr>
                                      <p:to>
                                        <p:strVal val="visible"/>
                                      </p:to>
                                    </p:set>
                                    <p:anim calcmode="lin" valueType="num">
                                      <p:cBhvr>
                                        <p:cTn id="14" dur="1000" fill="hold"/>
                                        <p:tgtEl>
                                          <p:spTgt spid="28"/>
                                        </p:tgtEl>
                                        <p:attrNameLst>
                                          <p:attrName>ppt_w</p:attrName>
                                        </p:attrNameLst>
                                      </p:cBhvr>
                                      <p:tavLst>
                                        <p:tav tm="0">
                                          <p:val>
                                            <p:fltVal val="0"/>
                                          </p:val>
                                        </p:tav>
                                        <p:tav tm="100000">
                                          <p:val>
                                            <p:strVal val="#ppt_w"/>
                                          </p:val>
                                        </p:tav>
                                      </p:tavLst>
                                    </p:anim>
                                    <p:anim calcmode="lin" valueType="num">
                                      <p:cBhvr>
                                        <p:cTn id="15" dur="1000" fill="hold"/>
                                        <p:tgtEl>
                                          <p:spTgt spid="28"/>
                                        </p:tgtEl>
                                        <p:attrNameLst>
                                          <p:attrName>ppt_h</p:attrName>
                                        </p:attrNameLst>
                                      </p:cBhvr>
                                      <p:tavLst>
                                        <p:tav tm="0">
                                          <p:val>
                                            <p:fltVal val="0"/>
                                          </p:val>
                                        </p:tav>
                                        <p:tav tm="100000">
                                          <p:val>
                                            <p:strVal val="#ppt_h"/>
                                          </p:val>
                                        </p:tav>
                                      </p:tavLst>
                                    </p:anim>
                                    <p:anim calcmode="lin" valueType="num">
                                      <p:cBhvr>
                                        <p:cTn id="16" dur="1000" fill="hold"/>
                                        <p:tgtEl>
                                          <p:spTgt spid="28"/>
                                        </p:tgtEl>
                                        <p:attrNameLst>
                                          <p:attrName>ppt_x</p:attrName>
                                        </p:attrNameLst>
                                      </p:cBhvr>
                                      <p:tavLst>
                                        <p:tav tm="0" fmla="#ppt_x+(cos(-2*pi*(1-$))*-#ppt_x-sin(-2*pi*(1-$))*(1-#ppt_y))*(1-$)">
                                          <p:val>
                                            <p:fltVal val="0"/>
                                          </p:val>
                                        </p:tav>
                                        <p:tav tm="100000">
                                          <p:val>
                                            <p:fltVal val="1"/>
                                          </p:val>
                                        </p:tav>
                                      </p:tavLst>
                                    </p:anim>
                                    <p:anim calcmode="lin" valueType="num">
                                      <p:cBhvr>
                                        <p:cTn id="17" dur="1000" fill="hold"/>
                                        <p:tgtEl>
                                          <p:spTgt spid="28"/>
                                        </p:tgtEl>
                                        <p:attrNameLst>
                                          <p:attrName>ppt_y</p:attrName>
                                        </p:attrNameLst>
                                      </p:cBhvr>
                                      <p:tavLst>
                                        <p:tav tm="0" fmla="#ppt_y+(sin(-2*pi*(1-$))*-#ppt_x+cos(-2*pi*(1-$))*(1-#ppt_y))*(1-$)">
                                          <p:val>
                                            <p:fltVal val="0"/>
                                          </p:val>
                                        </p:tav>
                                        <p:tav tm="100000">
                                          <p:val>
                                            <p:fltVal val="1"/>
                                          </p:val>
                                        </p:tav>
                                      </p:tavLst>
                                    </p:anim>
                                  </p:childTnLst>
                                </p:cTn>
                              </p:par>
                              <p:par>
                                <p:cTn id="18" presetID="15" presetClass="entr" presetSubtype="0" fill="hold" grpId="0" nodeType="withEffect">
                                  <p:stCondLst>
                                    <p:cond delay="0"/>
                                  </p:stCondLst>
                                  <p:childTnLst>
                                    <p:set>
                                      <p:cBhvr>
                                        <p:cTn id="19" dur="1" fill="hold">
                                          <p:stCondLst>
                                            <p:cond delay="0"/>
                                          </p:stCondLst>
                                        </p:cTn>
                                        <p:tgtEl>
                                          <p:spTgt spid="24"/>
                                        </p:tgtEl>
                                        <p:attrNameLst>
                                          <p:attrName>style.visibility</p:attrName>
                                        </p:attrNameLst>
                                      </p:cBhvr>
                                      <p:to>
                                        <p:strVal val="visible"/>
                                      </p:to>
                                    </p:set>
                                    <p:anim calcmode="lin" valueType="num">
                                      <p:cBhvr>
                                        <p:cTn id="20" dur="1000" fill="hold"/>
                                        <p:tgtEl>
                                          <p:spTgt spid="24"/>
                                        </p:tgtEl>
                                        <p:attrNameLst>
                                          <p:attrName>ppt_w</p:attrName>
                                        </p:attrNameLst>
                                      </p:cBhvr>
                                      <p:tavLst>
                                        <p:tav tm="0">
                                          <p:val>
                                            <p:fltVal val="0"/>
                                          </p:val>
                                        </p:tav>
                                        <p:tav tm="100000">
                                          <p:val>
                                            <p:strVal val="#ppt_w"/>
                                          </p:val>
                                        </p:tav>
                                      </p:tavLst>
                                    </p:anim>
                                    <p:anim calcmode="lin" valueType="num">
                                      <p:cBhvr>
                                        <p:cTn id="21" dur="1000" fill="hold"/>
                                        <p:tgtEl>
                                          <p:spTgt spid="24"/>
                                        </p:tgtEl>
                                        <p:attrNameLst>
                                          <p:attrName>ppt_h</p:attrName>
                                        </p:attrNameLst>
                                      </p:cBhvr>
                                      <p:tavLst>
                                        <p:tav tm="0">
                                          <p:val>
                                            <p:fltVal val="0"/>
                                          </p:val>
                                        </p:tav>
                                        <p:tav tm="100000">
                                          <p:val>
                                            <p:strVal val="#ppt_h"/>
                                          </p:val>
                                        </p:tav>
                                      </p:tavLst>
                                    </p:anim>
                                    <p:anim calcmode="lin" valueType="num">
                                      <p:cBhvr>
                                        <p:cTn id="22" dur="1000" fill="hold"/>
                                        <p:tgtEl>
                                          <p:spTgt spid="24"/>
                                        </p:tgtEl>
                                        <p:attrNameLst>
                                          <p:attrName>ppt_x</p:attrName>
                                        </p:attrNameLst>
                                      </p:cBhvr>
                                      <p:tavLst>
                                        <p:tav tm="0" fmla="#ppt_x+(cos(-2*pi*(1-$))*-#ppt_x-sin(-2*pi*(1-$))*(1-#ppt_y))*(1-$)">
                                          <p:val>
                                            <p:fltVal val="0"/>
                                          </p:val>
                                        </p:tav>
                                        <p:tav tm="100000">
                                          <p:val>
                                            <p:fltVal val="1"/>
                                          </p:val>
                                        </p:tav>
                                      </p:tavLst>
                                    </p:anim>
                                    <p:anim calcmode="lin" valueType="num">
                                      <p:cBhvr>
                                        <p:cTn id="23" dur="1000" fill="hold"/>
                                        <p:tgtEl>
                                          <p:spTgt spid="24"/>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4" fill="hold">
                      <p:stCondLst>
                        <p:cond delay="indefinite"/>
                      </p:stCondLst>
                      <p:childTnLst>
                        <p:par>
                          <p:cTn id="25" fill="hold">
                            <p:stCondLst>
                              <p:cond delay="0"/>
                            </p:stCondLst>
                            <p:childTnLst>
                              <p:par>
                                <p:cTn id="26" presetID="15" presetClass="entr" presetSubtype="0" fill="hold" grpId="0" nodeType="clickEffect">
                                  <p:stCondLst>
                                    <p:cond delay="0"/>
                                  </p:stCondLst>
                                  <p:childTnLst>
                                    <p:set>
                                      <p:cBhvr>
                                        <p:cTn id="27" dur="1" fill="hold">
                                          <p:stCondLst>
                                            <p:cond delay="0"/>
                                          </p:stCondLst>
                                        </p:cTn>
                                        <p:tgtEl>
                                          <p:spTgt spid="27"/>
                                        </p:tgtEl>
                                        <p:attrNameLst>
                                          <p:attrName>style.visibility</p:attrName>
                                        </p:attrNameLst>
                                      </p:cBhvr>
                                      <p:to>
                                        <p:strVal val="visible"/>
                                      </p:to>
                                    </p:set>
                                    <p:anim calcmode="lin" valueType="num">
                                      <p:cBhvr>
                                        <p:cTn id="28" dur="1000" fill="hold"/>
                                        <p:tgtEl>
                                          <p:spTgt spid="27"/>
                                        </p:tgtEl>
                                        <p:attrNameLst>
                                          <p:attrName>ppt_w</p:attrName>
                                        </p:attrNameLst>
                                      </p:cBhvr>
                                      <p:tavLst>
                                        <p:tav tm="0">
                                          <p:val>
                                            <p:fltVal val="0"/>
                                          </p:val>
                                        </p:tav>
                                        <p:tav tm="100000">
                                          <p:val>
                                            <p:strVal val="#ppt_w"/>
                                          </p:val>
                                        </p:tav>
                                      </p:tavLst>
                                    </p:anim>
                                    <p:anim calcmode="lin" valueType="num">
                                      <p:cBhvr>
                                        <p:cTn id="29" dur="1000" fill="hold"/>
                                        <p:tgtEl>
                                          <p:spTgt spid="27"/>
                                        </p:tgtEl>
                                        <p:attrNameLst>
                                          <p:attrName>ppt_h</p:attrName>
                                        </p:attrNameLst>
                                      </p:cBhvr>
                                      <p:tavLst>
                                        <p:tav tm="0">
                                          <p:val>
                                            <p:fltVal val="0"/>
                                          </p:val>
                                        </p:tav>
                                        <p:tav tm="100000">
                                          <p:val>
                                            <p:strVal val="#ppt_h"/>
                                          </p:val>
                                        </p:tav>
                                      </p:tavLst>
                                    </p:anim>
                                    <p:anim calcmode="lin" valueType="num">
                                      <p:cBhvr>
                                        <p:cTn id="30" dur="1000" fill="hold"/>
                                        <p:tgtEl>
                                          <p:spTgt spid="27"/>
                                        </p:tgtEl>
                                        <p:attrNameLst>
                                          <p:attrName>ppt_x</p:attrName>
                                        </p:attrNameLst>
                                      </p:cBhvr>
                                      <p:tavLst>
                                        <p:tav tm="0" fmla="#ppt_x+(cos(-2*pi*(1-$))*-#ppt_x-sin(-2*pi*(1-$))*(1-#ppt_y))*(1-$)">
                                          <p:val>
                                            <p:fltVal val="0"/>
                                          </p:val>
                                        </p:tav>
                                        <p:tav tm="100000">
                                          <p:val>
                                            <p:fltVal val="1"/>
                                          </p:val>
                                        </p:tav>
                                      </p:tavLst>
                                    </p:anim>
                                    <p:anim calcmode="lin" valueType="num">
                                      <p:cBhvr>
                                        <p:cTn id="31" dur="1000" fill="hold"/>
                                        <p:tgtEl>
                                          <p:spTgt spid="27"/>
                                        </p:tgtEl>
                                        <p:attrNameLst>
                                          <p:attrName>ppt_y</p:attrName>
                                        </p:attrNameLst>
                                      </p:cBhvr>
                                      <p:tavLst>
                                        <p:tav tm="0" fmla="#ppt_y+(sin(-2*pi*(1-$))*-#ppt_x+cos(-2*pi*(1-$))*(1-#ppt_y))*(1-$)">
                                          <p:val>
                                            <p:fltVal val="0"/>
                                          </p:val>
                                        </p:tav>
                                        <p:tav tm="100000">
                                          <p:val>
                                            <p:fltVal val="1"/>
                                          </p:val>
                                        </p:tav>
                                      </p:tavLst>
                                    </p:anim>
                                  </p:childTnLst>
                                </p:cTn>
                              </p:par>
                              <p:par>
                                <p:cTn id="32" presetID="15" presetClass="entr" presetSubtype="0" fill="hold" grpId="0" nodeType="withEffect">
                                  <p:stCondLst>
                                    <p:cond delay="0"/>
                                  </p:stCondLst>
                                  <p:childTnLst>
                                    <p:set>
                                      <p:cBhvr>
                                        <p:cTn id="33" dur="1" fill="hold">
                                          <p:stCondLst>
                                            <p:cond delay="0"/>
                                          </p:stCondLst>
                                        </p:cTn>
                                        <p:tgtEl>
                                          <p:spTgt spid="20"/>
                                        </p:tgtEl>
                                        <p:attrNameLst>
                                          <p:attrName>style.visibility</p:attrName>
                                        </p:attrNameLst>
                                      </p:cBhvr>
                                      <p:to>
                                        <p:strVal val="visible"/>
                                      </p:to>
                                    </p:set>
                                    <p:anim calcmode="lin" valueType="num">
                                      <p:cBhvr>
                                        <p:cTn id="34" dur="1000" fill="hold"/>
                                        <p:tgtEl>
                                          <p:spTgt spid="20"/>
                                        </p:tgtEl>
                                        <p:attrNameLst>
                                          <p:attrName>ppt_w</p:attrName>
                                        </p:attrNameLst>
                                      </p:cBhvr>
                                      <p:tavLst>
                                        <p:tav tm="0">
                                          <p:val>
                                            <p:fltVal val="0"/>
                                          </p:val>
                                        </p:tav>
                                        <p:tav tm="100000">
                                          <p:val>
                                            <p:strVal val="#ppt_w"/>
                                          </p:val>
                                        </p:tav>
                                      </p:tavLst>
                                    </p:anim>
                                    <p:anim calcmode="lin" valueType="num">
                                      <p:cBhvr>
                                        <p:cTn id="35" dur="1000" fill="hold"/>
                                        <p:tgtEl>
                                          <p:spTgt spid="20"/>
                                        </p:tgtEl>
                                        <p:attrNameLst>
                                          <p:attrName>ppt_h</p:attrName>
                                        </p:attrNameLst>
                                      </p:cBhvr>
                                      <p:tavLst>
                                        <p:tav tm="0">
                                          <p:val>
                                            <p:fltVal val="0"/>
                                          </p:val>
                                        </p:tav>
                                        <p:tav tm="100000">
                                          <p:val>
                                            <p:strVal val="#ppt_h"/>
                                          </p:val>
                                        </p:tav>
                                      </p:tavLst>
                                    </p:anim>
                                    <p:anim calcmode="lin" valueType="num">
                                      <p:cBhvr>
                                        <p:cTn id="36" dur="1000" fill="hold"/>
                                        <p:tgtEl>
                                          <p:spTgt spid="20"/>
                                        </p:tgtEl>
                                        <p:attrNameLst>
                                          <p:attrName>ppt_x</p:attrName>
                                        </p:attrNameLst>
                                      </p:cBhvr>
                                      <p:tavLst>
                                        <p:tav tm="0" fmla="#ppt_x+(cos(-2*pi*(1-$))*-#ppt_x-sin(-2*pi*(1-$))*(1-#ppt_y))*(1-$)">
                                          <p:val>
                                            <p:fltVal val="0"/>
                                          </p:val>
                                        </p:tav>
                                        <p:tav tm="100000">
                                          <p:val>
                                            <p:fltVal val="1"/>
                                          </p:val>
                                        </p:tav>
                                      </p:tavLst>
                                    </p:anim>
                                    <p:anim calcmode="lin" valueType="num">
                                      <p:cBhvr>
                                        <p:cTn id="37" dur="1000" fill="hold"/>
                                        <p:tgtEl>
                                          <p:spTgt spid="20"/>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38" fill="hold">
                      <p:stCondLst>
                        <p:cond delay="indefinite"/>
                      </p:stCondLst>
                      <p:childTnLst>
                        <p:par>
                          <p:cTn id="39" fill="hold">
                            <p:stCondLst>
                              <p:cond delay="0"/>
                            </p:stCondLst>
                            <p:childTnLst>
                              <p:par>
                                <p:cTn id="40" presetID="15" presetClass="entr" presetSubtype="0" fill="hold" grpId="1" nodeType="clickEffect">
                                  <p:stCondLst>
                                    <p:cond delay="0"/>
                                  </p:stCondLst>
                                  <p:childTnLst>
                                    <p:set>
                                      <p:cBhvr>
                                        <p:cTn id="41" dur="1" fill="hold">
                                          <p:stCondLst>
                                            <p:cond delay="0"/>
                                          </p:stCondLst>
                                        </p:cTn>
                                        <p:tgtEl>
                                          <p:spTgt spid="28"/>
                                        </p:tgtEl>
                                        <p:attrNameLst>
                                          <p:attrName>style.visibility</p:attrName>
                                        </p:attrNameLst>
                                      </p:cBhvr>
                                      <p:to>
                                        <p:strVal val="visible"/>
                                      </p:to>
                                    </p:set>
                                    <p:anim calcmode="lin" valueType="num">
                                      <p:cBhvr>
                                        <p:cTn id="42" dur="1000" fill="hold"/>
                                        <p:tgtEl>
                                          <p:spTgt spid="28"/>
                                        </p:tgtEl>
                                        <p:attrNameLst>
                                          <p:attrName>ppt_w</p:attrName>
                                        </p:attrNameLst>
                                      </p:cBhvr>
                                      <p:tavLst>
                                        <p:tav tm="0">
                                          <p:val>
                                            <p:fltVal val="0"/>
                                          </p:val>
                                        </p:tav>
                                        <p:tav tm="100000">
                                          <p:val>
                                            <p:strVal val="#ppt_w"/>
                                          </p:val>
                                        </p:tav>
                                      </p:tavLst>
                                    </p:anim>
                                    <p:anim calcmode="lin" valueType="num">
                                      <p:cBhvr>
                                        <p:cTn id="43" dur="1000" fill="hold"/>
                                        <p:tgtEl>
                                          <p:spTgt spid="28"/>
                                        </p:tgtEl>
                                        <p:attrNameLst>
                                          <p:attrName>ppt_h</p:attrName>
                                        </p:attrNameLst>
                                      </p:cBhvr>
                                      <p:tavLst>
                                        <p:tav tm="0">
                                          <p:val>
                                            <p:fltVal val="0"/>
                                          </p:val>
                                        </p:tav>
                                        <p:tav tm="100000">
                                          <p:val>
                                            <p:strVal val="#ppt_h"/>
                                          </p:val>
                                        </p:tav>
                                      </p:tavLst>
                                    </p:anim>
                                    <p:anim calcmode="lin" valueType="num">
                                      <p:cBhvr>
                                        <p:cTn id="44" dur="1000" fill="hold"/>
                                        <p:tgtEl>
                                          <p:spTgt spid="28"/>
                                        </p:tgtEl>
                                        <p:attrNameLst>
                                          <p:attrName>ppt_x</p:attrName>
                                        </p:attrNameLst>
                                      </p:cBhvr>
                                      <p:tavLst>
                                        <p:tav tm="0" fmla="#ppt_x+(cos(-2*pi*(1-$))*-#ppt_x-sin(-2*pi*(1-$))*(1-#ppt_y))*(1-$)">
                                          <p:val>
                                            <p:fltVal val="0"/>
                                          </p:val>
                                        </p:tav>
                                        <p:tav tm="100000">
                                          <p:val>
                                            <p:fltVal val="1"/>
                                          </p:val>
                                        </p:tav>
                                      </p:tavLst>
                                    </p:anim>
                                    <p:anim calcmode="lin" valueType="num">
                                      <p:cBhvr>
                                        <p:cTn id="45" dur="1000" fill="hold"/>
                                        <p:tgtEl>
                                          <p:spTgt spid="28"/>
                                        </p:tgtEl>
                                        <p:attrNameLst>
                                          <p:attrName>ppt_y</p:attrName>
                                        </p:attrNameLst>
                                      </p:cBhvr>
                                      <p:tavLst>
                                        <p:tav tm="0" fmla="#ppt_y+(sin(-2*pi*(1-$))*-#ppt_x+cos(-2*pi*(1-$))*(1-#ppt_y))*(1-$)">
                                          <p:val>
                                            <p:fltVal val="0"/>
                                          </p:val>
                                        </p:tav>
                                        <p:tav tm="100000">
                                          <p:val>
                                            <p:fltVal val="1"/>
                                          </p:val>
                                        </p:tav>
                                      </p:tavLst>
                                    </p:anim>
                                  </p:childTnLst>
                                </p:cTn>
                              </p:par>
                              <p:par>
                                <p:cTn id="46" presetID="15" presetClass="entr" presetSubtype="0" fill="hold" grpId="0" nodeType="withEffect">
                                  <p:stCondLst>
                                    <p:cond delay="0"/>
                                  </p:stCondLst>
                                  <p:childTnLst>
                                    <p:set>
                                      <p:cBhvr>
                                        <p:cTn id="47" dur="1" fill="hold">
                                          <p:stCondLst>
                                            <p:cond delay="0"/>
                                          </p:stCondLst>
                                        </p:cTn>
                                        <p:tgtEl>
                                          <p:spTgt spid="29"/>
                                        </p:tgtEl>
                                        <p:attrNameLst>
                                          <p:attrName>style.visibility</p:attrName>
                                        </p:attrNameLst>
                                      </p:cBhvr>
                                      <p:to>
                                        <p:strVal val="visible"/>
                                      </p:to>
                                    </p:set>
                                    <p:anim calcmode="lin" valueType="num">
                                      <p:cBhvr>
                                        <p:cTn id="48" dur="1000" fill="hold"/>
                                        <p:tgtEl>
                                          <p:spTgt spid="29"/>
                                        </p:tgtEl>
                                        <p:attrNameLst>
                                          <p:attrName>ppt_w</p:attrName>
                                        </p:attrNameLst>
                                      </p:cBhvr>
                                      <p:tavLst>
                                        <p:tav tm="0">
                                          <p:val>
                                            <p:fltVal val="0"/>
                                          </p:val>
                                        </p:tav>
                                        <p:tav tm="100000">
                                          <p:val>
                                            <p:strVal val="#ppt_w"/>
                                          </p:val>
                                        </p:tav>
                                      </p:tavLst>
                                    </p:anim>
                                    <p:anim calcmode="lin" valueType="num">
                                      <p:cBhvr>
                                        <p:cTn id="49" dur="1000" fill="hold"/>
                                        <p:tgtEl>
                                          <p:spTgt spid="29"/>
                                        </p:tgtEl>
                                        <p:attrNameLst>
                                          <p:attrName>ppt_h</p:attrName>
                                        </p:attrNameLst>
                                      </p:cBhvr>
                                      <p:tavLst>
                                        <p:tav tm="0">
                                          <p:val>
                                            <p:fltVal val="0"/>
                                          </p:val>
                                        </p:tav>
                                        <p:tav tm="100000">
                                          <p:val>
                                            <p:strVal val="#ppt_h"/>
                                          </p:val>
                                        </p:tav>
                                      </p:tavLst>
                                    </p:anim>
                                    <p:anim calcmode="lin" valueType="num">
                                      <p:cBhvr>
                                        <p:cTn id="50" dur="1000" fill="hold"/>
                                        <p:tgtEl>
                                          <p:spTgt spid="29"/>
                                        </p:tgtEl>
                                        <p:attrNameLst>
                                          <p:attrName>ppt_x</p:attrName>
                                        </p:attrNameLst>
                                      </p:cBhvr>
                                      <p:tavLst>
                                        <p:tav tm="0" fmla="#ppt_x+(cos(-2*pi*(1-$))*-#ppt_x-sin(-2*pi*(1-$))*(1-#ppt_y))*(1-$)">
                                          <p:val>
                                            <p:fltVal val="0"/>
                                          </p:val>
                                        </p:tav>
                                        <p:tav tm="100000">
                                          <p:val>
                                            <p:fltVal val="1"/>
                                          </p:val>
                                        </p:tav>
                                      </p:tavLst>
                                    </p:anim>
                                    <p:anim calcmode="lin" valueType="num">
                                      <p:cBhvr>
                                        <p:cTn id="51" dur="1000" fill="hold"/>
                                        <p:tgtEl>
                                          <p:spTgt spid="29"/>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52" fill="hold">
                      <p:stCondLst>
                        <p:cond delay="indefinite"/>
                      </p:stCondLst>
                      <p:childTnLst>
                        <p:par>
                          <p:cTn id="53" fill="hold">
                            <p:stCondLst>
                              <p:cond delay="0"/>
                            </p:stCondLst>
                            <p:childTnLst>
                              <p:par>
                                <p:cTn id="54" presetID="15" presetClass="entr" presetSubtype="0" fill="hold" grpId="0" nodeType="clickEffect">
                                  <p:stCondLst>
                                    <p:cond delay="0"/>
                                  </p:stCondLst>
                                  <p:childTnLst>
                                    <p:set>
                                      <p:cBhvr>
                                        <p:cTn id="55" dur="1" fill="hold">
                                          <p:stCondLst>
                                            <p:cond delay="0"/>
                                          </p:stCondLst>
                                        </p:cTn>
                                        <p:tgtEl>
                                          <p:spTgt spid="25"/>
                                        </p:tgtEl>
                                        <p:attrNameLst>
                                          <p:attrName>style.visibility</p:attrName>
                                        </p:attrNameLst>
                                      </p:cBhvr>
                                      <p:to>
                                        <p:strVal val="visible"/>
                                      </p:to>
                                    </p:set>
                                    <p:anim calcmode="lin" valueType="num">
                                      <p:cBhvr>
                                        <p:cTn id="56" dur="1000" fill="hold"/>
                                        <p:tgtEl>
                                          <p:spTgt spid="25"/>
                                        </p:tgtEl>
                                        <p:attrNameLst>
                                          <p:attrName>ppt_w</p:attrName>
                                        </p:attrNameLst>
                                      </p:cBhvr>
                                      <p:tavLst>
                                        <p:tav tm="0">
                                          <p:val>
                                            <p:fltVal val="0"/>
                                          </p:val>
                                        </p:tav>
                                        <p:tav tm="100000">
                                          <p:val>
                                            <p:strVal val="#ppt_w"/>
                                          </p:val>
                                        </p:tav>
                                      </p:tavLst>
                                    </p:anim>
                                    <p:anim calcmode="lin" valueType="num">
                                      <p:cBhvr>
                                        <p:cTn id="57" dur="1000" fill="hold"/>
                                        <p:tgtEl>
                                          <p:spTgt spid="25"/>
                                        </p:tgtEl>
                                        <p:attrNameLst>
                                          <p:attrName>ppt_h</p:attrName>
                                        </p:attrNameLst>
                                      </p:cBhvr>
                                      <p:tavLst>
                                        <p:tav tm="0">
                                          <p:val>
                                            <p:fltVal val="0"/>
                                          </p:val>
                                        </p:tav>
                                        <p:tav tm="100000">
                                          <p:val>
                                            <p:strVal val="#ppt_h"/>
                                          </p:val>
                                        </p:tav>
                                      </p:tavLst>
                                    </p:anim>
                                    <p:anim calcmode="lin" valueType="num">
                                      <p:cBhvr>
                                        <p:cTn id="58" dur="1000" fill="hold"/>
                                        <p:tgtEl>
                                          <p:spTgt spid="25"/>
                                        </p:tgtEl>
                                        <p:attrNameLst>
                                          <p:attrName>ppt_x</p:attrName>
                                        </p:attrNameLst>
                                      </p:cBhvr>
                                      <p:tavLst>
                                        <p:tav tm="0" fmla="#ppt_x+(cos(-2*pi*(1-$))*-#ppt_x-sin(-2*pi*(1-$))*(1-#ppt_y))*(1-$)">
                                          <p:val>
                                            <p:fltVal val="0"/>
                                          </p:val>
                                        </p:tav>
                                        <p:tav tm="100000">
                                          <p:val>
                                            <p:fltVal val="1"/>
                                          </p:val>
                                        </p:tav>
                                      </p:tavLst>
                                    </p:anim>
                                    <p:anim calcmode="lin" valueType="num">
                                      <p:cBhvr>
                                        <p:cTn id="59" dur="1000" fill="hold"/>
                                        <p:tgtEl>
                                          <p:spTgt spid="25"/>
                                        </p:tgtEl>
                                        <p:attrNameLst>
                                          <p:attrName>ppt_y</p:attrName>
                                        </p:attrNameLst>
                                      </p:cBhvr>
                                      <p:tavLst>
                                        <p:tav tm="0" fmla="#ppt_y+(sin(-2*pi*(1-$))*-#ppt_x+cos(-2*pi*(1-$))*(1-#ppt_y))*(1-$)">
                                          <p:val>
                                            <p:fltVal val="0"/>
                                          </p:val>
                                        </p:tav>
                                        <p:tav tm="100000">
                                          <p:val>
                                            <p:fltVal val="1"/>
                                          </p:val>
                                        </p:tav>
                                      </p:tavLst>
                                    </p:anim>
                                  </p:childTnLst>
                                </p:cTn>
                              </p:par>
                              <p:par>
                                <p:cTn id="60" presetID="15" presetClass="entr" presetSubtype="0" fill="hold" grpId="0" nodeType="withEffect">
                                  <p:stCondLst>
                                    <p:cond delay="0"/>
                                  </p:stCondLst>
                                  <p:childTnLst>
                                    <p:set>
                                      <p:cBhvr>
                                        <p:cTn id="61" dur="1" fill="hold">
                                          <p:stCondLst>
                                            <p:cond delay="0"/>
                                          </p:stCondLst>
                                        </p:cTn>
                                        <p:tgtEl>
                                          <p:spTgt spid="26"/>
                                        </p:tgtEl>
                                        <p:attrNameLst>
                                          <p:attrName>style.visibility</p:attrName>
                                        </p:attrNameLst>
                                      </p:cBhvr>
                                      <p:to>
                                        <p:strVal val="visible"/>
                                      </p:to>
                                    </p:set>
                                    <p:anim calcmode="lin" valueType="num">
                                      <p:cBhvr>
                                        <p:cTn id="62" dur="1000" fill="hold"/>
                                        <p:tgtEl>
                                          <p:spTgt spid="26"/>
                                        </p:tgtEl>
                                        <p:attrNameLst>
                                          <p:attrName>ppt_w</p:attrName>
                                        </p:attrNameLst>
                                      </p:cBhvr>
                                      <p:tavLst>
                                        <p:tav tm="0">
                                          <p:val>
                                            <p:fltVal val="0"/>
                                          </p:val>
                                        </p:tav>
                                        <p:tav tm="100000">
                                          <p:val>
                                            <p:strVal val="#ppt_w"/>
                                          </p:val>
                                        </p:tav>
                                      </p:tavLst>
                                    </p:anim>
                                    <p:anim calcmode="lin" valueType="num">
                                      <p:cBhvr>
                                        <p:cTn id="63" dur="1000" fill="hold"/>
                                        <p:tgtEl>
                                          <p:spTgt spid="26"/>
                                        </p:tgtEl>
                                        <p:attrNameLst>
                                          <p:attrName>ppt_h</p:attrName>
                                        </p:attrNameLst>
                                      </p:cBhvr>
                                      <p:tavLst>
                                        <p:tav tm="0">
                                          <p:val>
                                            <p:fltVal val="0"/>
                                          </p:val>
                                        </p:tav>
                                        <p:tav tm="100000">
                                          <p:val>
                                            <p:strVal val="#ppt_h"/>
                                          </p:val>
                                        </p:tav>
                                      </p:tavLst>
                                    </p:anim>
                                    <p:anim calcmode="lin" valueType="num">
                                      <p:cBhvr>
                                        <p:cTn id="64" dur="1000" fill="hold"/>
                                        <p:tgtEl>
                                          <p:spTgt spid="26"/>
                                        </p:tgtEl>
                                        <p:attrNameLst>
                                          <p:attrName>ppt_x</p:attrName>
                                        </p:attrNameLst>
                                      </p:cBhvr>
                                      <p:tavLst>
                                        <p:tav tm="0" fmla="#ppt_x+(cos(-2*pi*(1-$))*-#ppt_x-sin(-2*pi*(1-$))*(1-#ppt_y))*(1-$)">
                                          <p:val>
                                            <p:fltVal val="0"/>
                                          </p:val>
                                        </p:tav>
                                        <p:tav tm="100000">
                                          <p:val>
                                            <p:fltVal val="1"/>
                                          </p:val>
                                        </p:tav>
                                      </p:tavLst>
                                    </p:anim>
                                    <p:anim calcmode="lin" valueType="num">
                                      <p:cBhvr>
                                        <p:cTn id="65" dur="1000" fill="hold"/>
                                        <p:tgtEl>
                                          <p:spTgt spid="26"/>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66" fill="hold">
                      <p:stCondLst>
                        <p:cond delay="indefinite"/>
                      </p:stCondLst>
                      <p:childTnLst>
                        <p:par>
                          <p:cTn id="67" fill="hold">
                            <p:stCondLst>
                              <p:cond delay="0"/>
                            </p:stCondLst>
                            <p:childTnLst>
                              <p:par>
                                <p:cTn id="68" presetID="30" presetClass="entr" presetSubtype="0" fill="hold" nodeType="clickEffect">
                                  <p:stCondLst>
                                    <p:cond delay="0"/>
                                  </p:stCondLst>
                                  <p:childTnLst>
                                    <p:set>
                                      <p:cBhvr>
                                        <p:cTn id="69" dur="1" fill="hold">
                                          <p:stCondLst>
                                            <p:cond delay="0"/>
                                          </p:stCondLst>
                                        </p:cTn>
                                        <p:tgtEl>
                                          <p:spTgt spid="3"/>
                                        </p:tgtEl>
                                        <p:attrNameLst>
                                          <p:attrName>style.visibility</p:attrName>
                                        </p:attrNameLst>
                                      </p:cBhvr>
                                      <p:to>
                                        <p:strVal val="visible"/>
                                      </p:to>
                                    </p:set>
                                    <p:animEffect transition="in" filter="fade">
                                      <p:cBhvr>
                                        <p:cTn id="70" dur="800" decel="100000"/>
                                        <p:tgtEl>
                                          <p:spTgt spid="3"/>
                                        </p:tgtEl>
                                      </p:cBhvr>
                                    </p:animEffect>
                                    <p:anim calcmode="lin" valueType="num">
                                      <p:cBhvr>
                                        <p:cTn id="71" dur="800" decel="100000" fill="hold"/>
                                        <p:tgtEl>
                                          <p:spTgt spid="3"/>
                                        </p:tgtEl>
                                        <p:attrNameLst>
                                          <p:attrName>style.rotation</p:attrName>
                                        </p:attrNameLst>
                                      </p:cBhvr>
                                      <p:tavLst>
                                        <p:tav tm="0">
                                          <p:val>
                                            <p:fltVal val="-90"/>
                                          </p:val>
                                        </p:tav>
                                        <p:tav tm="100000">
                                          <p:val>
                                            <p:fltVal val="0"/>
                                          </p:val>
                                        </p:tav>
                                      </p:tavLst>
                                    </p:anim>
                                    <p:anim calcmode="lin" valueType="num">
                                      <p:cBhvr>
                                        <p:cTn id="72" dur="800" decel="100000" fill="hold"/>
                                        <p:tgtEl>
                                          <p:spTgt spid="3"/>
                                        </p:tgtEl>
                                        <p:attrNameLst>
                                          <p:attrName>ppt_x</p:attrName>
                                        </p:attrNameLst>
                                      </p:cBhvr>
                                      <p:tavLst>
                                        <p:tav tm="0">
                                          <p:val>
                                            <p:strVal val="#ppt_x+0.4"/>
                                          </p:val>
                                        </p:tav>
                                        <p:tav tm="100000">
                                          <p:val>
                                            <p:strVal val="#ppt_x-0.05"/>
                                          </p:val>
                                        </p:tav>
                                      </p:tavLst>
                                    </p:anim>
                                    <p:anim calcmode="lin" valueType="num">
                                      <p:cBhvr>
                                        <p:cTn id="73" dur="800" decel="100000" fill="hold"/>
                                        <p:tgtEl>
                                          <p:spTgt spid="3"/>
                                        </p:tgtEl>
                                        <p:attrNameLst>
                                          <p:attrName>ppt_y</p:attrName>
                                        </p:attrNameLst>
                                      </p:cBhvr>
                                      <p:tavLst>
                                        <p:tav tm="0">
                                          <p:val>
                                            <p:strVal val="#ppt_y-0.4"/>
                                          </p:val>
                                        </p:tav>
                                        <p:tav tm="100000">
                                          <p:val>
                                            <p:strVal val="#ppt_y+0.1"/>
                                          </p:val>
                                        </p:tav>
                                      </p:tavLst>
                                    </p:anim>
                                    <p:anim calcmode="lin" valueType="num">
                                      <p:cBhvr>
                                        <p:cTn id="74" dur="200" accel="100000" fill="hold">
                                          <p:stCondLst>
                                            <p:cond delay="800"/>
                                          </p:stCondLst>
                                        </p:cTn>
                                        <p:tgtEl>
                                          <p:spTgt spid="3"/>
                                        </p:tgtEl>
                                        <p:attrNameLst>
                                          <p:attrName>ppt_x</p:attrName>
                                        </p:attrNameLst>
                                      </p:cBhvr>
                                      <p:tavLst>
                                        <p:tav tm="0">
                                          <p:val>
                                            <p:strVal val="#ppt_x-0.05"/>
                                          </p:val>
                                        </p:tav>
                                        <p:tav tm="100000">
                                          <p:val>
                                            <p:strVal val="#ppt_x"/>
                                          </p:val>
                                        </p:tav>
                                      </p:tavLst>
                                    </p:anim>
                                    <p:anim calcmode="lin" valueType="num">
                                      <p:cBhvr>
                                        <p:cTn id="75" dur="200" accel="100000" fill="hold">
                                          <p:stCondLst>
                                            <p:cond delay="800"/>
                                          </p:stCondLst>
                                        </p:cTn>
                                        <p:tgtEl>
                                          <p:spTgt spid="3"/>
                                        </p:tgtEl>
                                        <p:attrNameLst>
                                          <p:attrName>ppt_y</p:attrName>
                                        </p:attrNameLst>
                                      </p:cBhvr>
                                      <p:tavLst>
                                        <p:tav tm="0">
                                          <p:val>
                                            <p:strVal val="#ppt_y+0.1"/>
                                          </p:val>
                                        </p:tav>
                                        <p:tav tm="100000">
                                          <p:val>
                                            <p:strVal val="#ppt_y"/>
                                          </p:val>
                                        </p:tav>
                                      </p:tavLst>
                                    </p:anim>
                                  </p:childTnLst>
                                </p:cTn>
                              </p:par>
                            </p:childTnLst>
                          </p:cTn>
                        </p:par>
                      </p:childTnLst>
                    </p:cTn>
                  </p:par>
                  <p:par>
                    <p:cTn id="76" fill="hold">
                      <p:stCondLst>
                        <p:cond delay="indefinite"/>
                      </p:stCondLst>
                      <p:childTnLst>
                        <p:par>
                          <p:cTn id="77" fill="hold">
                            <p:stCondLst>
                              <p:cond delay="0"/>
                            </p:stCondLst>
                            <p:childTnLst>
                              <p:par>
                                <p:cTn id="78" presetID="30" presetClass="entr" presetSubtype="0" fill="hold" grpId="0" nodeType="clickEffect">
                                  <p:stCondLst>
                                    <p:cond delay="0"/>
                                  </p:stCondLst>
                                  <p:childTnLst>
                                    <p:set>
                                      <p:cBhvr>
                                        <p:cTn id="79" dur="1" fill="hold">
                                          <p:stCondLst>
                                            <p:cond delay="0"/>
                                          </p:stCondLst>
                                        </p:cTn>
                                        <p:tgtEl>
                                          <p:spTgt spid="46"/>
                                        </p:tgtEl>
                                        <p:attrNameLst>
                                          <p:attrName>style.visibility</p:attrName>
                                        </p:attrNameLst>
                                      </p:cBhvr>
                                      <p:to>
                                        <p:strVal val="visible"/>
                                      </p:to>
                                    </p:set>
                                    <p:animEffect transition="in" filter="fade">
                                      <p:cBhvr>
                                        <p:cTn id="80" dur="800" decel="100000"/>
                                        <p:tgtEl>
                                          <p:spTgt spid="46"/>
                                        </p:tgtEl>
                                      </p:cBhvr>
                                    </p:animEffect>
                                    <p:anim calcmode="lin" valueType="num">
                                      <p:cBhvr>
                                        <p:cTn id="81" dur="800" decel="100000" fill="hold"/>
                                        <p:tgtEl>
                                          <p:spTgt spid="46"/>
                                        </p:tgtEl>
                                        <p:attrNameLst>
                                          <p:attrName>style.rotation</p:attrName>
                                        </p:attrNameLst>
                                      </p:cBhvr>
                                      <p:tavLst>
                                        <p:tav tm="0">
                                          <p:val>
                                            <p:fltVal val="-90"/>
                                          </p:val>
                                        </p:tav>
                                        <p:tav tm="100000">
                                          <p:val>
                                            <p:fltVal val="0"/>
                                          </p:val>
                                        </p:tav>
                                      </p:tavLst>
                                    </p:anim>
                                    <p:anim calcmode="lin" valueType="num">
                                      <p:cBhvr>
                                        <p:cTn id="82" dur="800" decel="100000" fill="hold"/>
                                        <p:tgtEl>
                                          <p:spTgt spid="46"/>
                                        </p:tgtEl>
                                        <p:attrNameLst>
                                          <p:attrName>ppt_x</p:attrName>
                                        </p:attrNameLst>
                                      </p:cBhvr>
                                      <p:tavLst>
                                        <p:tav tm="0">
                                          <p:val>
                                            <p:strVal val="#ppt_x+0.4"/>
                                          </p:val>
                                        </p:tav>
                                        <p:tav tm="100000">
                                          <p:val>
                                            <p:strVal val="#ppt_x-0.05"/>
                                          </p:val>
                                        </p:tav>
                                      </p:tavLst>
                                    </p:anim>
                                    <p:anim calcmode="lin" valueType="num">
                                      <p:cBhvr>
                                        <p:cTn id="83" dur="800" decel="100000" fill="hold"/>
                                        <p:tgtEl>
                                          <p:spTgt spid="46"/>
                                        </p:tgtEl>
                                        <p:attrNameLst>
                                          <p:attrName>ppt_y</p:attrName>
                                        </p:attrNameLst>
                                      </p:cBhvr>
                                      <p:tavLst>
                                        <p:tav tm="0">
                                          <p:val>
                                            <p:strVal val="#ppt_y-0.4"/>
                                          </p:val>
                                        </p:tav>
                                        <p:tav tm="100000">
                                          <p:val>
                                            <p:strVal val="#ppt_y+0.1"/>
                                          </p:val>
                                        </p:tav>
                                      </p:tavLst>
                                    </p:anim>
                                    <p:anim calcmode="lin" valueType="num">
                                      <p:cBhvr>
                                        <p:cTn id="84" dur="200" accel="100000" fill="hold">
                                          <p:stCondLst>
                                            <p:cond delay="800"/>
                                          </p:stCondLst>
                                        </p:cTn>
                                        <p:tgtEl>
                                          <p:spTgt spid="46"/>
                                        </p:tgtEl>
                                        <p:attrNameLst>
                                          <p:attrName>ppt_x</p:attrName>
                                        </p:attrNameLst>
                                      </p:cBhvr>
                                      <p:tavLst>
                                        <p:tav tm="0">
                                          <p:val>
                                            <p:strVal val="#ppt_x-0.05"/>
                                          </p:val>
                                        </p:tav>
                                        <p:tav tm="100000">
                                          <p:val>
                                            <p:strVal val="#ppt_x"/>
                                          </p:val>
                                        </p:tav>
                                      </p:tavLst>
                                    </p:anim>
                                    <p:anim calcmode="lin" valueType="num">
                                      <p:cBhvr>
                                        <p:cTn id="85" dur="200" accel="100000" fill="hold">
                                          <p:stCondLst>
                                            <p:cond delay="800"/>
                                          </p:stCondLst>
                                        </p:cTn>
                                        <p:tgtEl>
                                          <p:spTgt spid="46"/>
                                        </p:tgtEl>
                                        <p:attrNameLst>
                                          <p:attrName>ppt_y</p:attrName>
                                        </p:attrNameLst>
                                      </p:cBhvr>
                                      <p:tavLst>
                                        <p:tav tm="0">
                                          <p:val>
                                            <p:strVal val="#ppt_y+0.1"/>
                                          </p:val>
                                        </p:tav>
                                        <p:tav tm="100000">
                                          <p:val>
                                            <p:strVal val="#ppt_y"/>
                                          </p:val>
                                        </p:tav>
                                      </p:tavLst>
                                    </p:anim>
                                  </p:childTnLst>
                                </p:cTn>
                              </p:par>
                            </p:childTnLst>
                          </p:cTn>
                        </p:par>
                        <p:par>
                          <p:cTn id="86" fill="hold">
                            <p:stCondLst>
                              <p:cond delay="1000"/>
                            </p:stCondLst>
                            <p:childTnLst>
                              <p:par>
                                <p:cTn id="87" presetID="55" presetClass="entr" presetSubtype="0" fill="hold" nodeType="afterEffect">
                                  <p:stCondLst>
                                    <p:cond delay="0"/>
                                  </p:stCondLst>
                                  <p:childTnLst>
                                    <p:set>
                                      <p:cBhvr>
                                        <p:cTn id="88" dur="1" fill="hold">
                                          <p:stCondLst>
                                            <p:cond delay="0"/>
                                          </p:stCondLst>
                                        </p:cTn>
                                        <p:tgtEl>
                                          <p:spTgt spid="50"/>
                                        </p:tgtEl>
                                        <p:attrNameLst>
                                          <p:attrName>style.visibility</p:attrName>
                                        </p:attrNameLst>
                                      </p:cBhvr>
                                      <p:to>
                                        <p:strVal val="visible"/>
                                      </p:to>
                                    </p:set>
                                    <p:anim calcmode="lin" valueType="num">
                                      <p:cBhvr>
                                        <p:cTn id="89" dur="1000" fill="hold"/>
                                        <p:tgtEl>
                                          <p:spTgt spid="50"/>
                                        </p:tgtEl>
                                        <p:attrNameLst>
                                          <p:attrName>ppt_w</p:attrName>
                                        </p:attrNameLst>
                                      </p:cBhvr>
                                      <p:tavLst>
                                        <p:tav tm="0">
                                          <p:val>
                                            <p:strVal val="#ppt_w*0.70"/>
                                          </p:val>
                                        </p:tav>
                                        <p:tav tm="100000">
                                          <p:val>
                                            <p:strVal val="#ppt_w"/>
                                          </p:val>
                                        </p:tav>
                                      </p:tavLst>
                                    </p:anim>
                                    <p:anim calcmode="lin" valueType="num">
                                      <p:cBhvr>
                                        <p:cTn id="90" dur="1000" fill="hold"/>
                                        <p:tgtEl>
                                          <p:spTgt spid="50"/>
                                        </p:tgtEl>
                                        <p:attrNameLst>
                                          <p:attrName>ppt_h</p:attrName>
                                        </p:attrNameLst>
                                      </p:cBhvr>
                                      <p:tavLst>
                                        <p:tav tm="0">
                                          <p:val>
                                            <p:strVal val="#ppt_h"/>
                                          </p:val>
                                        </p:tav>
                                        <p:tav tm="100000">
                                          <p:val>
                                            <p:strVal val="#ppt_h"/>
                                          </p:val>
                                        </p:tav>
                                      </p:tavLst>
                                    </p:anim>
                                    <p:animEffect transition="in" filter="fade">
                                      <p:cBhvr>
                                        <p:cTn id="91" dur="1000"/>
                                        <p:tgtEl>
                                          <p:spTgt spid="50"/>
                                        </p:tgtEl>
                                      </p:cBhvr>
                                    </p:animEffect>
                                  </p:childTnLst>
                                </p:cTn>
                              </p:par>
                            </p:childTnLst>
                          </p:cTn>
                        </p:par>
                        <p:par>
                          <p:cTn id="92" fill="hold">
                            <p:stCondLst>
                              <p:cond delay="2000"/>
                            </p:stCondLst>
                            <p:childTnLst>
                              <p:par>
                                <p:cTn id="93" presetID="55" presetClass="entr" presetSubtype="0" fill="hold" nodeType="afterEffect">
                                  <p:stCondLst>
                                    <p:cond delay="0"/>
                                  </p:stCondLst>
                                  <p:childTnLst>
                                    <p:set>
                                      <p:cBhvr>
                                        <p:cTn id="94" dur="1" fill="hold">
                                          <p:stCondLst>
                                            <p:cond delay="0"/>
                                          </p:stCondLst>
                                        </p:cTn>
                                        <p:tgtEl>
                                          <p:spTgt spid="56"/>
                                        </p:tgtEl>
                                        <p:attrNameLst>
                                          <p:attrName>style.visibility</p:attrName>
                                        </p:attrNameLst>
                                      </p:cBhvr>
                                      <p:to>
                                        <p:strVal val="visible"/>
                                      </p:to>
                                    </p:set>
                                    <p:anim calcmode="lin" valueType="num">
                                      <p:cBhvr>
                                        <p:cTn id="95" dur="1000" fill="hold"/>
                                        <p:tgtEl>
                                          <p:spTgt spid="56"/>
                                        </p:tgtEl>
                                        <p:attrNameLst>
                                          <p:attrName>ppt_w</p:attrName>
                                        </p:attrNameLst>
                                      </p:cBhvr>
                                      <p:tavLst>
                                        <p:tav tm="0">
                                          <p:val>
                                            <p:strVal val="#ppt_w*0.70"/>
                                          </p:val>
                                        </p:tav>
                                        <p:tav tm="100000">
                                          <p:val>
                                            <p:strVal val="#ppt_w"/>
                                          </p:val>
                                        </p:tav>
                                      </p:tavLst>
                                    </p:anim>
                                    <p:anim calcmode="lin" valueType="num">
                                      <p:cBhvr>
                                        <p:cTn id="96" dur="1000" fill="hold"/>
                                        <p:tgtEl>
                                          <p:spTgt spid="56"/>
                                        </p:tgtEl>
                                        <p:attrNameLst>
                                          <p:attrName>ppt_h</p:attrName>
                                        </p:attrNameLst>
                                      </p:cBhvr>
                                      <p:tavLst>
                                        <p:tav tm="0">
                                          <p:val>
                                            <p:strVal val="#ppt_h"/>
                                          </p:val>
                                        </p:tav>
                                        <p:tav tm="100000">
                                          <p:val>
                                            <p:strVal val="#ppt_h"/>
                                          </p:val>
                                        </p:tav>
                                      </p:tavLst>
                                    </p:anim>
                                    <p:animEffect transition="in" filter="fade">
                                      <p:cBhvr>
                                        <p:cTn id="97" dur="1000"/>
                                        <p:tgtEl>
                                          <p:spTgt spid="56"/>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grpId="0" nodeType="clickEffect">
                                  <p:stCondLst>
                                    <p:cond delay="0"/>
                                  </p:stCondLst>
                                  <p:childTnLst>
                                    <p:set>
                                      <p:cBhvr>
                                        <p:cTn id="101" dur="1" fill="hold">
                                          <p:stCondLst>
                                            <p:cond delay="0"/>
                                          </p:stCondLst>
                                        </p:cTn>
                                        <p:tgtEl>
                                          <p:spTgt spid="30"/>
                                        </p:tgtEl>
                                        <p:attrNameLst>
                                          <p:attrName>style.visibility</p:attrName>
                                        </p:attrNameLst>
                                      </p:cBhvr>
                                      <p:to>
                                        <p:strVal val="visible"/>
                                      </p:to>
                                    </p:set>
                                    <p:animEffect transition="in" filter="fade">
                                      <p:cBhvr>
                                        <p:cTn id="102"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80000" numSld="999" showWhenStopped="0">
                <p:cTn id="103" repeatCount="indefinite" fill="remove" display="0">
                  <p:stCondLst>
                    <p:cond delay="indefinite"/>
                  </p:stCondLst>
                  <p:endCondLst>
                    <p:cond evt="onStopAudio" delay="0">
                      <p:tgtEl>
                        <p:sldTgt/>
                      </p:tgtEl>
                    </p:cond>
                  </p:endCondLst>
                </p:cTn>
                <p:tgtEl>
                  <p:spTgt spid="48"/>
                </p:tgtEl>
              </p:cMediaNode>
            </p:audio>
          </p:childTnLst>
        </p:cTn>
      </p:par>
    </p:tnLst>
    <p:bldLst>
      <p:bldP spid="30" grpId="0" animBg="1"/>
      <p:bldP spid="46" grpId="0"/>
      <p:bldP spid="20" grpId="0" animBg="1"/>
      <p:bldP spid="24" grpId="0" animBg="1"/>
      <p:bldP spid="25" grpId="0" animBg="1"/>
      <p:bldP spid="26" grpId="0" animBg="1"/>
      <p:bldP spid="27" grpId="0" animBg="1"/>
      <p:bldP spid="28" grpId="0" animBg="1"/>
      <p:bldP spid="28" grpId="1" animBg="1"/>
      <p:bldP spid="29"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1">
            <a:extLst>
              <a:ext uri="{BEBA8EAE-BF5A-486C-A8C5-ECC9F3942E4B}">
                <a14:imgProps xmlns:a14="http://schemas.microsoft.com/office/drawing/2010/main">
                  <a14:imgLayer r:embed="rId2">
                    <a14:imgEffect>
                      <a14:brightnessContrast contrast="40000"/>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0" y="0"/>
            <a:ext cx="12191999" cy="6858000"/>
          </a:xfrm>
          <a:prstGeom prst="rect">
            <a:avLst/>
          </a:prstGeom>
        </p:spPr>
      </p:pic>
      <p:sp>
        <p:nvSpPr>
          <p:cNvPr id="2" name="矩形 1"/>
          <p:cNvSpPr/>
          <p:nvPr/>
        </p:nvSpPr>
        <p:spPr>
          <a:xfrm>
            <a:off x="510556" y="583271"/>
            <a:ext cx="11526658" cy="5553635"/>
          </a:xfrm>
          <a:prstGeom prst="rect">
            <a:avLst/>
          </a:prstGeom>
          <a:solidFill>
            <a:schemeClr val="bg1">
              <a:alpha val="66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panose="020B0500000000000000" pitchFamily="34" charset="-122"/>
              <a:ea typeface="思源黑体" panose="020B0500000000000000" pitchFamily="34" charset="-122"/>
            </a:endParaRPr>
          </a:p>
        </p:txBody>
      </p:sp>
      <p:sp>
        <p:nvSpPr>
          <p:cNvPr id="34" name="TextBox 77"/>
          <p:cNvSpPr txBox="1"/>
          <p:nvPr/>
        </p:nvSpPr>
        <p:spPr>
          <a:xfrm>
            <a:off x="2468838" y="1879331"/>
            <a:ext cx="1008111" cy="2554545"/>
          </a:xfrm>
          <a:prstGeom prst="rect">
            <a:avLst/>
          </a:prstGeom>
          <a:noFill/>
        </p:spPr>
        <p:txBody>
          <a:bodyPr wrap="square" rtlCol="0">
            <a:spAutoFit/>
          </a:bodyPr>
          <a:lstStyle/>
          <a:p>
            <a:pPr algn="ctr"/>
            <a:r>
              <a:rPr lang="zh-CN" altLang="en-US" sz="8000" b="1" dirty="0">
                <a:solidFill>
                  <a:srgbClr val="2C518E"/>
                </a:solidFill>
                <a:latin typeface="思源黑体" panose="020B0500000000000000" pitchFamily="34" charset="-122"/>
                <a:ea typeface="思源黑体" panose="020B0500000000000000" pitchFamily="34" charset="-122"/>
              </a:rPr>
              <a:t>目录</a:t>
            </a:r>
            <a:endParaRPr lang="zh-CN" altLang="en-US" sz="8000" b="1" dirty="0">
              <a:solidFill>
                <a:srgbClr val="2C518E"/>
              </a:solidFill>
              <a:latin typeface="思源黑体" panose="020B0500000000000000" pitchFamily="34" charset="-122"/>
              <a:ea typeface="思源黑体" panose="020B0500000000000000" pitchFamily="34" charset="-122"/>
            </a:endParaRPr>
          </a:p>
        </p:txBody>
      </p:sp>
      <p:sp>
        <p:nvSpPr>
          <p:cNvPr id="37" name="TextBox 77"/>
          <p:cNvSpPr txBox="1"/>
          <p:nvPr/>
        </p:nvSpPr>
        <p:spPr>
          <a:xfrm rot="5400000">
            <a:off x="2618622" y="3321933"/>
            <a:ext cx="2230714" cy="461665"/>
          </a:xfrm>
          <a:prstGeom prst="rect">
            <a:avLst/>
          </a:prstGeom>
          <a:noFill/>
        </p:spPr>
        <p:txBody>
          <a:bodyPr wrap="square" rtlCol="0">
            <a:spAutoFit/>
          </a:bodyPr>
          <a:lstStyle/>
          <a:p>
            <a:pPr algn="ctr"/>
            <a:r>
              <a:rPr lang="en-US" altLang="zh-CN" sz="2400" dirty="0">
                <a:solidFill>
                  <a:schemeClr val="tx1">
                    <a:lumMod val="75000"/>
                    <a:lumOff val="25000"/>
                  </a:schemeClr>
                </a:solidFill>
                <a:latin typeface="思源黑体" panose="020B0500000000000000" pitchFamily="34" charset="-122"/>
                <a:ea typeface="思源黑体" panose="020B0500000000000000" pitchFamily="34" charset="-122"/>
              </a:rPr>
              <a:t>CONTENTS</a:t>
            </a:r>
            <a:endParaRPr lang="zh-CN" altLang="en-US" sz="2400" dirty="0">
              <a:solidFill>
                <a:schemeClr val="tx1">
                  <a:lumMod val="75000"/>
                  <a:lumOff val="25000"/>
                </a:schemeClr>
              </a:solidFill>
              <a:latin typeface="思源黑体" panose="020B0500000000000000" pitchFamily="34" charset="-122"/>
              <a:ea typeface="思源黑体" panose="020B0500000000000000" pitchFamily="34" charset="-122"/>
            </a:endParaRPr>
          </a:p>
        </p:txBody>
      </p:sp>
      <p:grpSp>
        <p:nvGrpSpPr>
          <p:cNvPr id="43" name="组合 42"/>
          <p:cNvGrpSpPr/>
          <p:nvPr/>
        </p:nvGrpSpPr>
        <p:grpSpPr>
          <a:xfrm>
            <a:off x="5111346" y="1117807"/>
            <a:ext cx="3414551" cy="757019"/>
            <a:chOff x="4308453" y="1422646"/>
            <a:chExt cx="4303340" cy="954066"/>
          </a:xfrm>
        </p:grpSpPr>
        <p:sp>
          <p:nvSpPr>
            <p:cNvPr id="46" name="Rectangle 4"/>
            <p:cNvSpPr txBox="1">
              <a:spLocks noChangeArrowheads="1"/>
            </p:cNvSpPr>
            <p:nvPr/>
          </p:nvSpPr>
          <p:spPr bwMode="auto">
            <a:xfrm>
              <a:off x="5338731" y="1422646"/>
              <a:ext cx="2776289" cy="7309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05" tIns="45702" rIns="91405" bIns="45702" numCol="1" anchor="ctr" anchorCtr="0" compatLnSpc="1"/>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anose="02010609030101010101"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1219200" fontAlgn="auto">
                <a:spcBef>
                  <a:spcPts val="0"/>
                </a:spcBef>
                <a:spcAft>
                  <a:spcPts val="0"/>
                </a:spcAft>
                <a:defRPr/>
              </a:pPr>
              <a:r>
                <a:rPr lang="zh-CN" altLang="en-US" sz="2400" kern="0" dirty="0">
                  <a:solidFill>
                    <a:schemeClr val="tx1">
                      <a:lumMod val="75000"/>
                      <a:lumOff val="25000"/>
                    </a:schemeClr>
                  </a:solidFill>
                  <a:latin typeface="思源黑体" panose="020B0500000000000000" pitchFamily="34" charset="-122"/>
                  <a:ea typeface="思源黑体" panose="020B0500000000000000" pitchFamily="34" charset="-122"/>
                </a:rPr>
                <a:t>工作回顾</a:t>
              </a:r>
              <a:endParaRPr lang="zh-CN" altLang="en-US" sz="2400" kern="0" dirty="0">
                <a:solidFill>
                  <a:schemeClr val="tx1">
                    <a:lumMod val="75000"/>
                    <a:lumOff val="25000"/>
                  </a:schemeClr>
                </a:solidFill>
                <a:latin typeface="思源黑体" panose="020B0500000000000000" pitchFamily="34" charset="-122"/>
                <a:ea typeface="思源黑体" panose="020B0500000000000000" pitchFamily="34" charset="-122"/>
              </a:endParaRPr>
            </a:p>
          </p:txBody>
        </p:sp>
        <p:sp>
          <p:nvSpPr>
            <p:cNvPr id="47" name="Rectangle 4"/>
            <p:cNvSpPr txBox="1">
              <a:spLocks noChangeArrowheads="1"/>
            </p:cNvSpPr>
            <p:nvPr/>
          </p:nvSpPr>
          <p:spPr bwMode="auto">
            <a:xfrm>
              <a:off x="5380151" y="2021483"/>
              <a:ext cx="3231642" cy="27458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05" tIns="45702" rIns="91405" bIns="45702" numCol="1" anchor="ctr" anchorCtr="0" compatLnSpc="1"/>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anose="02010609030101010101"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1219200" fontAlgn="auto">
                <a:spcBef>
                  <a:spcPts val="0"/>
                </a:spcBef>
                <a:spcAft>
                  <a:spcPts val="0"/>
                </a:spcAft>
                <a:defRPr/>
              </a:pPr>
              <a:r>
                <a:rPr lang="en-US" altLang="zh-CN" sz="1400" b="0" kern="0" dirty="0">
                  <a:solidFill>
                    <a:schemeClr val="tx1">
                      <a:lumMod val="50000"/>
                      <a:lumOff val="50000"/>
                    </a:schemeClr>
                  </a:solidFill>
                  <a:latin typeface="思源黑体" panose="020B0500000000000000" pitchFamily="34" charset="-122"/>
                  <a:ea typeface="思源黑体" panose="020B0500000000000000" pitchFamily="34" charset="-122"/>
                </a:rPr>
                <a:t>Mid year work summary</a:t>
              </a:r>
              <a:endParaRPr lang="zh-CN" altLang="en-US" sz="1400" b="0" kern="0" dirty="0">
                <a:solidFill>
                  <a:schemeClr val="tx1">
                    <a:lumMod val="50000"/>
                    <a:lumOff val="50000"/>
                  </a:schemeClr>
                </a:solidFill>
                <a:latin typeface="思源黑体" panose="020B0500000000000000" pitchFamily="34" charset="-122"/>
                <a:ea typeface="思源黑体" panose="020B0500000000000000" pitchFamily="34" charset="-122"/>
              </a:endParaRPr>
            </a:p>
          </p:txBody>
        </p:sp>
        <p:grpSp>
          <p:nvGrpSpPr>
            <p:cNvPr id="49" name="组合 48"/>
            <p:cNvGrpSpPr/>
            <p:nvPr/>
          </p:nvGrpSpPr>
          <p:grpSpPr>
            <a:xfrm>
              <a:off x="4308453" y="1479176"/>
              <a:ext cx="846764" cy="897536"/>
              <a:chOff x="2331187" y="1784885"/>
              <a:chExt cx="3094487" cy="3280035"/>
            </a:xfrm>
            <a:effectLst>
              <a:outerShdw blurRad="190500" dist="63500" dir="2700000" algn="tl" rotWithShape="0">
                <a:prstClr val="black">
                  <a:alpha val="25000"/>
                </a:prstClr>
              </a:outerShdw>
            </a:effectLst>
          </p:grpSpPr>
          <p:sp>
            <p:nvSpPr>
              <p:cNvPr id="52" name="Freeform 5"/>
              <p:cNvSpPr/>
              <p:nvPr/>
            </p:nvSpPr>
            <p:spPr bwMode="auto">
              <a:xfrm rot="16200000">
                <a:off x="2287916" y="1971364"/>
                <a:ext cx="3280035" cy="2907078"/>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587DB8"/>
              </a:solidFill>
              <a:ln w="25400">
                <a:noFill/>
              </a:ln>
              <a:effectLst/>
            </p:spPr>
            <p:txBody>
              <a:bodyPr vert="horz" wrap="square" lIns="91440" tIns="45720" rIns="91440" bIns="45720" numCol="1" anchor="t" anchorCtr="0" compatLnSpc="1"/>
              <a:lstStyle/>
              <a:p>
                <a:endParaRPr lang="zh-CN" altLang="en-US" sz="4800" b="1">
                  <a:solidFill>
                    <a:prstClr val="black"/>
                  </a:solidFill>
                  <a:latin typeface="思源黑体" panose="020B0500000000000000" pitchFamily="34" charset="-122"/>
                  <a:ea typeface="思源黑体" panose="020B0500000000000000" pitchFamily="34" charset="-122"/>
                </a:endParaRPr>
              </a:p>
            </p:txBody>
          </p:sp>
          <p:sp>
            <p:nvSpPr>
              <p:cNvPr id="51" name="文本框 32"/>
              <p:cNvSpPr txBox="1"/>
              <p:nvPr/>
            </p:nvSpPr>
            <p:spPr>
              <a:xfrm>
                <a:off x="2331187" y="2581326"/>
                <a:ext cx="3094487" cy="1687150"/>
              </a:xfrm>
              <a:prstGeom prst="rect">
                <a:avLst/>
              </a:prstGeom>
              <a:noFill/>
            </p:spPr>
            <p:txBody>
              <a:bodyPr wrap="square" rtlCol="0">
                <a:spAutoFit/>
              </a:bodyPr>
              <a:lstStyle/>
              <a:p>
                <a:pPr algn="ctr"/>
                <a:r>
                  <a:rPr lang="en-US" altLang="zh-CN" sz="2400" b="1" dirty="0">
                    <a:solidFill>
                      <a:schemeClr val="bg1"/>
                    </a:solidFill>
                    <a:latin typeface="思源黑体" panose="020B0500000000000000" pitchFamily="34" charset="-122"/>
                    <a:ea typeface="思源黑体" panose="020B0500000000000000" pitchFamily="34" charset="-122"/>
                    <a:cs typeface="Aparajita" panose="020B0604020202020204" pitchFamily="34" charset="0"/>
                  </a:rPr>
                  <a:t>01</a:t>
                </a:r>
                <a:endParaRPr lang="zh-CN" altLang="en-US" sz="2400" b="1" dirty="0">
                  <a:solidFill>
                    <a:schemeClr val="bg1"/>
                  </a:solidFill>
                  <a:latin typeface="思源黑体" panose="020B0500000000000000" pitchFamily="34" charset="-122"/>
                  <a:ea typeface="思源黑体" panose="020B0500000000000000" pitchFamily="34" charset="-122"/>
                  <a:cs typeface="Aparajita" panose="020B0604020202020204" pitchFamily="34" charset="0"/>
                </a:endParaRPr>
              </a:p>
            </p:txBody>
          </p:sp>
        </p:grpSp>
      </p:grpSp>
      <p:grpSp>
        <p:nvGrpSpPr>
          <p:cNvPr id="39" name="组合 38"/>
          <p:cNvGrpSpPr/>
          <p:nvPr/>
        </p:nvGrpSpPr>
        <p:grpSpPr>
          <a:xfrm>
            <a:off x="5111346" y="2081828"/>
            <a:ext cx="3414551" cy="764707"/>
            <a:chOff x="4308453" y="1412956"/>
            <a:chExt cx="4303340" cy="963756"/>
          </a:xfrm>
        </p:grpSpPr>
        <p:sp>
          <p:nvSpPr>
            <p:cNvPr id="40" name="Rectangle 4"/>
            <p:cNvSpPr txBox="1">
              <a:spLocks noChangeArrowheads="1"/>
            </p:cNvSpPr>
            <p:nvPr/>
          </p:nvSpPr>
          <p:spPr bwMode="auto">
            <a:xfrm>
              <a:off x="5368054" y="1412956"/>
              <a:ext cx="2414102" cy="59362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05" tIns="45702" rIns="91405" bIns="45702" numCol="1" anchor="ctr" anchorCtr="0" compatLnSpc="1"/>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anose="02010609030101010101"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1219200" fontAlgn="auto">
                <a:spcBef>
                  <a:spcPts val="0"/>
                </a:spcBef>
                <a:spcAft>
                  <a:spcPts val="0"/>
                </a:spcAft>
                <a:defRPr/>
              </a:pPr>
              <a:r>
                <a:rPr lang="zh-CN" altLang="en-US" sz="2400" kern="0" dirty="0">
                  <a:solidFill>
                    <a:schemeClr val="tx1">
                      <a:lumMod val="75000"/>
                      <a:lumOff val="25000"/>
                    </a:schemeClr>
                  </a:solidFill>
                  <a:latin typeface="思源黑体" panose="020B0500000000000000" pitchFamily="34" charset="-122"/>
                  <a:ea typeface="思源黑体" panose="020B0500000000000000" pitchFamily="34" charset="-122"/>
                </a:rPr>
                <a:t>完成情况</a:t>
              </a:r>
              <a:endParaRPr lang="zh-CN" altLang="en-US" sz="2400" kern="0" dirty="0">
                <a:solidFill>
                  <a:schemeClr val="tx1">
                    <a:lumMod val="75000"/>
                    <a:lumOff val="25000"/>
                  </a:schemeClr>
                </a:solidFill>
                <a:latin typeface="思源黑体" panose="020B0500000000000000" pitchFamily="34" charset="-122"/>
                <a:ea typeface="思源黑体" panose="020B0500000000000000" pitchFamily="34" charset="-122"/>
              </a:endParaRPr>
            </a:p>
          </p:txBody>
        </p:sp>
        <p:sp>
          <p:nvSpPr>
            <p:cNvPr id="41" name="Rectangle 4"/>
            <p:cNvSpPr txBox="1">
              <a:spLocks noChangeArrowheads="1"/>
            </p:cNvSpPr>
            <p:nvPr/>
          </p:nvSpPr>
          <p:spPr bwMode="auto">
            <a:xfrm>
              <a:off x="5380151" y="2021483"/>
              <a:ext cx="3231642" cy="27458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05" tIns="45702" rIns="91405" bIns="45702" numCol="1" anchor="ctr" anchorCtr="0" compatLnSpc="1"/>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anose="02010609030101010101"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1219200" fontAlgn="auto">
                <a:spcBef>
                  <a:spcPts val="0"/>
                </a:spcBef>
                <a:spcAft>
                  <a:spcPts val="0"/>
                </a:spcAft>
                <a:defRPr/>
              </a:pPr>
              <a:r>
                <a:rPr lang="en-US" altLang="zh-CN" sz="1400" b="0" kern="0" dirty="0">
                  <a:solidFill>
                    <a:schemeClr val="tx1">
                      <a:lumMod val="50000"/>
                      <a:lumOff val="50000"/>
                    </a:schemeClr>
                  </a:solidFill>
                  <a:latin typeface="思源黑体" panose="020B0500000000000000" pitchFamily="34" charset="-122"/>
                  <a:ea typeface="思源黑体" panose="020B0500000000000000" pitchFamily="34" charset="-122"/>
                </a:rPr>
                <a:t>Mid year work summary</a:t>
              </a:r>
              <a:endParaRPr lang="zh-CN" altLang="en-US" sz="1400" b="0" kern="0" dirty="0">
                <a:solidFill>
                  <a:schemeClr val="tx1">
                    <a:lumMod val="50000"/>
                    <a:lumOff val="50000"/>
                  </a:schemeClr>
                </a:solidFill>
                <a:latin typeface="思源黑体" panose="020B0500000000000000" pitchFamily="34" charset="-122"/>
                <a:ea typeface="思源黑体" panose="020B0500000000000000" pitchFamily="34" charset="-122"/>
              </a:endParaRPr>
            </a:p>
          </p:txBody>
        </p:sp>
        <p:grpSp>
          <p:nvGrpSpPr>
            <p:cNvPr id="42" name="组合 41"/>
            <p:cNvGrpSpPr/>
            <p:nvPr/>
          </p:nvGrpSpPr>
          <p:grpSpPr>
            <a:xfrm>
              <a:off x="4308453" y="1479176"/>
              <a:ext cx="846764" cy="897536"/>
              <a:chOff x="2331187" y="1784886"/>
              <a:chExt cx="3094487" cy="3280036"/>
            </a:xfrm>
            <a:effectLst>
              <a:outerShdw blurRad="190500" dist="63500" dir="2700000" algn="tl" rotWithShape="0">
                <a:prstClr val="black">
                  <a:alpha val="25000"/>
                </a:prstClr>
              </a:outerShdw>
            </a:effectLst>
          </p:grpSpPr>
          <p:sp>
            <p:nvSpPr>
              <p:cNvPr id="48" name="Freeform 5"/>
              <p:cNvSpPr/>
              <p:nvPr/>
            </p:nvSpPr>
            <p:spPr bwMode="auto">
              <a:xfrm rot="16200000">
                <a:off x="2287916" y="1971364"/>
                <a:ext cx="3280036" cy="2907078"/>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E5596"/>
              </a:solidFill>
              <a:ln w="25400">
                <a:noFill/>
              </a:ln>
              <a:effectLst/>
            </p:spPr>
            <p:txBody>
              <a:bodyPr vert="horz" wrap="square" lIns="91440" tIns="45720" rIns="91440" bIns="45720" numCol="1" anchor="t" anchorCtr="0" compatLnSpc="1"/>
              <a:lstStyle/>
              <a:p>
                <a:endParaRPr lang="zh-CN" altLang="en-US" sz="4800" b="1" dirty="0">
                  <a:solidFill>
                    <a:prstClr val="black"/>
                  </a:solidFill>
                  <a:latin typeface="思源黑体" panose="020B0500000000000000" pitchFamily="34" charset="-122"/>
                  <a:ea typeface="思源黑体" panose="020B0500000000000000" pitchFamily="34" charset="-122"/>
                </a:endParaRPr>
              </a:p>
            </p:txBody>
          </p:sp>
          <p:sp>
            <p:nvSpPr>
              <p:cNvPr id="45" name="文本框 32"/>
              <p:cNvSpPr txBox="1"/>
              <p:nvPr/>
            </p:nvSpPr>
            <p:spPr>
              <a:xfrm>
                <a:off x="2331187" y="2581326"/>
                <a:ext cx="3094487" cy="1687150"/>
              </a:xfrm>
              <a:prstGeom prst="rect">
                <a:avLst/>
              </a:prstGeom>
              <a:noFill/>
            </p:spPr>
            <p:txBody>
              <a:bodyPr wrap="square" rtlCol="0">
                <a:spAutoFit/>
              </a:bodyPr>
              <a:lstStyle/>
              <a:p>
                <a:pPr algn="ctr"/>
                <a:r>
                  <a:rPr lang="en-US" altLang="zh-CN" sz="2400" b="1" dirty="0">
                    <a:solidFill>
                      <a:schemeClr val="bg1"/>
                    </a:solidFill>
                    <a:latin typeface="思源黑体" panose="020B0500000000000000" pitchFamily="34" charset="-122"/>
                    <a:ea typeface="思源黑体" panose="020B0500000000000000" pitchFamily="34" charset="-122"/>
                    <a:cs typeface="Aparajita" panose="020B0604020202020204" pitchFamily="34" charset="0"/>
                  </a:rPr>
                  <a:t>02</a:t>
                </a:r>
                <a:endParaRPr lang="zh-CN" altLang="en-US" sz="2400" b="1" dirty="0">
                  <a:solidFill>
                    <a:schemeClr val="bg1"/>
                  </a:solidFill>
                  <a:latin typeface="思源黑体" panose="020B0500000000000000" pitchFamily="34" charset="-122"/>
                  <a:ea typeface="思源黑体" panose="020B0500000000000000" pitchFamily="34" charset="-122"/>
                  <a:cs typeface="Aparajita" panose="020B0604020202020204" pitchFamily="34" charset="0"/>
                </a:endParaRPr>
              </a:p>
            </p:txBody>
          </p:sp>
        </p:grpSp>
      </p:grpSp>
      <p:grpSp>
        <p:nvGrpSpPr>
          <p:cNvPr id="80" name="组合 79"/>
          <p:cNvGrpSpPr/>
          <p:nvPr/>
        </p:nvGrpSpPr>
        <p:grpSpPr>
          <a:xfrm>
            <a:off x="5111346" y="3106083"/>
            <a:ext cx="3414551" cy="712164"/>
            <a:chOff x="4308453" y="1479176"/>
            <a:chExt cx="4303340" cy="897536"/>
          </a:xfrm>
        </p:grpSpPr>
        <p:sp>
          <p:nvSpPr>
            <p:cNvPr id="81" name="Rectangle 4"/>
            <p:cNvSpPr txBox="1">
              <a:spLocks noChangeArrowheads="1"/>
            </p:cNvSpPr>
            <p:nvPr/>
          </p:nvSpPr>
          <p:spPr bwMode="auto">
            <a:xfrm>
              <a:off x="5368054" y="1565149"/>
              <a:ext cx="2746964" cy="50796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05" tIns="45702" rIns="91405" bIns="45702" numCol="1" anchor="ctr" anchorCtr="0" compatLnSpc="1"/>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anose="02010609030101010101"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1219200" fontAlgn="auto">
                <a:spcBef>
                  <a:spcPts val="0"/>
                </a:spcBef>
                <a:spcAft>
                  <a:spcPts val="0"/>
                </a:spcAft>
                <a:defRPr/>
              </a:pPr>
              <a:r>
                <a:rPr lang="zh-CN" altLang="en-US" sz="2400" kern="0" dirty="0">
                  <a:solidFill>
                    <a:schemeClr val="tx1">
                      <a:lumMod val="75000"/>
                      <a:lumOff val="25000"/>
                    </a:schemeClr>
                  </a:solidFill>
                  <a:latin typeface="思源黑体" panose="020B0500000000000000" pitchFamily="34" charset="-122"/>
                  <a:ea typeface="思源黑体" panose="020B0500000000000000" pitchFamily="34" charset="-122"/>
                </a:rPr>
                <a:t>项目展示</a:t>
              </a:r>
              <a:endParaRPr lang="zh-CN" altLang="en-US" sz="2400" kern="0" dirty="0">
                <a:solidFill>
                  <a:schemeClr val="tx1">
                    <a:lumMod val="75000"/>
                    <a:lumOff val="25000"/>
                  </a:schemeClr>
                </a:solidFill>
                <a:latin typeface="思源黑体" panose="020B0500000000000000" pitchFamily="34" charset="-122"/>
                <a:ea typeface="思源黑体" panose="020B0500000000000000" pitchFamily="34" charset="-122"/>
              </a:endParaRPr>
            </a:p>
          </p:txBody>
        </p:sp>
        <p:sp>
          <p:nvSpPr>
            <p:cNvPr id="82" name="Rectangle 4"/>
            <p:cNvSpPr txBox="1">
              <a:spLocks noChangeArrowheads="1"/>
            </p:cNvSpPr>
            <p:nvPr/>
          </p:nvSpPr>
          <p:spPr bwMode="auto">
            <a:xfrm>
              <a:off x="5380151" y="2021483"/>
              <a:ext cx="3231642" cy="27458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05" tIns="45702" rIns="91405" bIns="45702" numCol="1" anchor="ctr" anchorCtr="0" compatLnSpc="1"/>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anose="02010609030101010101"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1219200" fontAlgn="auto">
                <a:spcBef>
                  <a:spcPts val="0"/>
                </a:spcBef>
                <a:spcAft>
                  <a:spcPts val="0"/>
                </a:spcAft>
                <a:defRPr/>
              </a:pPr>
              <a:r>
                <a:rPr lang="en-US" altLang="zh-CN" sz="1400" b="0" kern="0" dirty="0">
                  <a:solidFill>
                    <a:schemeClr val="tx1">
                      <a:lumMod val="50000"/>
                      <a:lumOff val="50000"/>
                    </a:schemeClr>
                  </a:solidFill>
                  <a:latin typeface="思源黑体" panose="020B0500000000000000" pitchFamily="34" charset="-122"/>
                  <a:ea typeface="思源黑体" panose="020B0500000000000000" pitchFamily="34" charset="-122"/>
                </a:rPr>
                <a:t>Mid year work summary</a:t>
              </a:r>
              <a:endParaRPr lang="zh-CN" altLang="en-US" sz="1400" b="0" kern="0" dirty="0">
                <a:solidFill>
                  <a:schemeClr val="tx1">
                    <a:lumMod val="50000"/>
                    <a:lumOff val="50000"/>
                  </a:schemeClr>
                </a:solidFill>
                <a:latin typeface="思源黑体" panose="020B0500000000000000" pitchFamily="34" charset="-122"/>
                <a:ea typeface="思源黑体" panose="020B0500000000000000" pitchFamily="34" charset="-122"/>
              </a:endParaRPr>
            </a:p>
          </p:txBody>
        </p:sp>
        <p:grpSp>
          <p:nvGrpSpPr>
            <p:cNvPr id="83" name="组合 82"/>
            <p:cNvGrpSpPr/>
            <p:nvPr/>
          </p:nvGrpSpPr>
          <p:grpSpPr>
            <a:xfrm>
              <a:off x="4308453" y="1479176"/>
              <a:ext cx="846764" cy="897536"/>
              <a:chOff x="2331187" y="1784885"/>
              <a:chExt cx="3094487" cy="3280036"/>
            </a:xfrm>
            <a:effectLst>
              <a:outerShdw blurRad="190500" dist="63500" dir="2700000" algn="tl" rotWithShape="0">
                <a:prstClr val="black">
                  <a:alpha val="25000"/>
                </a:prstClr>
              </a:outerShdw>
            </a:effectLst>
          </p:grpSpPr>
          <p:sp>
            <p:nvSpPr>
              <p:cNvPr id="86" name="Freeform 5"/>
              <p:cNvSpPr/>
              <p:nvPr/>
            </p:nvSpPr>
            <p:spPr bwMode="auto">
              <a:xfrm rot="16200000">
                <a:off x="2287916" y="1971364"/>
                <a:ext cx="3280036" cy="2907078"/>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587DB8"/>
              </a:solidFill>
              <a:ln w="25400">
                <a:noFill/>
              </a:ln>
              <a:effectLst/>
            </p:spPr>
            <p:txBody>
              <a:bodyPr vert="horz" wrap="square" lIns="91440" tIns="45720" rIns="91440" bIns="45720" numCol="1" anchor="t" anchorCtr="0" compatLnSpc="1"/>
              <a:lstStyle/>
              <a:p>
                <a:endParaRPr lang="zh-CN" altLang="en-US" sz="4800" b="1">
                  <a:solidFill>
                    <a:prstClr val="black"/>
                  </a:solidFill>
                  <a:latin typeface="思源黑体" panose="020B0500000000000000" pitchFamily="34" charset="-122"/>
                  <a:ea typeface="思源黑体" panose="020B0500000000000000" pitchFamily="34" charset="-122"/>
                </a:endParaRPr>
              </a:p>
            </p:txBody>
          </p:sp>
          <p:sp>
            <p:nvSpPr>
              <p:cNvPr id="85" name="文本框 32"/>
              <p:cNvSpPr txBox="1"/>
              <p:nvPr/>
            </p:nvSpPr>
            <p:spPr>
              <a:xfrm>
                <a:off x="2331187" y="2581326"/>
                <a:ext cx="3094487" cy="1687150"/>
              </a:xfrm>
              <a:prstGeom prst="rect">
                <a:avLst/>
              </a:prstGeom>
              <a:noFill/>
            </p:spPr>
            <p:txBody>
              <a:bodyPr wrap="square" rtlCol="0">
                <a:spAutoFit/>
              </a:bodyPr>
              <a:lstStyle/>
              <a:p>
                <a:pPr algn="ctr"/>
                <a:r>
                  <a:rPr lang="en-US" altLang="zh-CN" sz="2400" b="1" dirty="0">
                    <a:solidFill>
                      <a:schemeClr val="bg1"/>
                    </a:solidFill>
                    <a:latin typeface="思源黑体" panose="020B0500000000000000" pitchFamily="34" charset="-122"/>
                    <a:ea typeface="思源黑体" panose="020B0500000000000000" pitchFamily="34" charset="-122"/>
                    <a:cs typeface="Aparajita" panose="020B0604020202020204" pitchFamily="34" charset="0"/>
                  </a:rPr>
                  <a:t>03</a:t>
                </a:r>
                <a:endParaRPr lang="zh-CN" altLang="en-US" sz="2400" b="1" dirty="0">
                  <a:solidFill>
                    <a:schemeClr val="bg1"/>
                  </a:solidFill>
                  <a:latin typeface="思源黑体" panose="020B0500000000000000" pitchFamily="34" charset="-122"/>
                  <a:ea typeface="思源黑体" panose="020B0500000000000000" pitchFamily="34" charset="-122"/>
                  <a:cs typeface="Aparajita" panose="020B0604020202020204" pitchFamily="34" charset="0"/>
                </a:endParaRPr>
              </a:p>
            </p:txBody>
          </p:sp>
        </p:grpSp>
      </p:grpSp>
      <p:grpSp>
        <p:nvGrpSpPr>
          <p:cNvPr id="88" name="组合 87"/>
          <p:cNvGrpSpPr/>
          <p:nvPr/>
        </p:nvGrpSpPr>
        <p:grpSpPr>
          <a:xfrm>
            <a:off x="5111346" y="4077794"/>
            <a:ext cx="3414551" cy="712164"/>
            <a:chOff x="4308453" y="1479176"/>
            <a:chExt cx="4303340" cy="897536"/>
          </a:xfrm>
        </p:grpSpPr>
        <p:sp>
          <p:nvSpPr>
            <p:cNvPr id="89" name="Rectangle 4"/>
            <p:cNvSpPr txBox="1">
              <a:spLocks noChangeArrowheads="1"/>
            </p:cNvSpPr>
            <p:nvPr/>
          </p:nvSpPr>
          <p:spPr bwMode="auto">
            <a:xfrm>
              <a:off x="5353393" y="1501193"/>
              <a:ext cx="2384777" cy="50796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05" tIns="45702" rIns="91405" bIns="45702" numCol="1" anchor="ctr" anchorCtr="0" compatLnSpc="1"/>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anose="02010609030101010101"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1219200" fontAlgn="auto">
                <a:spcBef>
                  <a:spcPts val="0"/>
                </a:spcBef>
                <a:spcAft>
                  <a:spcPts val="0"/>
                </a:spcAft>
                <a:defRPr/>
              </a:pPr>
              <a:r>
                <a:rPr lang="zh-CN" altLang="en-US" sz="2400" kern="0" dirty="0">
                  <a:solidFill>
                    <a:schemeClr val="tx1">
                      <a:lumMod val="75000"/>
                      <a:lumOff val="25000"/>
                    </a:schemeClr>
                  </a:solidFill>
                  <a:latin typeface="思源黑体" panose="020B0500000000000000" pitchFamily="34" charset="-122"/>
                  <a:ea typeface="思源黑体" panose="020B0500000000000000" pitchFamily="34" charset="-122"/>
                </a:rPr>
                <a:t>工作不足</a:t>
              </a:r>
              <a:endParaRPr lang="zh-CN" altLang="en-US" sz="2400" kern="0" dirty="0">
                <a:solidFill>
                  <a:schemeClr val="tx1">
                    <a:lumMod val="75000"/>
                    <a:lumOff val="25000"/>
                  </a:schemeClr>
                </a:solidFill>
                <a:latin typeface="思源黑体" panose="020B0500000000000000" pitchFamily="34" charset="-122"/>
                <a:ea typeface="思源黑体" panose="020B0500000000000000" pitchFamily="34" charset="-122"/>
              </a:endParaRPr>
            </a:p>
          </p:txBody>
        </p:sp>
        <p:sp>
          <p:nvSpPr>
            <p:cNvPr id="90" name="Rectangle 4"/>
            <p:cNvSpPr txBox="1">
              <a:spLocks noChangeArrowheads="1"/>
            </p:cNvSpPr>
            <p:nvPr/>
          </p:nvSpPr>
          <p:spPr bwMode="auto">
            <a:xfrm>
              <a:off x="5380151" y="2021483"/>
              <a:ext cx="3231642" cy="27458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05" tIns="45702" rIns="91405" bIns="45702" numCol="1" anchor="ctr" anchorCtr="0" compatLnSpc="1"/>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anose="02010609030101010101"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1219200" fontAlgn="auto">
                <a:spcBef>
                  <a:spcPts val="0"/>
                </a:spcBef>
                <a:spcAft>
                  <a:spcPts val="0"/>
                </a:spcAft>
                <a:defRPr/>
              </a:pPr>
              <a:r>
                <a:rPr lang="en-US" altLang="zh-CN" sz="1400" b="0" kern="0" dirty="0">
                  <a:solidFill>
                    <a:schemeClr val="tx1">
                      <a:lumMod val="50000"/>
                      <a:lumOff val="50000"/>
                    </a:schemeClr>
                  </a:solidFill>
                  <a:latin typeface="思源黑体" panose="020B0500000000000000" pitchFamily="34" charset="-122"/>
                  <a:ea typeface="思源黑体" panose="020B0500000000000000" pitchFamily="34" charset="-122"/>
                </a:rPr>
                <a:t>Mid year work summary</a:t>
              </a:r>
              <a:endParaRPr lang="zh-CN" altLang="en-US" sz="1400" b="0" kern="0" dirty="0">
                <a:solidFill>
                  <a:schemeClr val="tx1">
                    <a:lumMod val="50000"/>
                    <a:lumOff val="50000"/>
                  </a:schemeClr>
                </a:solidFill>
                <a:latin typeface="思源黑体" panose="020B0500000000000000" pitchFamily="34" charset="-122"/>
                <a:ea typeface="思源黑体" panose="020B0500000000000000" pitchFamily="34" charset="-122"/>
              </a:endParaRPr>
            </a:p>
          </p:txBody>
        </p:sp>
        <p:grpSp>
          <p:nvGrpSpPr>
            <p:cNvPr id="91" name="组合 90"/>
            <p:cNvGrpSpPr/>
            <p:nvPr/>
          </p:nvGrpSpPr>
          <p:grpSpPr>
            <a:xfrm>
              <a:off x="4308453" y="1479176"/>
              <a:ext cx="846764" cy="897536"/>
              <a:chOff x="2331187" y="1784885"/>
              <a:chExt cx="3094487" cy="3280036"/>
            </a:xfrm>
            <a:effectLst>
              <a:outerShdw blurRad="190500" dist="63500" dir="2700000" algn="tl" rotWithShape="0">
                <a:prstClr val="black">
                  <a:alpha val="25000"/>
                </a:prstClr>
              </a:outerShdw>
            </a:effectLst>
          </p:grpSpPr>
          <p:sp>
            <p:nvSpPr>
              <p:cNvPr id="94" name="Freeform 5"/>
              <p:cNvSpPr/>
              <p:nvPr/>
            </p:nvSpPr>
            <p:spPr bwMode="auto">
              <a:xfrm rot="16200000">
                <a:off x="2287916" y="1971364"/>
                <a:ext cx="3280036" cy="2907078"/>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E5596"/>
              </a:solidFill>
              <a:ln w="25400">
                <a:noFill/>
              </a:ln>
              <a:effectLst/>
            </p:spPr>
            <p:txBody>
              <a:bodyPr vert="horz" wrap="square" lIns="91440" tIns="45720" rIns="91440" bIns="45720" numCol="1" anchor="t" anchorCtr="0" compatLnSpc="1"/>
              <a:lstStyle/>
              <a:p>
                <a:endParaRPr lang="zh-CN" altLang="en-US" sz="4800" b="1">
                  <a:solidFill>
                    <a:prstClr val="black"/>
                  </a:solidFill>
                  <a:latin typeface="思源黑体" panose="020B0500000000000000" pitchFamily="34" charset="-122"/>
                  <a:ea typeface="思源黑体" panose="020B0500000000000000" pitchFamily="34" charset="-122"/>
                </a:endParaRPr>
              </a:p>
            </p:txBody>
          </p:sp>
          <p:sp>
            <p:nvSpPr>
              <p:cNvPr id="93" name="文本框 32"/>
              <p:cNvSpPr txBox="1"/>
              <p:nvPr/>
            </p:nvSpPr>
            <p:spPr>
              <a:xfrm>
                <a:off x="2331187" y="2581326"/>
                <a:ext cx="3094487" cy="1687150"/>
              </a:xfrm>
              <a:prstGeom prst="rect">
                <a:avLst/>
              </a:prstGeom>
              <a:noFill/>
            </p:spPr>
            <p:txBody>
              <a:bodyPr wrap="square" rtlCol="0">
                <a:spAutoFit/>
              </a:bodyPr>
              <a:lstStyle/>
              <a:p>
                <a:pPr algn="ctr"/>
                <a:r>
                  <a:rPr lang="en-US" altLang="zh-CN" sz="2400" b="1" dirty="0">
                    <a:solidFill>
                      <a:schemeClr val="bg1"/>
                    </a:solidFill>
                    <a:latin typeface="思源黑体" panose="020B0500000000000000" pitchFamily="34" charset="-122"/>
                    <a:ea typeface="思源黑体" panose="020B0500000000000000" pitchFamily="34" charset="-122"/>
                    <a:cs typeface="Aparajita" panose="020B0604020202020204" pitchFamily="34" charset="0"/>
                  </a:rPr>
                  <a:t>04</a:t>
                </a:r>
                <a:endParaRPr lang="zh-CN" altLang="en-US" sz="2400" b="1" dirty="0">
                  <a:solidFill>
                    <a:schemeClr val="bg1"/>
                  </a:solidFill>
                  <a:latin typeface="思源黑体" panose="020B0500000000000000" pitchFamily="34" charset="-122"/>
                  <a:ea typeface="思源黑体" panose="020B0500000000000000" pitchFamily="34" charset="-122"/>
                  <a:cs typeface="Aparajita" panose="020B0604020202020204" pitchFamily="34" charset="0"/>
                </a:endParaRPr>
              </a:p>
            </p:txBody>
          </p:sp>
        </p:grpSp>
      </p:grpSp>
      <p:grpSp>
        <p:nvGrpSpPr>
          <p:cNvPr id="96" name="组合 95"/>
          <p:cNvGrpSpPr/>
          <p:nvPr/>
        </p:nvGrpSpPr>
        <p:grpSpPr>
          <a:xfrm>
            <a:off x="5111346" y="5049505"/>
            <a:ext cx="3414551" cy="712164"/>
            <a:chOff x="4308453" y="1479176"/>
            <a:chExt cx="4303340" cy="897536"/>
          </a:xfrm>
        </p:grpSpPr>
        <p:sp>
          <p:nvSpPr>
            <p:cNvPr id="97" name="Rectangle 4"/>
            <p:cNvSpPr txBox="1">
              <a:spLocks noChangeArrowheads="1"/>
            </p:cNvSpPr>
            <p:nvPr/>
          </p:nvSpPr>
          <p:spPr bwMode="auto">
            <a:xfrm>
              <a:off x="5276896" y="1513522"/>
              <a:ext cx="2249471" cy="50796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05" tIns="45702" rIns="91405" bIns="45702" numCol="1" anchor="ctr" anchorCtr="0" compatLnSpc="1"/>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anose="02010609030101010101"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1219200" fontAlgn="auto">
                <a:spcBef>
                  <a:spcPts val="0"/>
                </a:spcBef>
                <a:spcAft>
                  <a:spcPts val="0"/>
                </a:spcAft>
                <a:defRPr/>
              </a:pPr>
              <a:r>
                <a:rPr lang="zh-CN" altLang="en-US" sz="2400" kern="0" dirty="0">
                  <a:solidFill>
                    <a:schemeClr val="tx1">
                      <a:lumMod val="75000"/>
                      <a:lumOff val="25000"/>
                    </a:schemeClr>
                  </a:solidFill>
                  <a:latin typeface="思源黑体" panose="020B0500000000000000" pitchFamily="34" charset="-122"/>
                  <a:ea typeface="思源黑体" panose="020B0500000000000000" pitchFamily="34" charset="-122"/>
                </a:rPr>
                <a:t>未来计划</a:t>
              </a:r>
              <a:endParaRPr lang="zh-CN" altLang="en-US" sz="2400" kern="0" dirty="0">
                <a:solidFill>
                  <a:schemeClr val="tx1">
                    <a:lumMod val="75000"/>
                    <a:lumOff val="25000"/>
                  </a:schemeClr>
                </a:solidFill>
                <a:latin typeface="思源黑体" panose="020B0500000000000000" pitchFamily="34" charset="-122"/>
                <a:ea typeface="思源黑体" panose="020B0500000000000000" pitchFamily="34" charset="-122"/>
              </a:endParaRPr>
            </a:p>
          </p:txBody>
        </p:sp>
        <p:sp>
          <p:nvSpPr>
            <p:cNvPr id="98" name="Rectangle 4"/>
            <p:cNvSpPr txBox="1">
              <a:spLocks noChangeArrowheads="1"/>
            </p:cNvSpPr>
            <p:nvPr/>
          </p:nvSpPr>
          <p:spPr bwMode="auto">
            <a:xfrm>
              <a:off x="5380151" y="2021483"/>
              <a:ext cx="3231642" cy="27458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05" tIns="45702" rIns="91405" bIns="45702" numCol="1" anchor="ctr" anchorCtr="0" compatLnSpc="1"/>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anose="02010609030101010101"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1219200" fontAlgn="auto">
                <a:spcBef>
                  <a:spcPts val="0"/>
                </a:spcBef>
                <a:spcAft>
                  <a:spcPts val="0"/>
                </a:spcAft>
                <a:defRPr/>
              </a:pPr>
              <a:r>
                <a:rPr lang="en-US" altLang="zh-CN" sz="1400" b="0" kern="0" dirty="0">
                  <a:solidFill>
                    <a:schemeClr val="tx1">
                      <a:lumMod val="50000"/>
                      <a:lumOff val="50000"/>
                    </a:schemeClr>
                  </a:solidFill>
                  <a:latin typeface="思源黑体" panose="020B0500000000000000" pitchFamily="34" charset="-122"/>
                  <a:ea typeface="思源黑体" panose="020B0500000000000000" pitchFamily="34" charset="-122"/>
                </a:rPr>
                <a:t>Mid year work summary</a:t>
              </a:r>
              <a:endParaRPr lang="zh-CN" altLang="en-US" sz="1400" b="0" kern="0" dirty="0">
                <a:solidFill>
                  <a:schemeClr val="tx1">
                    <a:lumMod val="50000"/>
                    <a:lumOff val="50000"/>
                  </a:schemeClr>
                </a:solidFill>
                <a:latin typeface="思源黑体" panose="020B0500000000000000" pitchFamily="34" charset="-122"/>
                <a:ea typeface="思源黑体" panose="020B0500000000000000" pitchFamily="34" charset="-122"/>
              </a:endParaRPr>
            </a:p>
          </p:txBody>
        </p:sp>
        <p:grpSp>
          <p:nvGrpSpPr>
            <p:cNvPr id="99" name="组合 98"/>
            <p:cNvGrpSpPr/>
            <p:nvPr/>
          </p:nvGrpSpPr>
          <p:grpSpPr>
            <a:xfrm>
              <a:off x="4308453" y="1479176"/>
              <a:ext cx="846764" cy="897536"/>
              <a:chOff x="2331187" y="1784885"/>
              <a:chExt cx="3094487" cy="3280036"/>
            </a:xfrm>
            <a:effectLst>
              <a:outerShdw blurRad="190500" dist="63500" dir="2700000" algn="tl" rotWithShape="0">
                <a:prstClr val="black">
                  <a:alpha val="25000"/>
                </a:prstClr>
              </a:outerShdw>
            </a:effectLst>
          </p:grpSpPr>
          <p:sp>
            <p:nvSpPr>
              <p:cNvPr id="102" name="Freeform 5"/>
              <p:cNvSpPr/>
              <p:nvPr/>
            </p:nvSpPr>
            <p:spPr bwMode="auto">
              <a:xfrm rot="16200000">
                <a:off x="2287916" y="1971364"/>
                <a:ext cx="3280036" cy="2907078"/>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587DB8"/>
              </a:solidFill>
              <a:ln w="25400">
                <a:noFill/>
              </a:ln>
              <a:effectLst/>
            </p:spPr>
            <p:txBody>
              <a:bodyPr vert="horz" wrap="square" lIns="91440" tIns="45720" rIns="91440" bIns="45720" numCol="1" anchor="t" anchorCtr="0" compatLnSpc="1"/>
              <a:lstStyle/>
              <a:p>
                <a:endParaRPr lang="zh-CN" altLang="en-US" sz="4800" b="1">
                  <a:solidFill>
                    <a:prstClr val="black"/>
                  </a:solidFill>
                  <a:latin typeface="思源黑体" panose="020B0500000000000000" pitchFamily="34" charset="-122"/>
                  <a:ea typeface="思源黑体" panose="020B0500000000000000" pitchFamily="34" charset="-122"/>
                </a:endParaRPr>
              </a:p>
            </p:txBody>
          </p:sp>
          <p:sp>
            <p:nvSpPr>
              <p:cNvPr id="101" name="文本框 32"/>
              <p:cNvSpPr txBox="1"/>
              <p:nvPr/>
            </p:nvSpPr>
            <p:spPr>
              <a:xfrm>
                <a:off x="2331187" y="2581326"/>
                <a:ext cx="3094487" cy="1687150"/>
              </a:xfrm>
              <a:prstGeom prst="rect">
                <a:avLst/>
              </a:prstGeom>
              <a:noFill/>
            </p:spPr>
            <p:txBody>
              <a:bodyPr wrap="square" rtlCol="0">
                <a:spAutoFit/>
              </a:bodyPr>
              <a:lstStyle/>
              <a:p>
                <a:pPr algn="ctr"/>
                <a:r>
                  <a:rPr lang="en-US" altLang="zh-CN" sz="2400" b="1" dirty="0">
                    <a:solidFill>
                      <a:schemeClr val="bg1"/>
                    </a:solidFill>
                    <a:latin typeface="思源黑体" panose="020B0500000000000000" pitchFamily="34" charset="-122"/>
                    <a:ea typeface="思源黑体" panose="020B0500000000000000" pitchFamily="34" charset="-122"/>
                    <a:cs typeface="Aparajita" panose="020B0604020202020204" pitchFamily="34" charset="0"/>
                  </a:rPr>
                  <a:t>05</a:t>
                </a:r>
                <a:endParaRPr lang="zh-CN" altLang="en-US" sz="2400" b="1" dirty="0">
                  <a:solidFill>
                    <a:schemeClr val="bg1"/>
                  </a:solidFill>
                  <a:latin typeface="思源黑体" panose="020B0500000000000000" pitchFamily="34" charset="-122"/>
                  <a:ea typeface="思源黑体" panose="020B0500000000000000" pitchFamily="34" charset="-122"/>
                  <a:cs typeface="Aparajita" panose="020B0604020202020204" pitchFamily="34" charset="0"/>
                </a:endParaRPr>
              </a:p>
            </p:txBody>
          </p:sp>
        </p:grpSp>
      </p:grpSp>
      <p:sp>
        <p:nvSpPr>
          <p:cNvPr id="44" name="菱形 43"/>
          <p:cNvSpPr/>
          <p:nvPr/>
        </p:nvSpPr>
        <p:spPr>
          <a:xfrm rot="20839757" flipH="1">
            <a:off x="10815403" y="-157536"/>
            <a:ext cx="1628327" cy="1628327"/>
          </a:xfrm>
          <a:prstGeom prst="diamond">
            <a:avLst/>
          </a:prstGeom>
          <a:noFill/>
          <a:ln w="161925">
            <a:solidFill>
              <a:srgbClr val="587DB8"/>
            </a:solidFill>
          </a:ln>
          <a:effectLst>
            <a:outerShdw blurRad="88900" dist="177800" dir="5400000" algn="ctr"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2C518E"/>
              </a:solidFill>
              <a:latin typeface="思源宋体 CN" panose="02020400000000000000" pitchFamily="18" charset="-122"/>
              <a:ea typeface="思源宋体 CN" panose="02020400000000000000" pitchFamily="18" charset="-122"/>
            </a:endParaRPr>
          </a:p>
        </p:txBody>
      </p:sp>
      <p:sp>
        <p:nvSpPr>
          <p:cNvPr id="50" name="菱形 49"/>
          <p:cNvSpPr/>
          <p:nvPr/>
        </p:nvSpPr>
        <p:spPr>
          <a:xfrm rot="20839757" flipH="1">
            <a:off x="10927281" y="2213154"/>
            <a:ext cx="2741727" cy="2741727"/>
          </a:xfrm>
          <a:prstGeom prst="diamond">
            <a:avLst/>
          </a:prstGeom>
          <a:noFill/>
          <a:ln w="196850">
            <a:solidFill>
              <a:srgbClr val="2C518E"/>
            </a:solidFill>
          </a:ln>
          <a:effectLst>
            <a:outerShdw blurRad="88900" dist="177800" dir="5400000" algn="ctr" rotWithShape="0">
              <a:srgbClr val="000000">
                <a:alpha val="2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2C518E"/>
              </a:solidFill>
              <a:latin typeface="思源宋体 CN" panose="02020400000000000000" pitchFamily="18" charset="-122"/>
              <a:ea typeface="思源宋体 CN" panose="02020400000000000000" pitchFamily="18" charset="-122"/>
            </a:endParaRPr>
          </a:p>
        </p:txBody>
      </p:sp>
      <p:sp>
        <p:nvSpPr>
          <p:cNvPr id="53" name="菱形 52"/>
          <p:cNvSpPr/>
          <p:nvPr/>
        </p:nvSpPr>
        <p:spPr>
          <a:xfrm rot="18405841" flipH="1">
            <a:off x="11080763" y="1364935"/>
            <a:ext cx="2165036" cy="2165036"/>
          </a:xfrm>
          <a:prstGeom prst="diamond">
            <a:avLst/>
          </a:prstGeom>
          <a:noFill/>
          <a:ln w="161925">
            <a:solidFill>
              <a:schemeClr val="bg1">
                <a:lumMod val="95000"/>
              </a:schemeClr>
            </a:solidFill>
          </a:ln>
          <a:effectLst>
            <a:outerShdw blurRad="88900" dist="177800" dir="5400000" algn="ctr" rotWithShape="0">
              <a:srgbClr val="000000">
                <a:alpha val="2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2C518E"/>
              </a:solidFill>
              <a:latin typeface="思源宋体 CN" panose="02020400000000000000" pitchFamily="18" charset="-122"/>
              <a:ea typeface="思源宋体 CN" panose="02020400000000000000" pitchFamily="18" charset="-122"/>
            </a:endParaRPr>
          </a:p>
        </p:txBody>
      </p:sp>
      <p:sp>
        <p:nvSpPr>
          <p:cNvPr id="54" name="菱形 53"/>
          <p:cNvSpPr/>
          <p:nvPr/>
        </p:nvSpPr>
        <p:spPr>
          <a:xfrm rot="17537297" flipH="1">
            <a:off x="-668938" y="3810268"/>
            <a:ext cx="1583952" cy="1583952"/>
          </a:xfrm>
          <a:prstGeom prst="diamond">
            <a:avLst/>
          </a:prstGeom>
          <a:noFill/>
          <a:ln w="161925">
            <a:solidFill>
              <a:srgbClr val="587DB8"/>
            </a:solidFill>
          </a:ln>
          <a:effectLst>
            <a:outerShdw blurRad="88900" dist="177800" dir="5400000" algn="ctr"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2C518E"/>
              </a:solidFill>
              <a:latin typeface="思源宋体 CN" panose="02020400000000000000" pitchFamily="18" charset="-122"/>
              <a:ea typeface="思源宋体 CN" panose="02020400000000000000" pitchFamily="18" charset="-122"/>
            </a:endParaRPr>
          </a:p>
        </p:txBody>
      </p:sp>
      <p:sp>
        <p:nvSpPr>
          <p:cNvPr id="55" name="菱形 54"/>
          <p:cNvSpPr/>
          <p:nvPr/>
        </p:nvSpPr>
        <p:spPr>
          <a:xfrm rot="3109689" flipH="1">
            <a:off x="-70363" y="3497095"/>
            <a:ext cx="1235853" cy="1235853"/>
          </a:xfrm>
          <a:prstGeom prst="diamond">
            <a:avLst/>
          </a:prstGeom>
          <a:noFill/>
          <a:ln w="114300">
            <a:solidFill>
              <a:schemeClr val="bg1">
                <a:lumMod val="95000"/>
              </a:schemeClr>
            </a:solidFill>
          </a:ln>
          <a:effectLst>
            <a:outerShdw blurRad="88900" dist="177800" dir="5400000" algn="ctr" rotWithShape="0">
              <a:srgbClr val="000000">
                <a:alpha val="2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2C518E"/>
              </a:solidFill>
              <a:latin typeface="思源宋体 CN" panose="02020400000000000000" pitchFamily="18" charset="-122"/>
              <a:ea typeface="思源宋体 CN" panose="02020400000000000000" pitchFamily="18" charset="-122"/>
            </a:endParaRPr>
          </a:p>
        </p:txBody>
      </p:sp>
      <p:sp>
        <p:nvSpPr>
          <p:cNvPr id="56" name="菱形 55"/>
          <p:cNvSpPr/>
          <p:nvPr/>
        </p:nvSpPr>
        <p:spPr>
          <a:xfrm rot="20839757" flipH="1">
            <a:off x="-228647" y="5311678"/>
            <a:ext cx="2165036" cy="2165036"/>
          </a:xfrm>
          <a:prstGeom prst="diamond">
            <a:avLst/>
          </a:prstGeom>
          <a:noFill/>
          <a:ln w="196850">
            <a:solidFill>
              <a:srgbClr val="2C518E"/>
            </a:solidFill>
          </a:ln>
          <a:effectLst>
            <a:outerShdw blurRad="88900" dist="177800" dir="5400000" algn="ctr" rotWithShape="0">
              <a:srgbClr val="000000">
                <a:alpha val="2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2C518E"/>
              </a:solidFill>
              <a:latin typeface="思源宋体 CN" panose="02020400000000000000" pitchFamily="18" charset="-122"/>
              <a:ea typeface="思源宋体 CN" panose="02020400000000000000" pitchFamily="18" charset="-122"/>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22" presetClass="entr" presetSubtype="8" fill="hold" grpId="0" nodeType="withEffect">
                                      <p:stCondLst>
                                        <p:cond delay="250"/>
                                      </p:stCondLst>
                                      <p:childTnLst>
                                        <p:set>
                                          <p:cBhvr>
                                            <p:cTn id="12" dur="1" fill="hold">
                                              <p:stCondLst>
                                                <p:cond delay="0"/>
                                              </p:stCondLst>
                                            </p:cTn>
                                            <p:tgtEl>
                                              <p:spTgt spid="34"/>
                                            </p:tgtEl>
                                            <p:attrNameLst>
                                              <p:attrName>style.visibility</p:attrName>
                                            </p:attrNameLst>
                                          </p:cBhvr>
                                          <p:to>
                                            <p:strVal val="visible"/>
                                          </p:to>
                                        </p:set>
                                        <p:animEffect transition="in" filter="wipe(left)">
                                          <p:cBhvr>
                                            <p:cTn id="13" dur="1750"/>
                                            <p:tgtEl>
                                              <p:spTgt spid="34"/>
                                            </p:tgtEl>
                                          </p:cBhvr>
                                        </p:animEffect>
                                      </p:childTnLst>
                                    </p:cTn>
                                  </p:par>
                                  <p:par>
                                    <p:cTn id="14" presetID="22" presetClass="entr" presetSubtype="8" fill="hold" grpId="0" nodeType="withEffect">
                                      <p:stCondLst>
                                        <p:cond delay="250"/>
                                      </p:stCondLst>
                                      <p:childTnLst>
                                        <p:set>
                                          <p:cBhvr>
                                            <p:cTn id="15" dur="1" fill="hold">
                                              <p:stCondLst>
                                                <p:cond delay="0"/>
                                              </p:stCondLst>
                                            </p:cTn>
                                            <p:tgtEl>
                                              <p:spTgt spid="37"/>
                                            </p:tgtEl>
                                            <p:attrNameLst>
                                              <p:attrName>style.visibility</p:attrName>
                                            </p:attrNameLst>
                                          </p:cBhvr>
                                          <p:to>
                                            <p:strVal val="visible"/>
                                          </p:to>
                                        </p:set>
                                        <p:animEffect transition="in" filter="wipe(left)">
                                          <p:cBhvr>
                                            <p:cTn id="16" dur="1500"/>
                                            <p:tgtEl>
                                              <p:spTgt spid="37"/>
                                            </p:tgtEl>
                                          </p:cBhvr>
                                        </p:animEffect>
                                      </p:childTnLst>
                                    </p:cTn>
                                  </p:par>
                                </p:childTnLst>
                              </p:cTn>
                            </p:par>
                            <p:par>
                              <p:cTn id="17" fill="hold">
                                <p:stCondLst>
                                  <p:cond delay="500"/>
                                </p:stCondLst>
                                <p:childTnLst>
                                  <p:par>
                                    <p:cTn id="18" presetID="2" presetClass="entr" presetSubtype="2" fill="hold" nodeType="afterEffect" p14:presetBounceEnd="40000">
                                      <p:stCondLst>
                                        <p:cond delay="0"/>
                                      </p:stCondLst>
                                      <p:childTnLst>
                                        <p:set>
                                          <p:cBhvr>
                                            <p:cTn id="19" dur="1" fill="hold">
                                              <p:stCondLst>
                                                <p:cond delay="0"/>
                                              </p:stCondLst>
                                            </p:cTn>
                                            <p:tgtEl>
                                              <p:spTgt spid="43"/>
                                            </p:tgtEl>
                                            <p:attrNameLst>
                                              <p:attrName>style.visibility</p:attrName>
                                            </p:attrNameLst>
                                          </p:cBhvr>
                                          <p:to>
                                            <p:strVal val="visible"/>
                                          </p:to>
                                        </p:set>
                                        <p:anim calcmode="lin" valueType="num" p14:bounceEnd="40000">
                                          <p:cBhvr additive="base">
                                            <p:cTn id="20" dur="750" fill="hold"/>
                                            <p:tgtEl>
                                              <p:spTgt spid="43"/>
                                            </p:tgtEl>
                                            <p:attrNameLst>
                                              <p:attrName>ppt_x</p:attrName>
                                            </p:attrNameLst>
                                          </p:cBhvr>
                                          <p:tavLst>
                                            <p:tav tm="0">
                                              <p:val>
                                                <p:strVal val="1+#ppt_w/2"/>
                                              </p:val>
                                            </p:tav>
                                            <p:tav tm="100000">
                                              <p:val>
                                                <p:strVal val="#ppt_x"/>
                                              </p:val>
                                            </p:tav>
                                          </p:tavLst>
                                        </p:anim>
                                        <p:anim calcmode="lin" valueType="num" p14:bounceEnd="40000">
                                          <p:cBhvr additive="base">
                                            <p:cTn id="21" dur="750" fill="hold"/>
                                            <p:tgtEl>
                                              <p:spTgt spid="43"/>
                                            </p:tgtEl>
                                            <p:attrNameLst>
                                              <p:attrName>ppt_y</p:attrName>
                                            </p:attrNameLst>
                                          </p:cBhvr>
                                          <p:tavLst>
                                            <p:tav tm="0">
                                              <p:val>
                                                <p:strVal val="#ppt_y"/>
                                              </p:val>
                                            </p:tav>
                                            <p:tav tm="100000">
                                              <p:val>
                                                <p:strVal val="#ppt_y"/>
                                              </p:val>
                                            </p:tav>
                                          </p:tavLst>
                                        </p:anim>
                                      </p:childTnLst>
                                    </p:cTn>
                                  </p:par>
                                </p:childTnLst>
                              </p:cTn>
                            </p:par>
                            <p:par>
                              <p:cTn id="22" fill="hold">
                                <p:stCondLst>
                                  <p:cond delay="1500"/>
                                </p:stCondLst>
                                <p:childTnLst>
                                  <p:par>
                                    <p:cTn id="23" presetID="2" presetClass="entr" presetSubtype="2" fill="hold" nodeType="afterEffect" p14:presetBounceEnd="40000">
                                      <p:stCondLst>
                                        <p:cond delay="0"/>
                                      </p:stCondLst>
                                      <p:childTnLst>
                                        <p:set>
                                          <p:cBhvr>
                                            <p:cTn id="24" dur="1" fill="hold">
                                              <p:stCondLst>
                                                <p:cond delay="0"/>
                                              </p:stCondLst>
                                            </p:cTn>
                                            <p:tgtEl>
                                              <p:spTgt spid="39"/>
                                            </p:tgtEl>
                                            <p:attrNameLst>
                                              <p:attrName>style.visibility</p:attrName>
                                            </p:attrNameLst>
                                          </p:cBhvr>
                                          <p:to>
                                            <p:strVal val="visible"/>
                                          </p:to>
                                        </p:set>
                                        <p:anim calcmode="lin" valueType="num" p14:bounceEnd="40000">
                                          <p:cBhvr additive="base">
                                            <p:cTn id="25" dur="750" fill="hold"/>
                                            <p:tgtEl>
                                              <p:spTgt spid="39"/>
                                            </p:tgtEl>
                                            <p:attrNameLst>
                                              <p:attrName>ppt_x</p:attrName>
                                            </p:attrNameLst>
                                          </p:cBhvr>
                                          <p:tavLst>
                                            <p:tav tm="0">
                                              <p:val>
                                                <p:strVal val="1+#ppt_w/2"/>
                                              </p:val>
                                            </p:tav>
                                            <p:tav tm="100000">
                                              <p:val>
                                                <p:strVal val="#ppt_x"/>
                                              </p:val>
                                            </p:tav>
                                          </p:tavLst>
                                        </p:anim>
                                        <p:anim calcmode="lin" valueType="num" p14:bounceEnd="40000">
                                          <p:cBhvr additive="base">
                                            <p:cTn id="26" dur="750" fill="hold"/>
                                            <p:tgtEl>
                                              <p:spTgt spid="39"/>
                                            </p:tgtEl>
                                            <p:attrNameLst>
                                              <p:attrName>ppt_y</p:attrName>
                                            </p:attrNameLst>
                                          </p:cBhvr>
                                          <p:tavLst>
                                            <p:tav tm="0">
                                              <p:val>
                                                <p:strVal val="#ppt_y"/>
                                              </p:val>
                                            </p:tav>
                                            <p:tav tm="100000">
                                              <p:val>
                                                <p:strVal val="#ppt_y"/>
                                              </p:val>
                                            </p:tav>
                                          </p:tavLst>
                                        </p:anim>
                                      </p:childTnLst>
                                    </p:cTn>
                                  </p:par>
                                </p:childTnLst>
                              </p:cTn>
                            </p:par>
                            <p:par>
                              <p:cTn id="27" fill="hold">
                                <p:stCondLst>
                                  <p:cond delay="2500"/>
                                </p:stCondLst>
                                <p:childTnLst>
                                  <p:par>
                                    <p:cTn id="28" presetID="2" presetClass="entr" presetSubtype="2" fill="hold" nodeType="afterEffect" p14:presetBounceEnd="40000">
                                      <p:stCondLst>
                                        <p:cond delay="0"/>
                                      </p:stCondLst>
                                      <p:childTnLst>
                                        <p:set>
                                          <p:cBhvr>
                                            <p:cTn id="29" dur="1" fill="hold">
                                              <p:stCondLst>
                                                <p:cond delay="0"/>
                                              </p:stCondLst>
                                            </p:cTn>
                                            <p:tgtEl>
                                              <p:spTgt spid="80"/>
                                            </p:tgtEl>
                                            <p:attrNameLst>
                                              <p:attrName>style.visibility</p:attrName>
                                            </p:attrNameLst>
                                          </p:cBhvr>
                                          <p:to>
                                            <p:strVal val="visible"/>
                                          </p:to>
                                        </p:set>
                                        <p:anim calcmode="lin" valueType="num" p14:bounceEnd="40000">
                                          <p:cBhvr additive="base">
                                            <p:cTn id="30" dur="750" fill="hold"/>
                                            <p:tgtEl>
                                              <p:spTgt spid="80"/>
                                            </p:tgtEl>
                                            <p:attrNameLst>
                                              <p:attrName>ppt_x</p:attrName>
                                            </p:attrNameLst>
                                          </p:cBhvr>
                                          <p:tavLst>
                                            <p:tav tm="0">
                                              <p:val>
                                                <p:strVal val="1+#ppt_w/2"/>
                                              </p:val>
                                            </p:tav>
                                            <p:tav tm="100000">
                                              <p:val>
                                                <p:strVal val="#ppt_x"/>
                                              </p:val>
                                            </p:tav>
                                          </p:tavLst>
                                        </p:anim>
                                        <p:anim calcmode="lin" valueType="num" p14:bounceEnd="40000">
                                          <p:cBhvr additive="base">
                                            <p:cTn id="31" dur="750" fill="hold"/>
                                            <p:tgtEl>
                                              <p:spTgt spid="80"/>
                                            </p:tgtEl>
                                            <p:attrNameLst>
                                              <p:attrName>ppt_y</p:attrName>
                                            </p:attrNameLst>
                                          </p:cBhvr>
                                          <p:tavLst>
                                            <p:tav tm="0">
                                              <p:val>
                                                <p:strVal val="#ppt_y"/>
                                              </p:val>
                                            </p:tav>
                                            <p:tav tm="100000">
                                              <p:val>
                                                <p:strVal val="#ppt_y"/>
                                              </p:val>
                                            </p:tav>
                                          </p:tavLst>
                                        </p:anim>
                                      </p:childTnLst>
                                    </p:cTn>
                                  </p:par>
                                </p:childTnLst>
                              </p:cTn>
                            </p:par>
                            <p:par>
                              <p:cTn id="32" fill="hold">
                                <p:stCondLst>
                                  <p:cond delay="3500"/>
                                </p:stCondLst>
                                <p:childTnLst>
                                  <p:par>
                                    <p:cTn id="33" presetID="2" presetClass="entr" presetSubtype="2" fill="hold" nodeType="afterEffect" p14:presetBounceEnd="40000">
                                      <p:stCondLst>
                                        <p:cond delay="0"/>
                                      </p:stCondLst>
                                      <p:childTnLst>
                                        <p:set>
                                          <p:cBhvr>
                                            <p:cTn id="34" dur="1" fill="hold">
                                              <p:stCondLst>
                                                <p:cond delay="0"/>
                                              </p:stCondLst>
                                            </p:cTn>
                                            <p:tgtEl>
                                              <p:spTgt spid="88"/>
                                            </p:tgtEl>
                                            <p:attrNameLst>
                                              <p:attrName>style.visibility</p:attrName>
                                            </p:attrNameLst>
                                          </p:cBhvr>
                                          <p:to>
                                            <p:strVal val="visible"/>
                                          </p:to>
                                        </p:set>
                                        <p:anim calcmode="lin" valueType="num" p14:bounceEnd="40000">
                                          <p:cBhvr additive="base">
                                            <p:cTn id="35" dur="750" fill="hold"/>
                                            <p:tgtEl>
                                              <p:spTgt spid="88"/>
                                            </p:tgtEl>
                                            <p:attrNameLst>
                                              <p:attrName>ppt_x</p:attrName>
                                            </p:attrNameLst>
                                          </p:cBhvr>
                                          <p:tavLst>
                                            <p:tav tm="0">
                                              <p:val>
                                                <p:strVal val="1+#ppt_w/2"/>
                                              </p:val>
                                            </p:tav>
                                            <p:tav tm="100000">
                                              <p:val>
                                                <p:strVal val="#ppt_x"/>
                                              </p:val>
                                            </p:tav>
                                          </p:tavLst>
                                        </p:anim>
                                        <p:anim calcmode="lin" valueType="num" p14:bounceEnd="40000">
                                          <p:cBhvr additive="base">
                                            <p:cTn id="36" dur="750" fill="hold"/>
                                            <p:tgtEl>
                                              <p:spTgt spid="88"/>
                                            </p:tgtEl>
                                            <p:attrNameLst>
                                              <p:attrName>ppt_y</p:attrName>
                                            </p:attrNameLst>
                                          </p:cBhvr>
                                          <p:tavLst>
                                            <p:tav tm="0">
                                              <p:val>
                                                <p:strVal val="#ppt_y"/>
                                              </p:val>
                                            </p:tav>
                                            <p:tav tm="100000">
                                              <p:val>
                                                <p:strVal val="#ppt_y"/>
                                              </p:val>
                                            </p:tav>
                                          </p:tavLst>
                                        </p:anim>
                                      </p:childTnLst>
                                    </p:cTn>
                                  </p:par>
                                </p:childTnLst>
                              </p:cTn>
                            </p:par>
                            <p:par>
                              <p:cTn id="37" fill="hold">
                                <p:stCondLst>
                                  <p:cond delay="4500"/>
                                </p:stCondLst>
                                <p:childTnLst>
                                  <p:par>
                                    <p:cTn id="38" presetID="2" presetClass="entr" presetSubtype="2" fill="hold" nodeType="afterEffect" p14:presetBounceEnd="40000">
                                      <p:stCondLst>
                                        <p:cond delay="0"/>
                                      </p:stCondLst>
                                      <p:childTnLst>
                                        <p:set>
                                          <p:cBhvr>
                                            <p:cTn id="39" dur="1" fill="hold">
                                              <p:stCondLst>
                                                <p:cond delay="0"/>
                                              </p:stCondLst>
                                            </p:cTn>
                                            <p:tgtEl>
                                              <p:spTgt spid="96"/>
                                            </p:tgtEl>
                                            <p:attrNameLst>
                                              <p:attrName>style.visibility</p:attrName>
                                            </p:attrNameLst>
                                          </p:cBhvr>
                                          <p:to>
                                            <p:strVal val="visible"/>
                                          </p:to>
                                        </p:set>
                                        <p:anim calcmode="lin" valueType="num" p14:bounceEnd="40000">
                                          <p:cBhvr additive="base">
                                            <p:cTn id="40" dur="750" fill="hold"/>
                                            <p:tgtEl>
                                              <p:spTgt spid="96"/>
                                            </p:tgtEl>
                                            <p:attrNameLst>
                                              <p:attrName>ppt_x</p:attrName>
                                            </p:attrNameLst>
                                          </p:cBhvr>
                                          <p:tavLst>
                                            <p:tav tm="0">
                                              <p:val>
                                                <p:strVal val="1+#ppt_w/2"/>
                                              </p:val>
                                            </p:tav>
                                            <p:tav tm="100000">
                                              <p:val>
                                                <p:strVal val="#ppt_x"/>
                                              </p:val>
                                            </p:tav>
                                          </p:tavLst>
                                        </p:anim>
                                        <p:anim calcmode="lin" valueType="num" p14:bounceEnd="40000">
                                          <p:cBhvr additive="base">
                                            <p:cTn id="41" dur="750" fill="hold"/>
                                            <p:tgtEl>
                                              <p:spTgt spid="96"/>
                                            </p:tgtEl>
                                            <p:attrNameLst>
                                              <p:attrName>ppt_y</p:attrName>
                                            </p:attrNameLst>
                                          </p:cBhvr>
                                          <p:tavLst>
                                            <p:tav tm="0">
                                              <p:val>
                                                <p:strVal val="#ppt_y"/>
                                              </p:val>
                                            </p:tav>
                                            <p:tav tm="100000">
                                              <p:val>
                                                <p:strVal val="#ppt_y"/>
                                              </p:val>
                                            </p:tav>
                                          </p:tavLst>
                                        </p:anim>
                                      </p:childTnLst>
                                    </p:cTn>
                                  </p:par>
                                  <p:par>
                                    <p:cTn id="42" presetID="15" presetClass="entr" presetSubtype="0" fill="hold" grpId="0" nodeType="withEffect">
                                      <p:stCondLst>
                                        <p:cond delay="0"/>
                                      </p:stCondLst>
                                      <p:childTnLst>
                                        <p:set>
                                          <p:cBhvr>
                                            <p:cTn id="43" dur="1" fill="hold">
                                              <p:stCondLst>
                                                <p:cond delay="0"/>
                                              </p:stCondLst>
                                            </p:cTn>
                                            <p:tgtEl>
                                              <p:spTgt spid="56"/>
                                            </p:tgtEl>
                                            <p:attrNameLst>
                                              <p:attrName>style.visibility</p:attrName>
                                            </p:attrNameLst>
                                          </p:cBhvr>
                                          <p:to>
                                            <p:strVal val="visible"/>
                                          </p:to>
                                        </p:set>
                                        <p:anim calcmode="lin" valueType="num">
                                          <p:cBhvr>
                                            <p:cTn id="44" dur="1000" fill="hold"/>
                                            <p:tgtEl>
                                              <p:spTgt spid="56"/>
                                            </p:tgtEl>
                                            <p:attrNameLst>
                                              <p:attrName>ppt_w</p:attrName>
                                            </p:attrNameLst>
                                          </p:cBhvr>
                                          <p:tavLst>
                                            <p:tav tm="0">
                                              <p:val>
                                                <p:fltVal val="0"/>
                                              </p:val>
                                            </p:tav>
                                            <p:tav tm="100000">
                                              <p:val>
                                                <p:strVal val="#ppt_w"/>
                                              </p:val>
                                            </p:tav>
                                          </p:tavLst>
                                        </p:anim>
                                        <p:anim calcmode="lin" valueType="num">
                                          <p:cBhvr>
                                            <p:cTn id="45" dur="1000" fill="hold"/>
                                            <p:tgtEl>
                                              <p:spTgt spid="56"/>
                                            </p:tgtEl>
                                            <p:attrNameLst>
                                              <p:attrName>ppt_h</p:attrName>
                                            </p:attrNameLst>
                                          </p:cBhvr>
                                          <p:tavLst>
                                            <p:tav tm="0">
                                              <p:val>
                                                <p:fltVal val="0"/>
                                              </p:val>
                                            </p:tav>
                                            <p:tav tm="100000">
                                              <p:val>
                                                <p:strVal val="#ppt_h"/>
                                              </p:val>
                                            </p:tav>
                                          </p:tavLst>
                                        </p:anim>
                                        <p:anim calcmode="lin" valueType="num">
                                          <p:cBhvr>
                                            <p:cTn id="46" dur="1000" fill="hold"/>
                                            <p:tgtEl>
                                              <p:spTgt spid="56"/>
                                            </p:tgtEl>
                                            <p:attrNameLst>
                                              <p:attrName>ppt_x</p:attrName>
                                            </p:attrNameLst>
                                          </p:cBhvr>
                                          <p:tavLst>
                                            <p:tav tm="0" fmla="#ppt_x+(cos(-2*pi*(1-$))*-#ppt_x-sin(-2*pi*(1-$))*(1-#ppt_y))*(1-$)">
                                              <p:val>
                                                <p:fltVal val="0"/>
                                              </p:val>
                                            </p:tav>
                                            <p:tav tm="100000">
                                              <p:val>
                                                <p:fltVal val="1"/>
                                              </p:val>
                                            </p:tav>
                                          </p:tavLst>
                                        </p:anim>
                                        <p:anim calcmode="lin" valueType="num">
                                          <p:cBhvr>
                                            <p:cTn id="47" dur="1000" fill="hold"/>
                                            <p:tgtEl>
                                              <p:spTgt spid="56"/>
                                            </p:tgtEl>
                                            <p:attrNameLst>
                                              <p:attrName>ppt_y</p:attrName>
                                            </p:attrNameLst>
                                          </p:cBhvr>
                                          <p:tavLst>
                                            <p:tav tm="0" fmla="#ppt_y+(sin(-2*pi*(1-$))*-#ppt_x+cos(-2*pi*(1-$))*(1-#ppt_y))*(1-$)">
                                              <p:val>
                                                <p:fltVal val="0"/>
                                              </p:val>
                                            </p:tav>
                                            <p:tav tm="100000">
                                              <p:val>
                                                <p:fltVal val="1"/>
                                              </p:val>
                                            </p:tav>
                                          </p:tavLst>
                                        </p:anim>
                                      </p:childTnLst>
                                    </p:cTn>
                                  </p:par>
                                  <p:par>
                                    <p:cTn id="48" presetID="15" presetClass="entr" presetSubtype="0" fill="hold" grpId="0" nodeType="withEffect">
                                      <p:stCondLst>
                                        <p:cond delay="0"/>
                                      </p:stCondLst>
                                      <p:childTnLst>
                                        <p:set>
                                          <p:cBhvr>
                                            <p:cTn id="49" dur="1" fill="hold">
                                              <p:stCondLst>
                                                <p:cond delay="0"/>
                                              </p:stCondLst>
                                            </p:cTn>
                                            <p:tgtEl>
                                              <p:spTgt spid="50"/>
                                            </p:tgtEl>
                                            <p:attrNameLst>
                                              <p:attrName>style.visibility</p:attrName>
                                            </p:attrNameLst>
                                          </p:cBhvr>
                                          <p:to>
                                            <p:strVal val="visible"/>
                                          </p:to>
                                        </p:set>
                                        <p:anim calcmode="lin" valueType="num">
                                          <p:cBhvr>
                                            <p:cTn id="50" dur="1000" fill="hold"/>
                                            <p:tgtEl>
                                              <p:spTgt spid="50"/>
                                            </p:tgtEl>
                                            <p:attrNameLst>
                                              <p:attrName>ppt_w</p:attrName>
                                            </p:attrNameLst>
                                          </p:cBhvr>
                                          <p:tavLst>
                                            <p:tav tm="0">
                                              <p:val>
                                                <p:fltVal val="0"/>
                                              </p:val>
                                            </p:tav>
                                            <p:tav tm="100000">
                                              <p:val>
                                                <p:strVal val="#ppt_w"/>
                                              </p:val>
                                            </p:tav>
                                          </p:tavLst>
                                        </p:anim>
                                        <p:anim calcmode="lin" valueType="num">
                                          <p:cBhvr>
                                            <p:cTn id="51" dur="1000" fill="hold"/>
                                            <p:tgtEl>
                                              <p:spTgt spid="50"/>
                                            </p:tgtEl>
                                            <p:attrNameLst>
                                              <p:attrName>ppt_h</p:attrName>
                                            </p:attrNameLst>
                                          </p:cBhvr>
                                          <p:tavLst>
                                            <p:tav tm="0">
                                              <p:val>
                                                <p:fltVal val="0"/>
                                              </p:val>
                                            </p:tav>
                                            <p:tav tm="100000">
                                              <p:val>
                                                <p:strVal val="#ppt_h"/>
                                              </p:val>
                                            </p:tav>
                                          </p:tavLst>
                                        </p:anim>
                                        <p:anim calcmode="lin" valueType="num">
                                          <p:cBhvr>
                                            <p:cTn id="52" dur="1000" fill="hold"/>
                                            <p:tgtEl>
                                              <p:spTgt spid="50"/>
                                            </p:tgtEl>
                                            <p:attrNameLst>
                                              <p:attrName>ppt_x</p:attrName>
                                            </p:attrNameLst>
                                          </p:cBhvr>
                                          <p:tavLst>
                                            <p:tav tm="0" fmla="#ppt_x+(cos(-2*pi*(1-$))*-#ppt_x-sin(-2*pi*(1-$))*(1-#ppt_y))*(1-$)">
                                              <p:val>
                                                <p:fltVal val="0"/>
                                              </p:val>
                                            </p:tav>
                                            <p:tav tm="100000">
                                              <p:val>
                                                <p:fltVal val="1"/>
                                              </p:val>
                                            </p:tav>
                                          </p:tavLst>
                                        </p:anim>
                                        <p:anim calcmode="lin" valueType="num">
                                          <p:cBhvr>
                                            <p:cTn id="53" dur="1000" fill="hold"/>
                                            <p:tgtEl>
                                              <p:spTgt spid="50"/>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54" fill="hold">
                          <p:stCondLst>
                            <p:cond delay="indefinite"/>
                          </p:stCondLst>
                          <p:childTnLst>
                            <p:par>
                              <p:cTn id="55" fill="hold">
                                <p:stCondLst>
                                  <p:cond delay="0"/>
                                </p:stCondLst>
                                <p:childTnLst>
                                  <p:par>
                                    <p:cTn id="56" presetID="15" presetClass="entr" presetSubtype="0" fill="hold" grpId="0" nodeType="clickEffect">
                                      <p:stCondLst>
                                        <p:cond delay="0"/>
                                      </p:stCondLst>
                                      <p:childTnLst>
                                        <p:set>
                                          <p:cBhvr>
                                            <p:cTn id="57" dur="1" fill="hold">
                                              <p:stCondLst>
                                                <p:cond delay="0"/>
                                              </p:stCondLst>
                                            </p:cTn>
                                            <p:tgtEl>
                                              <p:spTgt spid="55"/>
                                            </p:tgtEl>
                                            <p:attrNameLst>
                                              <p:attrName>style.visibility</p:attrName>
                                            </p:attrNameLst>
                                          </p:cBhvr>
                                          <p:to>
                                            <p:strVal val="visible"/>
                                          </p:to>
                                        </p:set>
                                        <p:anim calcmode="lin" valueType="num">
                                          <p:cBhvr>
                                            <p:cTn id="58" dur="1000" fill="hold"/>
                                            <p:tgtEl>
                                              <p:spTgt spid="55"/>
                                            </p:tgtEl>
                                            <p:attrNameLst>
                                              <p:attrName>ppt_w</p:attrName>
                                            </p:attrNameLst>
                                          </p:cBhvr>
                                          <p:tavLst>
                                            <p:tav tm="0">
                                              <p:val>
                                                <p:fltVal val="0"/>
                                              </p:val>
                                            </p:tav>
                                            <p:tav tm="100000">
                                              <p:val>
                                                <p:strVal val="#ppt_w"/>
                                              </p:val>
                                            </p:tav>
                                          </p:tavLst>
                                        </p:anim>
                                        <p:anim calcmode="lin" valueType="num">
                                          <p:cBhvr>
                                            <p:cTn id="59" dur="1000" fill="hold"/>
                                            <p:tgtEl>
                                              <p:spTgt spid="55"/>
                                            </p:tgtEl>
                                            <p:attrNameLst>
                                              <p:attrName>ppt_h</p:attrName>
                                            </p:attrNameLst>
                                          </p:cBhvr>
                                          <p:tavLst>
                                            <p:tav tm="0">
                                              <p:val>
                                                <p:fltVal val="0"/>
                                              </p:val>
                                            </p:tav>
                                            <p:tav tm="100000">
                                              <p:val>
                                                <p:strVal val="#ppt_h"/>
                                              </p:val>
                                            </p:tav>
                                          </p:tavLst>
                                        </p:anim>
                                        <p:anim calcmode="lin" valueType="num">
                                          <p:cBhvr>
                                            <p:cTn id="60" dur="1000" fill="hold"/>
                                            <p:tgtEl>
                                              <p:spTgt spid="55"/>
                                            </p:tgtEl>
                                            <p:attrNameLst>
                                              <p:attrName>ppt_x</p:attrName>
                                            </p:attrNameLst>
                                          </p:cBhvr>
                                          <p:tavLst>
                                            <p:tav tm="0" fmla="#ppt_x+(cos(-2*pi*(1-$))*-#ppt_x-sin(-2*pi*(1-$))*(1-#ppt_y))*(1-$)">
                                              <p:val>
                                                <p:fltVal val="0"/>
                                              </p:val>
                                            </p:tav>
                                            <p:tav tm="100000">
                                              <p:val>
                                                <p:fltVal val="1"/>
                                              </p:val>
                                            </p:tav>
                                          </p:tavLst>
                                        </p:anim>
                                        <p:anim calcmode="lin" valueType="num">
                                          <p:cBhvr>
                                            <p:cTn id="61" dur="1000" fill="hold"/>
                                            <p:tgtEl>
                                              <p:spTgt spid="55"/>
                                            </p:tgtEl>
                                            <p:attrNameLst>
                                              <p:attrName>ppt_y</p:attrName>
                                            </p:attrNameLst>
                                          </p:cBhvr>
                                          <p:tavLst>
                                            <p:tav tm="0" fmla="#ppt_y+(sin(-2*pi*(1-$))*-#ppt_x+cos(-2*pi*(1-$))*(1-#ppt_y))*(1-$)">
                                              <p:val>
                                                <p:fltVal val="0"/>
                                              </p:val>
                                            </p:tav>
                                            <p:tav tm="100000">
                                              <p:val>
                                                <p:fltVal val="1"/>
                                              </p:val>
                                            </p:tav>
                                          </p:tavLst>
                                        </p:anim>
                                      </p:childTnLst>
                                    </p:cTn>
                                  </p:par>
                                  <p:par>
                                    <p:cTn id="62" presetID="15" presetClass="entr" presetSubtype="0" fill="hold" grpId="0" nodeType="withEffect">
                                      <p:stCondLst>
                                        <p:cond delay="0"/>
                                      </p:stCondLst>
                                      <p:childTnLst>
                                        <p:set>
                                          <p:cBhvr>
                                            <p:cTn id="63" dur="1" fill="hold">
                                              <p:stCondLst>
                                                <p:cond delay="0"/>
                                              </p:stCondLst>
                                            </p:cTn>
                                            <p:tgtEl>
                                              <p:spTgt spid="44"/>
                                            </p:tgtEl>
                                            <p:attrNameLst>
                                              <p:attrName>style.visibility</p:attrName>
                                            </p:attrNameLst>
                                          </p:cBhvr>
                                          <p:to>
                                            <p:strVal val="visible"/>
                                          </p:to>
                                        </p:set>
                                        <p:anim calcmode="lin" valueType="num">
                                          <p:cBhvr>
                                            <p:cTn id="64" dur="1000" fill="hold"/>
                                            <p:tgtEl>
                                              <p:spTgt spid="44"/>
                                            </p:tgtEl>
                                            <p:attrNameLst>
                                              <p:attrName>ppt_w</p:attrName>
                                            </p:attrNameLst>
                                          </p:cBhvr>
                                          <p:tavLst>
                                            <p:tav tm="0">
                                              <p:val>
                                                <p:fltVal val="0"/>
                                              </p:val>
                                            </p:tav>
                                            <p:tav tm="100000">
                                              <p:val>
                                                <p:strVal val="#ppt_w"/>
                                              </p:val>
                                            </p:tav>
                                          </p:tavLst>
                                        </p:anim>
                                        <p:anim calcmode="lin" valueType="num">
                                          <p:cBhvr>
                                            <p:cTn id="65" dur="1000" fill="hold"/>
                                            <p:tgtEl>
                                              <p:spTgt spid="44"/>
                                            </p:tgtEl>
                                            <p:attrNameLst>
                                              <p:attrName>ppt_h</p:attrName>
                                            </p:attrNameLst>
                                          </p:cBhvr>
                                          <p:tavLst>
                                            <p:tav tm="0">
                                              <p:val>
                                                <p:fltVal val="0"/>
                                              </p:val>
                                            </p:tav>
                                            <p:tav tm="100000">
                                              <p:val>
                                                <p:strVal val="#ppt_h"/>
                                              </p:val>
                                            </p:tav>
                                          </p:tavLst>
                                        </p:anim>
                                        <p:anim calcmode="lin" valueType="num">
                                          <p:cBhvr>
                                            <p:cTn id="66" dur="1000" fill="hold"/>
                                            <p:tgtEl>
                                              <p:spTgt spid="44"/>
                                            </p:tgtEl>
                                            <p:attrNameLst>
                                              <p:attrName>ppt_x</p:attrName>
                                            </p:attrNameLst>
                                          </p:cBhvr>
                                          <p:tavLst>
                                            <p:tav tm="0" fmla="#ppt_x+(cos(-2*pi*(1-$))*-#ppt_x-sin(-2*pi*(1-$))*(1-#ppt_y))*(1-$)">
                                              <p:val>
                                                <p:fltVal val="0"/>
                                              </p:val>
                                            </p:tav>
                                            <p:tav tm="100000">
                                              <p:val>
                                                <p:fltVal val="1"/>
                                              </p:val>
                                            </p:tav>
                                          </p:tavLst>
                                        </p:anim>
                                        <p:anim calcmode="lin" valueType="num">
                                          <p:cBhvr>
                                            <p:cTn id="67" dur="1000" fill="hold"/>
                                            <p:tgtEl>
                                              <p:spTgt spid="44"/>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68" fill="hold">
                          <p:stCondLst>
                            <p:cond delay="indefinite"/>
                          </p:stCondLst>
                          <p:childTnLst>
                            <p:par>
                              <p:cTn id="69" fill="hold">
                                <p:stCondLst>
                                  <p:cond delay="0"/>
                                </p:stCondLst>
                                <p:childTnLst>
                                  <p:par>
                                    <p:cTn id="70" presetID="15" presetClass="entr" presetSubtype="0" fill="hold" grpId="1" nodeType="clickEffect">
                                      <p:stCondLst>
                                        <p:cond delay="0"/>
                                      </p:stCondLst>
                                      <p:childTnLst>
                                        <p:set>
                                          <p:cBhvr>
                                            <p:cTn id="71" dur="1" fill="hold">
                                              <p:stCondLst>
                                                <p:cond delay="0"/>
                                              </p:stCondLst>
                                            </p:cTn>
                                            <p:tgtEl>
                                              <p:spTgt spid="56"/>
                                            </p:tgtEl>
                                            <p:attrNameLst>
                                              <p:attrName>style.visibility</p:attrName>
                                            </p:attrNameLst>
                                          </p:cBhvr>
                                          <p:to>
                                            <p:strVal val="visible"/>
                                          </p:to>
                                        </p:set>
                                        <p:anim calcmode="lin" valueType="num">
                                          <p:cBhvr>
                                            <p:cTn id="72" dur="1000" fill="hold"/>
                                            <p:tgtEl>
                                              <p:spTgt spid="56"/>
                                            </p:tgtEl>
                                            <p:attrNameLst>
                                              <p:attrName>ppt_w</p:attrName>
                                            </p:attrNameLst>
                                          </p:cBhvr>
                                          <p:tavLst>
                                            <p:tav tm="0">
                                              <p:val>
                                                <p:fltVal val="0"/>
                                              </p:val>
                                            </p:tav>
                                            <p:tav tm="100000">
                                              <p:val>
                                                <p:strVal val="#ppt_w"/>
                                              </p:val>
                                            </p:tav>
                                          </p:tavLst>
                                        </p:anim>
                                        <p:anim calcmode="lin" valueType="num">
                                          <p:cBhvr>
                                            <p:cTn id="73" dur="1000" fill="hold"/>
                                            <p:tgtEl>
                                              <p:spTgt spid="56"/>
                                            </p:tgtEl>
                                            <p:attrNameLst>
                                              <p:attrName>ppt_h</p:attrName>
                                            </p:attrNameLst>
                                          </p:cBhvr>
                                          <p:tavLst>
                                            <p:tav tm="0">
                                              <p:val>
                                                <p:fltVal val="0"/>
                                              </p:val>
                                            </p:tav>
                                            <p:tav tm="100000">
                                              <p:val>
                                                <p:strVal val="#ppt_h"/>
                                              </p:val>
                                            </p:tav>
                                          </p:tavLst>
                                        </p:anim>
                                        <p:anim calcmode="lin" valueType="num">
                                          <p:cBhvr>
                                            <p:cTn id="74" dur="1000" fill="hold"/>
                                            <p:tgtEl>
                                              <p:spTgt spid="56"/>
                                            </p:tgtEl>
                                            <p:attrNameLst>
                                              <p:attrName>ppt_x</p:attrName>
                                            </p:attrNameLst>
                                          </p:cBhvr>
                                          <p:tavLst>
                                            <p:tav tm="0" fmla="#ppt_x+(cos(-2*pi*(1-$))*-#ppt_x-sin(-2*pi*(1-$))*(1-#ppt_y))*(1-$)">
                                              <p:val>
                                                <p:fltVal val="0"/>
                                              </p:val>
                                            </p:tav>
                                            <p:tav tm="100000">
                                              <p:val>
                                                <p:fltVal val="1"/>
                                              </p:val>
                                            </p:tav>
                                          </p:tavLst>
                                        </p:anim>
                                        <p:anim calcmode="lin" valueType="num">
                                          <p:cBhvr>
                                            <p:cTn id="75" dur="1000" fill="hold"/>
                                            <p:tgtEl>
                                              <p:spTgt spid="56"/>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76" fill="hold">
                          <p:stCondLst>
                            <p:cond delay="indefinite"/>
                          </p:stCondLst>
                          <p:childTnLst>
                            <p:par>
                              <p:cTn id="77" fill="hold">
                                <p:stCondLst>
                                  <p:cond delay="0"/>
                                </p:stCondLst>
                                <p:childTnLst>
                                  <p:par>
                                    <p:cTn id="78" presetID="15" presetClass="entr" presetSubtype="0" fill="hold" grpId="0" nodeType="clickEffect">
                                      <p:stCondLst>
                                        <p:cond delay="0"/>
                                      </p:stCondLst>
                                      <p:childTnLst>
                                        <p:set>
                                          <p:cBhvr>
                                            <p:cTn id="79" dur="1" fill="hold">
                                              <p:stCondLst>
                                                <p:cond delay="0"/>
                                              </p:stCondLst>
                                            </p:cTn>
                                            <p:tgtEl>
                                              <p:spTgt spid="53"/>
                                            </p:tgtEl>
                                            <p:attrNameLst>
                                              <p:attrName>style.visibility</p:attrName>
                                            </p:attrNameLst>
                                          </p:cBhvr>
                                          <p:to>
                                            <p:strVal val="visible"/>
                                          </p:to>
                                        </p:set>
                                        <p:anim calcmode="lin" valueType="num">
                                          <p:cBhvr>
                                            <p:cTn id="80" dur="1000" fill="hold"/>
                                            <p:tgtEl>
                                              <p:spTgt spid="53"/>
                                            </p:tgtEl>
                                            <p:attrNameLst>
                                              <p:attrName>ppt_w</p:attrName>
                                            </p:attrNameLst>
                                          </p:cBhvr>
                                          <p:tavLst>
                                            <p:tav tm="0">
                                              <p:val>
                                                <p:fltVal val="0"/>
                                              </p:val>
                                            </p:tav>
                                            <p:tav tm="100000">
                                              <p:val>
                                                <p:strVal val="#ppt_w"/>
                                              </p:val>
                                            </p:tav>
                                          </p:tavLst>
                                        </p:anim>
                                        <p:anim calcmode="lin" valueType="num">
                                          <p:cBhvr>
                                            <p:cTn id="81" dur="1000" fill="hold"/>
                                            <p:tgtEl>
                                              <p:spTgt spid="53"/>
                                            </p:tgtEl>
                                            <p:attrNameLst>
                                              <p:attrName>ppt_h</p:attrName>
                                            </p:attrNameLst>
                                          </p:cBhvr>
                                          <p:tavLst>
                                            <p:tav tm="0">
                                              <p:val>
                                                <p:fltVal val="0"/>
                                              </p:val>
                                            </p:tav>
                                            <p:tav tm="100000">
                                              <p:val>
                                                <p:strVal val="#ppt_h"/>
                                              </p:val>
                                            </p:tav>
                                          </p:tavLst>
                                        </p:anim>
                                        <p:anim calcmode="lin" valueType="num">
                                          <p:cBhvr>
                                            <p:cTn id="82" dur="1000" fill="hold"/>
                                            <p:tgtEl>
                                              <p:spTgt spid="53"/>
                                            </p:tgtEl>
                                            <p:attrNameLst>
                                              <p:attrName>ppt_x</p:attrName>
                                            </p:attrNameLst>
                                          </p:cBhvr>
                                          <p:tavLst>
                                            <p:tav tm="0" fmla="#ppt_x+(cos(-2*pi*(1-$))*-#ppt_x-sin(-2*pi*(1-$))*(1-#ppt_y))*(1-$)">
                                              <p:val>
                                                <p:fltVal val="0"/>
                                              </p:val>
                                            </p:tav>
                                            <p:tav tm="100000">
                                              <p:val>
                                                <p:fltVal val="1"/>
                                              </p:val>
                                            </p:tav>
                                          </p:tavLst>
                                        </p:anim>
                                        <p:anim calcmode="lin" valueType="num">
                                          <p:cBhvr>
                                            <p:cTn id="83" dur="1000" fill="hold"/>
                                            <p:tgtEl>
                                              <p:spTgt spid="53"/>
                                            </p:tgtEl>
                                            <p:attrNameLst>
                                              <p:attrName>ppt_y</p:attrName>
                                            </p:attrNameLst>
                                          </p:cBhvr>
                                          <p:tavLst>
                                            <p:tav tm="0" fmla="#ppt_y+(sin(-2*pi*(1-$))*-#ppt_x+cos(-2*pi*(1-$))*(1-#ppt_y))*(1-$)">
                                              <p:val>
                                                <p:fltVal val="0"/>
                                              </p:val>
                                            </p:tav>
                                            <p:tav tm="100000">
                                              <p:val>
                                                <p:fltVal val="1"/>
                                              </p:val>
                                            </p:tav>
                                          </p:tavLst>
                                        </p:anim>
                                      </p:childTnLst>
                                    </p:cTn>
                                  </p:par>
                                  <p:par>
                                    <p:cTn id="84" presetID="15" presetClass="entr" presetSubtype="0" fill="hold" grpId="0" nodeType="withEffect">
                                      <p:stCondLst>
                                        <p:cond delay="0"/>
                                      </p:stCondLst>
                                      <p:childTnLst>
                                        <p:set>
                                          <p:cBhvr>
                                            <p:cTn id="85" dur="1" fill="hold">
                                              <p:stCondLst>
                                                <p:cond delay="0"/>
                                              </p:stCondLst>
                                            </p:cTn>
                                            <p:tgtEl>
                                              <p:spTgt spid="54"/>
                                            </p:tgtEl>
                                            <p:attrNameLst>
                                              <p:attrName>style.visibility</p:attrName>
                                            </p:attrNameLst>
                                          </p:cBhvr>
                                          <p:to>
                                            <p:strVal val="visible"/>
                                          </p:to>
                                        </p:set>
                                        <p:anim calcmode="lin" valueType="num">
                                          <p:cBhvr>
                                            <p:cTn id="86" dur="1000" fill="hold"/>
                                            <p:tgtEl>
                                              <p:spTgt spid="54"/>
                                            </p:tgtEl>
                                            <p:attrNameLst>
                                              <p:attrName>ppt_w</p:attrName>
                                            </p:attrNameLst>
                                          </p:cBhvr>
                                          <p:tavLst>
                                            <p:tav tm="0">
                                              <p:val>
                                                <p:fltVal val="0"/>
                                              </p:val>
                                            </p:tav>
                                            <p:tav tm="100000">
                                              <p:val>
                                                <p:strVal val="#ppt_w"/>
                                              </p:val>
                                            </p:tav>
                                          </p:tavLst>
                                        </p:anim>
                                        <p:anim calcmode="lin" valueType="num">
                                          <p:cBhvr>
                                            <p:cTn id="87" dur="1000" fill="hold"/>
                                            <p:tgtEl>
                                              <p:spTgt spid="54"/>
                                            </p:tgtEl>
                                            <p:attrNameLst>
                                              <p:attrName>ppt_h</p:attrName>
                                            </p:attrNameLst>
                                          </p:cBhvr>
                                          <p:tavLst>
                                            <p:tav tm="0">
                                              <p:val>
                                                <p:fltVal val="0"/>
                                              </p:val>
                                            </p:tav>
                                            <p:tav tm="100000">
                                              <p:val>
                                                <p:strVal val="#ppt_h"/>
                                              </p:val>
                                            </p:tav>
                                          </p:tavLst>
                                        </p:anim>
                                        <p:anim calcmode="lin" valueType="num">
                                          <p:cBhvr>
                                            <p:cTn id="88" dur="1000" fill="hold"/>
                                            <p:tgtEl>
                                              <p:spTgt spid="54"/>
                                            </p:tgtEl>
                                            <p:attrNameLst>
                                              <p:attrName>ppt_x</p:attrName>
                                            </p:attrNameLst>
                                          </p:cBhvr>
                                          <p:tavLst>
                                            <p:tav tm="0" fmla="#ppt_x+(cos(-2*pi*(1-$))*-#ppt_x-sin(-2*pi*(1-$))*(1-#ppt_y))*(1-$)">
                                              <p:val>
                                                <p:fltVal val="0"/>
                                              </p:val>
                                            </p:tav>
                                            <p:tav tm="100000">
                                              <p:val>
                                                <p:fltVal val="1"/>
                                              </p:val>
                                            </p:tav>
                                          </p:tavLst>
                                        </p:anim>
                                        <p:anim calcmode="lin" valueType="num">
                                          <p:cBhvr>
                                            <p:cTn id="89" dur="1000" fill="hold"/>
                                            <p:tgtEl>
                                              <p:spTgt spid="54"/>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4" grpId="0"/>
          <p:bldP spid="37" grpId="0"/>
          <p:bldP spid="44" grpId="0" animBg="1"/>
          <p:bldP spid="50" grpId="0" animBg="1"/>
          <p:bldP spid="53" grpId="0" animBg="1"/>
          <p:bldP spid="54" grpId="0" animBg="1"/>
          <p:bldP spid="55" grpId="0" animBg="1"/>
          <p:bldP spid="56" grpId="0" animBg="1"/>
          <p:bldP spid="56" grpId="1" animBg="1"/>
        </p:bldLst>
      </p:timing>
    </mc:Choice>
    <mc:Fallback>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22" presetClass="entr" presetSubtype="8" fill="hold" grpId="0" nodeType="withEffect">
                                      <p:stCondLst>
                                        <p:cond delay="250"/>
                                      </p:stCondLst>
                                      <p:childTnLst>
                                        <p:set>
                                          <p:cBhvr>
                                            <p:cTn id="12" dur="1" fill="hold">
                                              <p:stCondLst>
                                                <p:cond delay="0"/>
                                              </p:stCondLst>
                                            </p:cTn>
                                            <p:tgtEl>
                                              <p:spTgt spid="34"/>
                                            </p:tgtEl>
                                            <p:attrNameLst>
                                              <p:attrName>style.visibility</p:attrName>
                                            </p:attrNameLst>
                                          </p:cBhvr>
                                          <p:to>
                                            <p:strVal val="visible"/>
                                          </p:to>
                                        </p:set>
                                        <p:animEffect transition="in" filter="wipe(left)">
                                          <p:cBhvr>
                                            <p:cTn id="13" dur="1750"/>
                                            <p:tgtEl>
                                              <p:spTgt spid="34"/>
                                            </p:tgtEl>
                                          </p:cBhvr>
                                        </p:animEffect>
                                      </p:childTnLst>
                                    </p:cTn>
                                  </p:par>
                                  <p:par>
                                    <p:cTn id="14" presetID="22" presetClass="entr" presetSubtype="8" fill="hold" grpId="0" nodeType="withEffect">
                                      <p:stCondLst>
                                        <p:cond delay="250"/>
                                      </p:stCondLst>
                                      <p:childTnLst>
                                        <p:set>
                                          <p:cBhvr>
                                            <p:cTn id="15" dur="1" fill="hold">
                                              <p:stCondLst>
                                                <p:cond delay="0"/>
                                              </p:stCondLst>
                                            </p:cTn>
                                            <p:tgtEl>
                                              <p:spTgt spid="37"/>
                                            </p:tgtEl>
                                            <p:attrNameLst>
                                              <p:attrName>style.visibility</p:attrName>
                                            </p:attrNameLst>
                                          </p:cBhvr>
                                          <p:to>
                                            <p:strVal val="visible"/>
                                          </p:to>
                                        </p:set>
                                        <p:animEffect transition="in" filter="wipe(left)">
                                          <p:cBhvr>
                                            <p:cTn id="16" dur="1500"/>
                                            <p:tgtEl>
                                              <p:spTgt spid="37"/>
                                            </p:tgtEl>
                                          </p:cBhvr>
                                        </p:animEffect>
                                      </p:childTnLst>
                                    </p:cTn>
                                  </p:par>
                                </p:childTnLst>
                              </p:cTn>
                            </p:par>
                            <p:par>
                              <p:cTn id="17" fill="hold">
                                <p:stCondLst>
                                  <p:cond delay="500"/>
                                </p:stCondLst>
                                <p:childTnLst>
                                  <p:par>
                                    <p:cTn id="18" presetID="2" presetClass="entr" presetSubtype="2" fill="hold" nodeType="afterEffect">
                                      <p:stCondLst>
                                        <p:cond delay="0"/>
                                      </p:stCondLst>
                                      <p:childTnLst>
                                        <p:set>
                                          <p:cBhvr>
                                            <p:cTn id="19" dur="1" fill="hold">
                                              <p:stCondLst>
                                                <p:cond delay="0"/>
                                              </p:stCondLst>
                                            </p:cTn>
                                            <p:tgtEl>
                                              <p:spTgt spid="43"/>
                                            </p:tgtEl>
                                            <p:attrNameLst>
                                              <p:attrName>style.visibility</p:attrName>
                                            </p:attrNameLst>
                                          </p:cBhvr>
                                          <p:to>
                                            <p:strVal val="visible"/>
                                          </p:to>
                                        </p:set>
                                        <p:anim calcmode="lin" valueType="num">
                                          <p:cBhvr additive="base">
                                            <p:cTn id="20" dur="750" fill="hold"/>
                                            <p:tgtEl>
                                              <p:spTgt spid="43"/>
                                            </p:tgtEl>
                                            <p:attrNameLst>
                                              <p:attrName>ppt_x</p:attrName>
                                            </p:attrNameLst>
                                          </p:cBhvr>
                                          <p:tavLst>
                                            <p:tav tm="0">
                                              <p:val>
                                                <p:strVal val="1+#ppt_w/2"/>
                                              </p:val>
                                            </p:tav>
                                            <p:tav tm="100000">
                                              <p:val>
                                                <p:strVal val="#ppt_x"/>
                                              </p:val>
                                            </p:tav>
                                          </p:tavLst>
                                        </p:anim>
                                        <p:anim calcmode="lin" valueType="num">
                                          <p:cBhvr additive="base">
                                            <p:cTn id="21" dur="750" fill="hold"/>
                                            <p:tgtEl>
                                              <p:spTgt spid="43"/>
                                            </p:tgtEl>
                                            <p:attrNameLst>
                                              <p:attrName>ppt_y</p:attrName>
                                            </p:attrNameLst>
                                          </p:cBhvr>
                                          <p:tavLst>
                                            <p:tav tm="0">
                                              <p:val>
                                                <p:strVal val="#ppt_y"/>
                                              </p:val>
                                            </p:tav>
                                            <p:tav tm="100000">
                                              <p:val>
                                                <p:strVal val="#ppt_y"/>
                                              </p:val>
                                            </p:tav>
                                          </p:tavLst>
                                        </p:anim>
                                      </p:childTnLst>
                                    </p:cTn>
                                  </p:par>
                                </p:childTnLst>
                              </p:cTn>
                            </p:par>
                            <p:par>
                              <p:cTn id="22" fill="hold">
                                <p:stCondLst>
                                  <p:cond delay="1500"/>
                                </p:stCondLst>
                                <p:childTnLst>
                                  <p:par>
                                    <p:cTn id="23" presetID="2" presetClass="entr" presetSubtype="2" fill="hold" nodeType="afterEffect">
                                      <p:stCondLst>
                                        <p:cond delay="0"/>
                                      </p:stCondLst>
                                      <p:childTnLst>
                                        <p:set>
                                          <p:cBhvr>
                                            <p:cTn id="24" dur="1" fill="hold">
                                              <p:stCondLst>
                                                <p:cond delay="0"/>
                                              </p:stCondLst>
                                            </p:cTn>
                                            <p:tgtEl>
                                              <p:spTgt spid="39"/>
                                            </p:tgtEl>
                                            <p:attrNameLst>
                                              <p:attrName>style.visibility</p:attrName>
                                            </p:attrNameLst>
                                          </p:cBhvr>
                                          <p:to>
                                            <p:strVal val="visible"/>
                                          </p:to>
                                        </p:set>
                                        <p:anim calcmode="lin" valueType="num">
                                          <p:cBhvr additive="base">
                                            <p:cTn id="25" dur="750" fill="hold"/>
                                            <p:tgtEl>
                                              <p:spTgt spid="39"/>
                                            </p:tgtEl>
                                            <p:attrNameLst>
                                              <p:attrName>ppt_x</p:attrName>
                                            </p:attrNameLst>
                                          </p:cBhvr>
                                          <p:tavLst>
                                            <p:tav tm="0">
                                              <p:val>
                                                <p:strVal val="1+#ppt_w/2"/>
                                              </p:val>
                                            </p:tav>
                                            <p:tav tm="100000">
                                              <p:val>
                                                <p:strVal val="#ppt_x"/>
                                              </p:val>
                                            </p:tav>
                                          </p:tavLst>
                                        </p:anim>
                                        <p:anim calcmode="lin" valueType="num">
                                          <p:cBhvr additive="base">
                                            <p:cTn id="26" dur="750" fill="hold"/>
                                            <p:tgtEl>
                                              <p:spTgt spid="39"/>
                                            </p:tgtEl>
                                            <p:attrNameLst>
                                              <p:attrName>ppt_y</p:attrName>
                                            </p:attrNameLst>
                                          </p:cBhvr>
                                          <p:tavLst>
                                            <p:tav tm="0">
                                              <p:val>
                                                <p:strVal val="#ppt_y"/>
                                              </p:val>
                                            </p:tav>
                                            <p:tav tm="100000">
                                              <p:val>
                                                <p:strVal val="#ppt_y"/>
                                              </p:val>
                                            </p:tav>
                                          </p:tavLst>
                                        </p:anim>
                                      </p:childTnLst>
                                    </p:cTn>
                                  </p:par>
                                </p:childTnLst>
                              </p:cTn>
                            </p:par>
                            <p:par>
                              <p:cTn id="27" fill="hold">
                                <p:stCondLst>
                                  <p:cond delay="2500"/>
                                </p:stCondLst>
                                <p:childTnLst>
                                  <p:par>
                                    <p:cTn id="28" presetID="2" presetClass="entr" presetSubtype="2" fill="hold" nodeType="afterEffect">
                                      <p:stCondLst>
                                        <p:cond delay="0"/>
                                      </p:stCondLst>
                                      <p:childTnLst>
                                        <p:set>
                                          <p:cBhvr>
                                            <p:cTn id="29" dur="1" fill="hold">
                                              <p:stCondLst>
                                                <p:cond delay="0"/>
                                              </p:stCondLst>
                                            </p:cTn>
                                            <p:tgtEl>
                                              <p:spTgt spid="80"/>
                                            </p:tgtEl>
                                            <p:attrNameLst>
                                              <p:attrName>style.visibility</p:attrName>
                                            </p:attrNameLst>
                                          </p:cBhvr>
                                          <p:to>
                                            <p:strVal val="visible"/>
                                          </p:to>
                                        </p:set>
                                        <p:anim calcmode="lin" valueType="num">
                                          <p:cBhvr additive="base">
                                            <p:cTn id="30" dur="750" fill="hold"/>
                                            <p:tgtEl>
                                              <p:spTgt spid="80"/>
                                            </p:tgtEl>
                                            <p:attrNameLst>
                                              <p:attrName>ppt_x</p:attrName>
                                            </p:attrNameLst>
                                          </p:cBhvr>
                                          <p:tavLst>
                                            <p:tav tm="0">
                                              <p:val>
                                                <p:strVal val="1+#ppt_w/2"/>
                                              </p:val>
                                            </p:tav>
                                            <p:tav tm="100000">
                                              <p:val>
                                                <p:strVal val="#ppt_x"/>
                                              </p:val>
                                            </p:tav>
                                          </p:tavLst>
                                        </p:anim>
                                        <p:anim calcmode="lin" valueType="num">
                                          <p:cBhvr additive="base">
                                            <p:cTn id="31" dur="750" fill="hold"/>
                                            <p:tgtEl>
                                              <p:spTgt spid="80"/>
                                            </p:tgtEl>
                                            <p:attrNameLst>
                                              <p:attrName>ppt_y</p:attrName>
                                            </p:attrNameLst>
                                          </p:cBhvr>
                                          <p:tavLst>
                                            <p:tav tm="0">
                                              <p:val>
                                                <p:strVal val="#ppt_y"/>
                                              </p:val>
                                            </p:tav>
                                            <p:tav tm="100000">
                                              <p:val>
                                                <p:strVal val="#ppt_y"/>
                                              </p:val>
                                            </p:tav>
                                          </p:tavLst>
                                        </p:anim>
                                      </p:childTnLst>
                                    </p:cTn>
                                  </p:par>
                                </p:childTnLst>
                              </p:cTn>
                            </p:par>
                            <p:par>
                              <p:cTn id="32" fill="hold">
                                <p:stCondLst>
                                  <p:cond delay="3500"/>
                                </p:stCondLst>
                                <p:childTnLst>
                                  <p:par>
                                    <p:cTn id="33" presetID="2" presetClass="entr" presetSubtype="2" fill="hold" nodeType="afterEffect">
                                      <p:stCondLst>
                                        <p:cond delay="0"/>
                                      </p:stCondLst>
                                      <p:childTnLst>
                                        <p:set>
                                          <p:cBhvr>
                                            <p:cTn id="34" dur="1" fill="hold">
                                              <p:stCondLst>
                                                <p:cond delay="0"/>
                                              </p:stCondLst>
                                            </p:cTn>
                                            <p:tgtEl>
                                              <p:spTgt spid="88"/>
                                            </p:tgtEl>
                                            <p:attrNameLst>
                                              <p:attrName>style.visibility</p:attrName>
                                            </p:attrNameLst>
                                          </p:cBhvr>
                                          <p:to>
                                            <p:strVal val="visible"/>
                                          </p:to>
                                        </p:set>
                                        <p:anim calcmode="lin" valueType="num">
                                          <p:cBhvr additive="base">
                                            <p:cTn id="35" dur="750" fill="hold"/>
                                            <p:tgtEl>
                                              <p:spTgt spid="88"/>
                                            </p:tgtEl>
                                            <p:attrNameLst>
                                              <p:attrName>ppt_x</p:attrName>
                                            </p:attrNameLst>
                                          </p:cBhvr>
                                          <p:tavLst>
                                            <p:tav tm="0">
                                              <p:val>
                                                <p:strVal val="1+#ppt_w/2"/>
                                              </p:val>
                                            </p:tav>
                                            <p:tav tm="100000">
                                              <p:val>
                                                <p:strVal val="#ppt_x"/>
                                              </p:val>
                                            </p:tav>
                                          </p:tavLst>
                                        </p:anim>
                                        <p:anim calcmode="lin" valueType="num">
                                          <p:cBhvr additive="base">
                                            <p:cTn id="36" dur="750" fill="hold"/>
                                            <p:tgtEl>
                                              <p:spTgt spid="88"/>
                                            </p:tgtEl>
                                            <p:attrNameLst>
                                              <p:attrName>ppt_y</p:attrName>
                                            </p:attrNameLst>
                                          </p:cBhvr>
                                          <p:tavLst>
                                            <p:tav tm="0">
                                              <p:val>
                                                <p:strVal val="#ppt_y"/>
                                              </p:val>
                                            </p:tav>
                                            <p:tav tm="100000">
                                              <p:val>
                                                <p:strVal val="#ppt_y"/>
                                              </p:val>
                                            </p:tav>
                                          </p:tavLst>
                                        </p:anim>
                                      </p:childTnLst>
                                    </p:cTn>
                                  </p:par>
                                </p:childTnLst>
                              </p:cTn>
                            </p:par>
                            <p:par>
                              <p:cTn id="37" fill="hold">
                                <p:stCondLst>
                                  <p:cond delay="4500"/>
                                </p:stCondLst>
                                <p:childTnLst>
                                  <p:par>
                                    <p:cTn id="38" presetID="2" presetClass="entr" presetSubtype="2" fill="hold" nodeType="afterEffect">
                                      <p:stCondLst>
                                        <p:cond delay="0"/>
                                      </p:stCondLst>
                                      <p:childTnLst>
                                        <p:set>
                                          <p:cBhvr>
                                            <p:cTn id="39" dur="1" fill="hold">
                                              <p:stCondLst>
                                                <p:cond delay="0"/>
                                              </p:stCondLst>
                                            </p:cTn>
                                            <p:tgtEl>
                                              <p:spTgt spid="96"/>
                                            </p:tgtEl>
                                            <p:attrNameLst>
                                              <p:attrName>style.visibility</p:attrName>
                                            </p:attrNameLst>
                                          </p:cBhvr>
                                          <p:to>
                                            <p:strVal val="visible"/>
                                          </p:to>
                                        </p:set>
                                        <p:anim calcmode="lin" valueType="num">
                                          <p:cBhvr additive="base">
                                            <p:cTn id="40" dur="750" fill="hold"/>
                                            <p:tgtEl>
                                              <p:spTgt spid="96"/>
                                            </p:tgtEl>
                                            <p:attrNameLst>
                                              <p:attrName>ppt_x</p:attrName>
                                            </p:attrNameLst>
                                          </p:cBhvr>
                                          <p:tavLst>
                                            <p:tav tm="0">
                                              <p:val>
                                                <p:strVal val="1+#ppt_w/2"/>
                                              </p:val>
                                            </p:tav>
                                            <p:tav tm="100000">
                                              <p:val>
                                                <p:strVal val="#ppt_x"/>
                                              </p:val>
                                            </p:tav>
                                          </p:tavLst>
                                        </p:anim>
                                        <p:anim calcmode="lin" valueType="num">
                                          <p:cBhvr additive="base">
                                            <p:cTn id="41" dur="750" fill="hold"/>
                                            <p:tgtEl>
                                              <p:spTgt spid="96"/>
                                            </p:tgtEl>
                                            <p:attrNameLst>
                                              <p:attrName>ppt_y</p:attrName>
                                            </p:attrNameLst>
                                          </p:cBhvr>
                                          <p:tavLst>
                                            <p:tav tm="0">
                                              <p:val>
                                                <p:strVal val="#ppt_y"/>
                                              </p:val>
                                            </p:tav>
                                            <p:tav tm="100000">
                                              <p:val>
                                                <p:strVal val="#ppt_y"/>
                                              </p:val>
                                            </p:tav>
                                          </p:tavLst>
                                        </p:anim>
                                      </p:childTnLst>
                                    </p:cTn>
                                  </p:par>
                                  <p:par>
                                    <p:cTn id="42" presetID="15" presetClass="entr" presetSubtype="0" fill="hold" grpId="0" nodeType="withEffect">
                                      <p:stCondLst>
                                        <p:cond delay="0"/>
                                      </p:stCondLst>
                                      <p:childTnLst>
                                        <p:set>
                                          <p:cBhvr>
                                            <p:cTn id="43" dur="1" fill="hold">
                                              <p:stCondLst>
                                                <p:cond delay="0"/>
                                              </p:stCondLst>
                                            </p:cTn>
                                            <p:tgtEl>
                                              <p:spTgt spid="56"/>
                                            </p:tgtEl>
                                            <p:attrNameLst>
                                              <p:attrName>style.visibility</p:attrName>
                                            </p:attrNameLst>
                                          </p:cBhvr>
                                          <p:to>
                                            <p:strVal val="visible"/>
                                          </p:to>
                                        </p:set>
                                        <p:anim calcmode="lin" valueType="num">
                                          <p:cBhvr>
                                            <p:cTn id="44" dur="1000" fill="hold"/>
                                            <p:tgtEl>
                                              <p:spTgt spid="56"/>
                                            </p:tgtEl>
                                            <p:attrNameLst>
                                              <p:attrName>ppt_w</p:attrName>
                                            </p:attrNameLst>
                                          </p:cBhvr>
                                          <p:tavLst>
                                            <p:tav tm="0">
                                              <p:val>
                                                <p:fltVal val="0"/>
                                              </p:val>
                                            </p:tav>
                                            <p:tav tm="100000">
                                              <p:val>
                                                <p:strVal val="#ppt_w"/>
                                              </p:val>
                                            </p:tav>
                                          </p:tavLst>
                                        </p:anim>
                                        <p:anim calcmode="lin" valueType="num">
                                          <p:cBhvr>
                                            <p:cTn id="45" dur="1000" fill="hold"/>
                                            <p:tgtEl>
                                              <p:spTgt spid="56"/>
                                            </p:tgtEl>
                                            <p:attrNameLst>
                                              <p:attrName>ppt_h</p:attrName>
                                            </p:attrNameLst>
                                          </p:cBhvr>
                                          <p:tavLst>
                                            <p:tav tm="0">
                                              <p:val>
                                                <p:fltVal val="0"/>
                                              </p:val>
                                            </p:tav>
                                            <p:tav tm="100000">
                                              <p:val>
                                                <p:strVal val="#ppt_h"/>
                                              </p:val>
                                            </p:tav>
                                          </p:tavLst>
                                        </p:anim>
                                        <p:anim calcmode="lin" valueType="num">
                                          <p:cBhvr>
                                            <p:cTn id="46" dur="1000" fill="hold"/>
                                            <p:tgtEl>
                                              <p:spTgt spid="56"/>
                                            </p:tgtEl>
                                            <p:attrNameLst>
                                              <p:attrName>ppt_x</p:attrName>
                                            </p:attrNameLst>
                                          </p:cBhvr>
                                          <p:tavLst>
                                            <p:tav tm="0" fmla="#ppt_x+(cos(-2*pi*(1-$))*-#ppt_x-sin(-2*pi*(1-$))*(1-#ppt_y))*(1-$)">
                                              <p:val>
                                                <p:fltVal val="0"/>
                                              </p:val>
                                            </p:tav>
                                            <p:tav tm="100000">
                                              <p:val>
                                                <p:fltVal val="1"/>
                                              </p:val>
                                            </p:tav>
                                          </p:tavLst>
                                        </p:anim>
                                        <p:anim calcmode="lin" valueType="num">
                                          <p:cBhvr>
                                            <p:cTn id="47" dur="1000" fill="hold"/>
                                            <p:tgtEl>
                                              <p:spTgt spid="56"/>
                                            </p:tgtEl>
                                            <p:attrNameLst>
                                              <p:attrName>ppt_y</p:attrName>
                                            </p:attrNameLst>
                                          </p:cBhvr>
                                          <p:tavLst>
                                            <p:tav tm="0" fmla="#ppt_y+(sin(-2*pi*(1-$))*-#ppt_x+cos(-2*pi*(1-$))*(1-#ppt_y))*(1-$)">
                                              <p:val>
                                                <p:fltVal val="0"/>
                                              </p:val>
                                            </p:tav>
                                            <p:tav tm="100000">
                                              <p:val>
                                                <p:fltVal val="1"/>
                                              </p:val>
                                            </p:tav>
                                          </p:tavLst>
                                        </p:anim>
                                      </p:childTnLst>
                                    </p:cTn>
                                  </p:par>
                                  <p:par>
                                    <p:cTn id="48" presetID="15" presetClass="entr" presetSubtype="0" fill="hold" grpId="0" nodeType="withEffect">
                                      <p:stCondLst>
                                        <p:cond delay="0"/>
                                      </p:stCondLst>
                                      <p:childTnLst>
                                        <p:set>
                                          <p:cBhvr>
                                            <p:cTn id="49" dur="1" fill="hold">
                                              <p:stCondLst>
                                                <p:cond delay="0"/>
                                              </p:stCondLst>
                                            </p:cTn>
                                            <p:tgtEl>
                                              <p:spTgt spid="50"/>
                                            </p:tgtEl>
                                            <p:attrNameLst>
                                              <p:attrName>style.visibility</p:attrName>
                                            </p:attrNameLst>
                                          </p:cBhvr>
                                          <p:to>
                                            <p:strVal val="visible"/>
                                          </p:to>
                                        </p:set>
                                        <p:anim calcmode="lin" valueType="num">
                                          <p:cBhvr>
                                            <p:cTn id="50" dur="1000" fill="hold"/>
                                            <p:tgtEl>
                                              <p:spTgt spid="50"/>
                                            </p:tgtEl>
                                            <p:attrNameLst>
                                              <p:attrName>ppt_w</p:attrName>
                                            </p:attrNameLst>
                                          </p:cBhvr>
                                          <p:tavLst>
                                            <p:tav tm="0">
                                              <p:val>
                                                <p:fltVal val="0"/>
                                              </p:val>
                                            </p:tav>
                                            <p:tav tm="100000">
                                              <p:val>
                                                <p:strVal val="#ppt_w"/>
                                              </p:val>
                                            </p:tav>
                                          </p:tavLst>
                                        </p:anim>
                                        <p:anim calcmode="lin" valueType="num">
                                          <p:cBhvr>
                                            <p:cTn id="51" dur="1000" fill="hold"/>
                                            <p:tgtEl>
                                              <p:spTgt spid="50"/>
                                            </p:tgtEl>
                                            <p:attrNameLst>
                                              <p:attrName>ppt_h</p:attrName>
                                            </p:attrNameLst>
                                          </p:cBhvr>
                                          <p:tavLst>
                                            <p:tav tm="0">
                                              <p:val>
                                                <p:fltVal val="0"/>
                                              </p:val>
                                            </p:tav>
                                            <p:tav tm="100000">
                                              <p:val>
                                                <p:strVal val="#ppt_h"/>
                                              </p:val>
                                            </p:tav>
                                          </p:tavLst>
                                        </p:anim>
                                        <p:anim calcmode="lin" valueType="num">
                                          <p:cBhvr>
                                            <p:cTn id="52" dur="1000" fill="hold"/>
                                            <p:tgtEl>
                                              <p:spTgt spid="50"/>
                                            </p:tgtEl>
                                            <p:attrNameLst>
                                              <p:attrName>ppt_x</p:attrName>
                                            </p:attrNameLst>
                                          </p:cBhvr>
                                          <p:tavLst>
                                            <p:tav tm="0" fmla="#ppt_x+(cos(-2*pi*(1-$))*-#ppt_x-sin(-2*pi*(1-$))*(1-#ppt_y))*(1-$)">
                                              <p:val>
                                                <p:fltVal val="0"/>
                                              </p:val>
                                            </p:tav>
                                            <p:tav tm="100000">
                                              <p:val>
                                                <p:fltVal val="1"/>
                                              </p:val>
                                            </p:tav>
                                          </p:tavLst>
                                        </p:anim>
                                        <p:anim calcmode="lin" valueType="num">
                                          <p:cBhvr>
                                            <p:cTn id="53" dur="1000" fill="hold"/>
                                            <p:tgtEl>
                                              <p:spTgt spid="50"/>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54" fill="hold">
                          <p:stCondLst>
                            <p:cond delay="indefinite"/>
                          </p:stCondLst>
                          <p:childTnLst>
                            <p:par>
                              <p:cTn id="55" fill="hold">
                                <p:stCondLst>
                                  <p:cond delay="0"/>
                                </p:stCondLst>
                                <p:childTnLst>
                                  <p:par>
                                    <p:cTn id="56" presetID="15" presetClass="entr" presetSubtype="0" fill="hold" grpId="0" nodeType="clickEffect">
                                      <p:stCondLst>
                                        <p:cond delay="0"/>
                                      </p:stCondLst>
                                      <p:childTnLst>
                                        <p:set>
                                          <p:cBhvr>
                                            <p:cTn id="57" dur="1" fill="hold">
                                              <p:stCondLst>
                                                <p:cond delay="0"/>
                                              </p:stCondLst>
                                            </p:cTn>
                                            <p:tgtEl>
                                              <p:spTgt spid="55"/>
                                            </p:tgtEl>
                                            <p:attrNameLst>
                                              <p:attrName>style.visibility</p:attrName>
                                            </p:attrNameLst>
                                          </p:cBhvr>
                                          <p:to>
                                            <p:strVal val="visible"/>
                                          </p:to>
                                        </p:set>
                                        <p:anim calcmode="lin" valueType="num">
                                          <p:cBhvr>
                                            <p:cTn id="58" dur="1000" fill="hold"/>
                                            <p:tgtEl>
                                              <p:spTgt spid="55"/>
                                            </p:tgtEl>
                                            <p:attrNameLst>
                                              <p:attrName>ppt_w</p:attrName>
                                            </p:attrNameLst>
                                          </p:cBhvr>
                                          <p:tavLst>
                                            <p:tav tm="0">
                                              <p:val>
                                                <p:fltVal val="0"/>
                                              </p:val>
                                            </p:tav>
                                            <p:tav tm="100000">
                                              <p:val>
                                                <p:strVal val="#ppt_w"/>
                                              </p:val>
                                            </p:tav>
                                          </p:tavLst>
                                        </p:anim>
                                        <p:anim calcmode="lin" valueType="num">
                                          <p:cBhvr>
                                            <p:cTn id="59" dur="1000" fill="hold"/>
                                            <p:tgtEl>
                                              <p:spTgt spid="55"/>
                                            </p:tgtEl>
                                            <p:attrNameLst>
                                              <p:attrName>ppt_h</p:attrName>
                                            </p:attrNameLst>
                                          </p:cBhvr>
                                          <p:tavLst>
                                            <p:tav tm="0">
                                              <p:val>
                                                <p:fltVal val="0"/>
                                              </p:val>
                                            </p:tav>
                                            <p:tav tm="100000">
                                              <p:val>
                                                <p:strVal val="#ppt_h"/>
                                              </p:val>
                                            </p:tav>
                                          </p:tavLst>
                                        </p:anim>
                                        <p:anim calcmode="lin" valueType="num">
                                          <p:cBhvr>
                                            <p:cTn id="60" dur="1000" fill="hold"/>
                                            <p:tgtEl>
                                              <p:spTgt spid="55"/>
                                            </p:tgtEl>
                                            <p:attrNameLst>
                                              <p:attrName>ppt_x</p:attrName>
                                            </p:attrNameLst>
                                          </p:cBhvr>
                                          <p:tavLst>
                                            <p:tav tm="0" fmla="#ppt_x+(cos(-2*pi*(1-$))*-#ppt_x-sin(-2*pi*(1-$))*(1-#ppt_y))*(1-$)">
                                              <p:val>
                                                <p:fltVal val="0"/>
                                              </p:val>
                                            </p:tav>
                                            <p:tav tm="100000">
                                              <p:val>
                                                <p:fltVal val="1"/>
                                              </p:val>
                                            </p:tav>
                                          </p:tavLst>
                                        </p:anim>
                                        <p:anim calcmode="lin" valueType="num">
                                          <p:cBhvr>
                                            <p:cTn id="61" dur="1000" fill="hold"/>
                                            <p:tgtEl>
                                              <p:spTgt spid="55"/>
                                            </p:tgtEl>
                                            <p:attrNameLst>
                                              <p:attrName>ppt_y</p:attrName>
                                            </p:attrNameLst>
                                          </p:cBhvr>
                                          <p:tavLst>
                                            <p:tav tm="0" fmla="#ppt_y+(sin(-2*pi*(1-$))*-#ppt_x+cos(-2*pi*(1-$))*(1-#ppt_y))*(1-$)">
                                              <p:val>
                                                <p:fltVal val="0"/>
                                              </p:val>
                                            </p:tav>
                                            <p:tav tm="100000">
                                              <p:val>
                                                <p:fltVal val="1"/>
                                              </p:val>
                                            </p:tav>
                                          </p:tavLst>
                                        </p:anim>
                                      </p:childTnLst>
                                    </p:cTn>
                                  </p:par>
                                  <p:par>
                                    <p:cTn id="62" presetID="15" presetClass="entr" presetSubtype="0" fill="hold" grpId="0" nodeType="withEffect">
                                      <p:stCondLst>
                                        <p:cond delay="0"/>
                                      </p:stCondLst>
                                      <p:childTnLst>
                                        <p:set>
                                          <p:cBhvr>
                                            <p:cTn id="63" dur="1" fill="hold">
                                              <p:stCondLst>
                                                <p:cond delay="0"/>
                                              </p:stCondLst>
                                            </p:cTn>
                                            <p:tgtEl>
                                              <p:spTgt spid="44"/>
                                            </p:tgtEl>
                                            <p:attrNameLst>
                                              <p:attrName>style.visibility</p:attrName>
                                            </p:attrNameLst>
                                          </p:cBhvr>
                                          <p:to>
                                            <p:strVal val="visible"/>
                                          </p:to>
                                        </p:set>
                                        <p:anim calcmode="lin" valueType="num">
                                          <p:cBhvr>
                                            <p:cTn id="64" dur="1000" fill="hold"/>
                                            <p:tgtEl>
                                              <p:spTgt spid="44"/>
                                            </p:tgtEl>
                                            <p:attrNameLst>
                                              <p:attrName>ppt_w</p:attrName>
                                            </p:attrNameLst>
                                          </p:cBhvr>
                                          <p:tavLst>
                                            <p:tav tm="0">
                                              <p:val>
                                                <p:fltVal val="0"/>
                                              </p:val>
                                            </p:tav>
                                            <p:tav tm="100000">
                                              <p:val>
                                                <p:strVal val="#ppt_w"/>
                                              </p:val>
                                            </p:tav>
                                          </p:tavLst>
                                        </p:anim>
                                        <p:anim calcmode="lin" valueType="num">
                                          <p:cBhvr>
                                            <p:cTn id="65" dur="1000" fill="hold"/>
                                            <p:tgtEl>
                                              <p:spTgt spid="44"/>
                                            </p:tgtEl>
                                            <p:attrNameLst>
                                              <p:attrName>ppt_h</p:attrName>
                                            </p:attrNameLst>
                                          </p:cBhvr>
                                          <p:tavLst>
                                            <p:tav tm="0">
                                              <p:val>
                                                <p:fltVal val="0"/>
                                              </p:val>
                                            </p:tav>
                                            <p:tav tm="100000">
                                              <p:val>
                                                <p:strVal val="#ppt_h"/>
                                              </p:val>
                                            </p:tav>
                                          </p:tavLst>
                                        </p:anim>
                                        <p:anim calcmode="lin" valueType="num">
                                          <p:cBhvr>
                                            <p:cTn id="66" dur="1000" fill="hold"/>
                                            <p:tgtEl>
                                              <p:spTgt spid="44"/>
                                            </p:tgtEl>
                                            <p:attrNameLst>
                                              <p:attrName>ppt_x</p:attrName>
                                            </p:attrNameLst>
                                          </p:cBhvr>
                                          <p:tavLst>
                                            <p:tav tm="0" fmla="#ppt_x+(cos(-2*pi*(1-$))*-#ppt_x-sin(-2*pi*(1-$))*(1-#ppt_y))*(1-$)">
                                              <p:val>
                                                <p:fltVal val="0"/>
                                              </p:val>
                                            </p:tav>
                                            <p:tav tm="100000">
                                              <p:val>
                                                <p:fltVal val="1"/>
                                              </p:val>
                                            </p:tav>
                                          </p:tavLst>
                                        </p:anim>
                                        <p:anim calcmode="lin" valueType="num">
                                          <p:cBhvr>
                                            <p:cTn id="67" dur="1000" fill="hold"/>
                                            <p:tgtEl>
                                              <p:spTgt spid="44"/>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68" fill="hold">
                          <p:stCondLst>
                            <p:cond delay="indefinite"/>
                          </p:stCondLst>
                          <p:childTnLst>
                            <p:par>
                              <p:cTn id="69" fill="hold">
                                <p:stCondLst>
                                  <p:cond delay="0"/>
                                </p:stCondLst>
                                <p:childTnLst>
                                  <p:par>
                                    <p:cTn id="70" presetID="15" presetClass="entr" presetSubtype="0" fill="hold" grpId="1" nodeType="clickEffect">
                                      <p:stCondLst>
                                        <p:cond delay="0"/>
                                      </p:stCondLst>
                                      <p:childTnLst>
                                        <p:set>
                                          <p:cBhvr>
                                            <p:cTn id="71" dur="1" fill="hold">
                                              <p:stCondLst>
                                                <p:cond delay="0"/>
                                              </p:stCondLst>
                                            </p:cTn>
                                            <p:tgtEl>
                                              <p:spTgt spid="56"/>
                                            </p:tgtEl>
                                            <p:attrNameLst>
                                              <p:attrName>style.visibility</p:attrName>
                                            </p:attrNameLst>
                                          </p:cBhvr>
                                          <p:to>
                                            <p:strVal val="visible"/>
                                          </p:to>
                                        </p:set>
                                        <p:anim calcmode="lin" valueType="num">
                                          <p:cBhvr>
                                            <p:cTn id="72" dur="1000" fill="hold"/>
                                            <p:tgtEl>
                                              <p:spTgt spid="56"/>
                                            </p:tgtEl>
                                            <p:attrNameLst>
                                              <p:attrName>ppt_w</p:attrName>
                                            </p:attrNameLst>
                                          </p:cBhvr>
                                          <p:tavLst>
                                            <p:tav tm="0">
                                              <p:val>
                                                <p:fltVal val="0"/>
                                              </p:val>
                                            </p:tav>
                                            <p:tav tm="100000">
                                              <p:val>
                                                <p:strVal val="#ppt_w"/>
                                              </p:val>
                                            </p:tav>
                                          </p:tavLst>
                                        </p:anim>
                                        <p:anim calcmode="lin" valueType="num">
                                          <p:cBhvr>
                                            <p:cTn id="73" dur="1000" fill="hold"/>
                                            <p:tgtEl>
                                              <p:spTgt spid="56"/>
                                            </p:tgtEl>
                                            <p:attrNameLst>
                                              <p:attrName>ppt_h</p:attrName>
                                            </p:attrNameLst>
                                          </p:cBhvr>
                                          <p:tavLst>
                                            <p:tav tm="0">
                                              <p:val>
                                                <p:fltVal val="0"/>
                                              </p:val>
                                            </p:tav>
                                            <p:tav tm="100000">
                                              <p:val>
                                                <p:strVal val="#ppt_h"/>
                                              </p:val>
                                            </p:tav>
                                          </p:tavLst>
                                        </p:anim>
                                        <p:anim calcmode="lin" valueType="num">
                                          <p:cBhvr>
                                            <p:cTn id="74" dur="1000" fill="hold"/>
                                            <p:tgtEl>
                                              <p:spTgt spid="56"/>
                                            </p:tgtEl>
                                            <p:attrNameLst>
                                              <p:attrName>ppt_x</p:attrName>
                                            </p:attrNameLst>
                                          </p:cBhvr>
                                          <p:tavLst>
                                            <p:tav tm="0" fmla="#ppt_x+(cos(-2*pi*(1-$))*-#ppt_x-sin(-2*pi*(1-$))*(1-#ppt_y))*(1-$)">
                                              <p:val>
                                                <p:fltVal val="0"/>
                                              </p:val>
                                            </p:tav>
                                            <p:tav tm="100000">
                                              <p:val>
                                                <p:fltVal val="1"/>
                                              </p:val>
                                            </p:tav>
                                          </p:tavLst>
                                        </p:anim>
                                        <p:anim calcmode="lin" valueType="num">
                                          <p:cBhvr>
                                            <p:cTn id="75" dur="1000" fill="hold"/>
                                            <p:tgtEl>
                                              <p:spTgt spid="56"/>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76" fill="hold">
                          <p:stCondLst>
                            <p:cond delay="indefinite"/>
                          </p:stCondLst>
                          <p:childTnLst>
                            <p:par>
                              <p:cTn id="77" fill="hold">
                                <p:stCondLst>
                                  <p:cond delay="0"/>
                                </p:stCondLst>
                                <p:childTnLst>
                                  <p:par>
                                    <p:cTn id="78" presetID="15" presetClass="entr" presetSubtype="0" fill="hold" grpId="0" nodeType="clickEffect">
                                      <p:stCondLst>
                                        <p:cond delay="0"/>
                                      </p:stCondLst>
                                      <p:childTnLst>
                                        <p:set>
                                          <p:cBhvr>
                                            <p:cTn id="79" dur="1" fill="hold">
                                              <p:stCondLst>
                                                <p:cond delay="0"/>
                                              </p:stCondLst>
                                            </p:cTn>
                                            <p:tgtEl>
                                              <p:spTgt spid="53"/>
                                            </p:tgtEl>
                                            <p:attrNameLst>
                                              <p:attrName>style.visibility</p:attrName>
                                            </p:attrNameLst>
                                          </p:cBhvr>
                                          <p:to>
                                            <p:strVal val="visible"/>
                                          </p:to>
                                        </p:set>
                                        <p:anim calcmode="lin" valueType="num">
                                          <p:cBhvr>
                                            <p:cTn id="80" dur="1000" fill="hold"/>
                                            <p:tgtEl>
                                              <p:spTgt spid="53"/>
                                            </p:tgtEl>
                                            <p:attrNameLst>
                                              <p:attrName>ppt_w</p:attrName>
                                            </p:attrNameLst>
                                          </p:cBhvr>
                                          <p:tavLst>
                                            <p:tav tm="0">
                                              <p:val>
                                                <p:fltVal val="0"/>
                                              </p:val>
                                            </p:tav>
                                            <p:tav tm="100000">
                                              <p:val>
                                                <p:strVal val="#ppt_w"/>
                                              </p:val>
                                            </p:tav>
                                          </p:tavLst>
                                        </p:anim>
                                        <p:anim calcmode="lin" valueType="num">
                                          <p:cBhvr>
                                            <p:cTn id="81" dur="1000" fill="hold"/>
                                            <p:tgtEl>
                                              <p:spTgt spid="53"/>
                                            </p:tgtEl>
                                            <p:attrNameLst>
                                              <p:attrName>ppt_h</p:attrName>
                                            </p:attrNameLst>
                                          </p:cBhvr>
                                          <p:tavLst>
                                            <p:tav tm="0">
                                              <p:val>
                                                <p:fltVal val="0"/>
                                              </p:val>
                                            </p:tav>
                                            <p:tav tm="100000">
                                              <p:val>
                                                <p:strVal val="#ppt_h"/>
                                              </p:val>
                                            </p:tav>
                                          </p:tavLst>
                                        </p:anim>
                                        <p:anim calcmode="lin" valueType="num">
                                          <p:cBhvr>
                                            <p:cTn id="82" dur="1000" fill="hold"/>
                                            <p:tgtEl>
                                              <p:spTgt spid="53"/>
                                            </p:tgtEl>
                                            <p:attrNameLst>
                                              <p:attrName>ppt_x</p:attrName>
                                            </p:attrNameLst>
                                          </p:cBhvr>
                                          <p:tavLst>
                                            <p:tav tm="0" fmla="#ppt_x+(cos(-2*pi*(1-$))*-#ppt_x-sin(-2*pi*(1-$))*(1-#ppt_y))*(1-$)">
                                              <p:val>
                                                <p:fltVal val="0"/>
                                              </p:val>
                                            </p:tav>
                                            <p:tav tm="100000">
                                              <p:val>
                                                <p:fltVal val="1"/>
                                              </p:val>
                                            </p:tav>
                                          </p:tavLst>
                                        </p:anim>
                                        <p:anim calcmode="lin" valueType="num">
                                          <p:cBhvr>
                                            <p:cTn id="83" dur="1000" fill="hold"/>
                                            <p:tgtEl>
                                              <p:spTgt spid="53"/>
                                            </p:tgtEl>
                                            <p:attrNameLst>
                                              <p:attrName>ppt_y</p:attrName>
                                            </p:attrNameLst>
                                          </p:cBhvr>
                                          <p:tavLst>
                                            <p:tav tm="0" fmla="#ppt_y+(sin(-2*pi*(1-$))*-#ppt_x+cos(-2*pi*(1-$))*(1-#ppt_y))*(1-$)">
                                              <p:val>
                                                <p:fltVal val="0"/>
                                              </p:val>
                                            </p:tav>
                                            <p:tav tm="100000">
                                              <p:val>
                                                <p:fltVal val="1"/>
                                              </p:val>
                                            </p:tav>
                                          </p:tavLst>
                                        </p:anim>
                                      </p:childTnLst>
                                    </p:cTn>
                                  </p:par>
                                  <p:par>
                                    <p:cTn id="84" presetID="15" presetClass="entr" presetSubtype="0" fill="hold" grpId="0" nodeType="withEffect">
                                      <p:stCondLst>
                                        <p:cond delay="0"/>
                                      </p:stCondLst>
                                      <p:childTnLst>
                                        <p:set>
                                          <p:cBhvr>
                                            <p:cTn id="85" dur="1" fill="hold">
                                              <p:stCondLst>
                                                <p:cond delay="0"/>
                                              </p:stCondLst>
                                            </p:cTn>
                                            <p:tgtEl>
                                              <p:spTgt spid="54"/>
                                            </p:tgtEl>
                                            <p:attrNameLst>
                                              <p:attrName>style.visibility</p:attrName>
                                            </p:attrNameLst>
                                          </p:cBhvr>
                                          <p:to>
                                            <p:strVal val="visible"/>
                                          </p:to>
                                        </p:set>
                                        <p:anim calcmode="lin" valueType="num">
                                          <p:cBhvr>
                                            <p:cTn id="86" dur="1000" fill="hold"/>
                                            <p:tgtEl>
                                              <p:spTgt spid="54"/>
                                            </p:tgtEl>
                                            <p:attrNameLst>
                                              <p:attrName>ppt_w</p:attrName>
                                            </p:attrNameLst>
                                          </p:cBhvr>
                                          <p:tavLst>
                                            <p:tav tm="0">
                                              <p:val>
                                                <p:fltVal val="0"/>
                                              </p:val>
                                            </p:tav>
                                            <p:tav tm="100000">
                                              <p:val>
                                                <p:strVal val="#ppt_w"/>
                                              </p:val>
                                            </p:tav>
                                          </p:tavLst>
                                        </p:anim>
                                        <p:anim calcmode="lin" valueType="num">
                                          <p:cBhvr>
                                            <p:cTn id="87" dur="1000" fill="hold"/>
                                            <p:tgtEl>
                                              <p:spTgt spid="54"/>
                                            </p:tgtEl>
                                            <p:attrNameLst>
                                              <p:attrName>ppt_h</p:attrName>
                                            </p:attrNameLst>
                                          </p:cBhvr>
                                          <p:tavLst>
                                            <p:tav tm="0">
                                              <p:val>
                                                <p:fltVal val="0"/>
                                              </p:val>
                                            </p:tav>
                                            <p:tav tm="100000">
                                              <p:val>
                                                <p:strVal val="#ppt_h"/>
                                              </p:val>
                                            </p:tav>
                                          </p:tavLst>
                                        </p:anim>
                                        <p:anim calcmode="lin" valueType="num">
                                          <p:cBhvr>
                                            <p:cTn id="88" dur="1000" fill="hold"/>
                                            <p:tgtEl>
                                              <p:spTgt spid="54"/>
                                            </p:tgtEl>
                                            <p:attrNameLst>
                                              <p:attrName>ppt_x</p:attrName>
                                            </p:attrNameLst>
                                          </p:cBhvr>
                                          <p:tavLst>
                                            <p:tav tm="0" fmla="#ppt_x+(cos(-2*pi*(1-$))*-#ppt_x-sin(-2*pi*(1-$))*(1-#ppt_y))*(1-$)">
                                              <p:val>
                                                <p:fltVal val="0"/>
                                              </p:val>
                                            </p:tav>
                                            <p:tav tm="100000">
                                              <p:val>
                                                <p:fltVal val="1"/>
                                              </p:val>
                                            </p:tav>
                                          </p:tavLst>
                                        </p:anim>
                                        <p:anim calcmode="lin" valueType="num">
                                          <p:cBhvr>
                                            <p:cTn id="89" dur="1000" fill="hold"/>
                                            <p:tgtEl>
                                              <p:spTgt spid="54"/>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4" grpId="0"/>
          <p:bldP spid="37" grpId="0"/>
          <p:bldP spid="44" grpId="0" animBg="1"/>
          <p:bldP spid="50" grpId="0" animBg="1"/>
          <p:bldP spid="53" grpId="0" animBg="1"/>
          <p:bldP spid="54" grpId="0" animBg="1"/>
          <p:bldP spid="55" grpId="0" animBg="1"/>
          <p:bldP spid="56" grpId="0" animBg="1"/>
          <p:bldP spid="56" grpId="1" animBg="1"/>
        </p:bldLst>
      </p:timing>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1">
            <a:extLst>
              <a:ext uri="{BEBA8EAE-BF5A-486C-A8C5-ECC9F3942E4B}">
                <a14:imgProps xmlns:a14="http://schemas.microsoft.com/office/drawing/2010/main">
                  <a14:imgLayer r:embed="rId2">
                    <a14:imgEffect>
                      <a14:brightnessContrast contrast="40000"/>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0" y="0"/>
            <a:ext cx="12191999" cy="6858000"/>
          </a:xfrm>
          <a:prstGeom prst="rect">
            <a:avLst/>
          </a:prstGeom>
        </p:spPr>
      </p:pic>
      <p:sp>
        <p:nvSpPr>
          <p:cNvPr id="2" name="矩形 1"/>
          <p:cNvSpPr/>
          <p:nvPr/>
        </p:nvSpPr>
        <p:spPr>
          <a:xfrm>
            <a:off x="510556" y="583271"/>
            <a:ext cx="11526658" cy="5553635"/>
          </a:xfrm>
          <a:prstGeom prst="rect">
            <a:avLst/>
          </a:prstGeom>
          <a:solidFill>
            <a:schemeClr val="bg1">
              <a:alpha val="82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panose="020B0500000000000000" pitchFamily="34" charset="-122"/>
              <a:ea typeface="思源黑体" panose="020B0500000000000000" pitchFamily="34" charset="-122"/>
            </a:endParaRPr>
          </a:p>
        </p:txBody>
      </p:sp>
      <p:sp>
        <p:nvSpPr>
          <p:cNvPr id="44" name="菱形 43"/>
          <p:cNvSpPr/>
          <p:nvPr/>
        </p:nvSpPr>
        <p:spPr>
          <a:xfrm rot="20839757" flipH="1">
            <a:off x="9673633" y="6019027"/>
            <a:ext cx="1628327" cy="1628327"/>
          </a:xfrm>
          <a:prstGeom prst="diamond">
            <a:avLst/>
          </a:prstGeom>
          <a:noFill/>
          <a:ln w="161925">
            <a:solidFill>
              <a:srgbClr val="587DB8"/>
            </a:solidFill>
          </a:ln>
          <a:effectLst>
            <a:outerShdw blurRad="88900" dist="177800" dir="5400000" algn="ctr"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2C518E"/>
              </a:solidFill>
              <a:latin typeface="思源宋体 CN" panose="02020400000000000000" pitchFamily="18" charset="-122"/>
              <a:ea typeface="思源宋体 CN" panose="02020400000000000000" pitchFamily="18" charset="-122"/>
            </a:endParaRPr>
          </a:p>
        </p:txBody>
      </p:sp>
      <p:sp>
        <p:nvSpPr>
          <p:cNvPr id="50" name="菱形 49"/>
          <p:cNvSpPr/>
          <p:nvPr/>
        </p:nvSpPr>
        <p:spPr>
          <a:xfrm rot="20839757" flipH="1">
            <a:off x="11060260" y="4640911"/>
            <a:ext cx="2741727" cy="2741727"/>
          </a:xfrm>
          <a:prstGeom prst="diamond">
            <a:avLst/>
          </a:prstGeom>
          <a:noFill/>
          <a:ln w="196850">
            <a:solidFill>
              <a:srgbClr val="2C518E"/>
            </a:solidFill>
          </a:ln>
          <a:effectLst>
            <a:outerShdw blurRad="88900" dist="177800" dir="5400000" algn="ctr" rotWithShape="0">
              <a:srgbClr val="000000">
                <a:alpha val="2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2C518E"/>
              </a:solidFill>
              <a:latin typeface="思源宋体 CN" panose="02020400000000000000" pitchFamily="18" charset="-122"/>
              <a:ea typeface="思源宋体 CN" panose="02020400000000000000" pitchFamily="18" charset="-122"/>
            </a:endParaRPr>
          </a:p>
        </p:txBody>
      </p:sp>
      <p:sp>
        <p:nvSpPr>
          <p:cNvPr id="53" name="菱形 52"/>
          <p:cNvSpPr/>
          <p:nvPr/>
        </p:nvSpPr>
        <p:spPr>
          <a:xfrm rot="18405841" flipH="1">
            <a:off x="11213742" y="3792692"/>
            <a:ext cx="2165036" cy="2165036"/>
          </a:xfrm>
          <a:prstGeom prst="diamond">
            <a:avLst/>
          </a:prstGeom>
          <a:noFill/>
          <a:ln w="161925">
            <a:solidFill>
              <a:schemeClr val="bg1">
                <a:lumMod val="95000"/>
              </a:schemeClr>
            </a:solidFill>
          </a:ln>
          <a:effectLst>
            <a:outerShdw blurRad="88900" dist="177800" dir="5400000" algn="ctr" rotWithShape="0">
              <a:srgbClr val="000000">
                <a:alpha val="2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2C518E"/>
              </a:solidFill>
              <a:latin typeface="思源宋体 CN" panose="02020400000000000000" pitchFamily="18" charset="-122"/>
              <a:ea typeface="思源宋体 CN" panose="02020400000000000000" pitchFamily="18" charset="-122"/>
            </a:endParaRPr>
          </a:p>
        </p:txBody>
      </p:sp>
      <p:sp>
        <p:nvSpPr>
          <p:cNvPr id="54" name="菱形 53"/>
          <p:cNvSpPr/>
          <p:nvPr/>
        </p:nvSpPr>
        <p:spPr>
          <a:xfrm rot="17537297" flipH="1">
            <a:off x="-859213" y="1604947"/>
            <a:ext cx="1583952" cy="1583952"/>
          </a:xfrm>
          <a:prstGeom prst="diamond">
            <a:avLst/>
          </a:prstGeom>
          <a:noFill/>
          <a:ln w="161925">
            <a:solidFill>
              <a:srgbClr val="587DB8"/>
            </a:solidFill>
          </a:ln>
          <a:effectLst>
            <a:outerShdw blurRad="88900" dist="177800" dir="5400000" algn="ctr"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2C518E"/>
              </a:solidFill>
              <a:latin typeface="思源宋体 CN" panose="02020400000000000000" pitchFamily="18" charset="-122"/>
              <a:ea typeface="思源宋体 CN" panose="02020400000000000000" pitchFamily="18" charset="-122"/>
            </a:endParaRPr>
          </a:p>
        </p:txBody>
      </p:sp>
      <p:sp>
        <p:nvSpPr>
          <p:cNvPr id="55" name="菱形 54"/>
          <p:cNvSpPr/>
          <p:nvPr/>
        </p:nvSpPr>
        <p:spPr>
          <a:xfrm rot="3109689" flipH="1">
            <a:off x="-87637" y="1099613"/>
            <a:ext cx="1235853" cy="1235853"/>
          </a:xfrm>
          <a:prstGeom prst="diamond">
            <a:avLst/>
          </a:prstGeom>
          <a:noFill/>
          <a:ln w="114300">
            <a:solidFill>
              <a:schemeClr val="bg1">
                <a:lumMod val="95000"/>
              </a:schemeClr>
            </a:solidFill>
          </a:ln>
          <a:effectLst>
            <a:outerShdw blurRad="88900" dist="177800" dir="5400000" algn="ctr" rotWithShape="0">
              <a:srgbClr val="000000">
                <a:alpha val="2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2C518E"/>
              </a:solidFill>
              <a:latin typeface="思源宋体 CN" panose="02020400000000000000" pitchFamily="18" charset="-122"/>
              <a:ea typeface="思源宋体 CN" panose="02020400000000000000" pitchFamily="18" charset="-122"/>
            </a:endParaRPr>
          </a:p>
        </p:txBody>
      </p:sp>
      <p:sp>
        <p:nvSpPr>
          <p:cNvPr id="56" name="菱形 55"/>
          <p:cNvSpPr/>
          <p:nvPr/>
        </p:nvSpPr>
        <p:spPr>
          <a:xfrm rot="20839757" flipH="1">
            <a:off x="-571962" y="-1082518"/>
            <a:ext cx="2165036" cy="2165036"/>
          </a:xfrm>
          <a:prstGeom prst="diamond">
            <a:avLst/>
          </a:prstGeom>
          <a:noFill/>
          <a:ln w="196850">
            <a:solidFill>
              <a:srgbClr val="2C518E"/>
            </a:solidFill>
          </a:ln>
          <a:effectLst>
            <a:outerShdw blurRad="88900" dist="177800" dir="5400000" algn="ctr" rotWithShape="0">
              <a:srgbClr val="000000">
                <a:alpha val="2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2C518E"/>
              </a:solidFill>
              <a:latin typeface="思源宋体 CN" panose="02020400000000000000" pitchFamily="18" charset="-122"/>
              <a:ea typeface="思源宋体 CN" panose="02020400000000000000" pitchFamily="18" charset="-122"/>
            </a:endParaRPr>
          </a:p>
        </p:txBody>
      </p:sp>
      <p:sp>
        <p:nvSpPr>
          <p:cNvPr id="57" name="文本框 56"/>
          <p:cNvSpPr txBox="1"/>
          <p:nvPr/>
        </p:nvSpPr>
        <p:spPr>
          <a:xfrm>
            <a:off x="4939314" y="2590565"/>
            <a:ext cx="4757863" cy="1015663"/>
          </a:xfrm>
          <a:prstGeom prst="rect">
            <a:avLst/>
          </a:prstGeom>
          <a:noFill/>
        </p:spPr>
        <p:txBody>
          <a:bodyPr wrap="square" rtlCol="0">
            <a:spAutoFit/>
          </a:bodyPr>
          <a:lstStyle/>
          <a:p>
            <a:pPr algn="dist"/>
            <a:r>
              <a:rPr lang="zh-CN" altLang="en-US" sz="6000" b="1" dirty="0">
                <a:solidFill>
                  <a:srgbClr val="2C518E"/>
                </a:solidFill>
                <a:latin typeface="思源黑体" panose="020B0500000000000000" pitchFamily="34" charset="-122"/>
                <a:ea typeface="思源黑体" panose="020B0500000000000000" pitchFamily="34" charset="-122"/>
              </a:rPr>
              <a:t>整体工作回顾</a:t>
            </a:r>
            <a:endParaRPr lang="zh-CN" altLang="en-US" sz="6000" b="1" dirty="0">
              <a:solidFill>
                <a:srgbClr val="2C518E"/>
              </a:solidFill>
              <a:latin typeface="思源黑体" panose="020B0500000000000000" pitchFamily="34" charset="-122"/>
              <a:ea typeface="思源黑体" panose="020B0500000000000000" pitchFamily="34" charset="-122"/>
            </a:endParaRPr>
          </a:p>
        </p:txBody>
      </p:sp>
      <p:cxnSp>
        <p:nvCxnSpPr>
          <p:cNvPr id="58" name="直接连接符 57"/>
          <p:cNvCxnSpPr/>
          <p:nvPr/>
        </p:nvCxnSpPr>
        <p:spPr>
          <a:xfrm>
            <a:off x="4485058" y="3727325"/>
            <a:ext cx="5863590" cy="0"/>
          </a:xfrm>
          <a:prstGeom prst="line">
            <a:avLst/>
          </a:prstGeom>
          <a:ln>
            <a:solidFill>
              <a:schemeClr val="bg1">
                <a:lumMod val="75000"/>
                <a:alpha val="81000"/>
              </a:schemeClr>
            </a:solidFill>
          </a:ln>
        </p:spPr>
        <p:style>
          <a:lnRef idx="1">
            <a:schemeClr val="accent1"/>
          </a:lnRef>
          <a:fillRef idx="0">
            <a:schemeClr val="accent1"/>
          </a:fillRef>
          <a:effectRef idx="0">
            <a:schemeClr val="accent1"/>
          </a:effectRef>
          <a:fontRef idx="minor">
            <a:schemeClr val="tx1"/>
          </a:fontRef>
        </p:style>
      </p:cxnSp>
      <p:sp>
        <p:nvSpPr>
          <p:cNvPr id="59" name="文本框 58"/>
          <p:cNvSpPr txBox="1"/>
          <p:nvPr/>
        </p:nvSpPr>
        <p:spPr>
          <a:xfrm>
            <a:off x="4963906" y="3995327"/>
            <a:ext cx="4637929" cy="461665"/>
          </a:xfrm>
          <a:prstGeom prst="rect">
            <a:avLst/>
          </a:prstGeom>
          <a:noFill/>
        </p:spPr>
        <p:txBody>
          <a:bodyPr wrap="square" rtlCol="0">
            <a:spAutoFit/>
          </a:bodyPr>
          <a:lstStyle/>
          <a:p>
            <a:pPr algn="dist"/>
            <a:r>
              <a:rPr lang="en-US" altLang="zh-CN" sz="2400" b="1" dirty="0">
                <a:solidFill>
                  <a:schemeClr val="tx1">
                    <a:lumMod val="75000"/>
                    <a:lumOff val="25000"/>
                  </a:schemeClr>
                </a:solidFill>
                <a:latin typeface="思源黑体" panose="020B0500000000000000" pitchFamily="34" charset="-122"/>
                <a:ea typeface="思源黑体" panose="020B0500000000000000" pitchFamily="34" charset="-122"/>
              </a:rPr>
              <a:t>Mid year work summary</a:t>
            </a:r>
            <a:endParaRPr lang="en-US" altLang="zh-CN" sz="2400" b="1" dirty="0">
              <a:solidFill>
                <a:schemeClr val="tx1">
                  <a:lumMod val="75000"/>
                  <a:lumOff val="25000"/>
                </a:schemeClr>
              </a:solidFill>
              <a:latin typeface="思源黑体" panose="020B0500000000000000" pitchFamily="34" charset="-122"/>
              <a:ea typeface="思源黑体" panose="020B0500000000000000" pitchFamily="34" charset="-122"/>
            </a:endParaRPr>
          </a:p>
        </p:txBody>
      </p:sp>
      <p:grpSp>
        <p:nvGrpSpPr>
          <p:cNvPr id="3" name="组合 2"/>
          <p:cNvGrpSpPr/>
          <p:nvPr/>
        </p:nvGrpSpPr>
        <p:grpSpPr>
          <a:xfrm>
            <a:off x="1979183" y="2387617"/>
            <a:ext cx="2480238" cy="2480238"/>
            <a:chOff x="2147428" y="2210386"/>
            <a:chExt cx="2480238" cy="2480238"/>
          </a:xfrm>
        </p:grpSpPr>
        <p:sp>
          <p:nvSpPr>
            <p:cNvPr id="62" name="矩形 61"/>
            <p:cNvSpPr/>
            <p:nvPr>
              <p:custDataLst>
                <p:tags r:id="rId3"/>
              </p:custDataLst>
            </p:nvPr>
          </p:nvSpPr>
          <p:spPr>
            <a:xfrm>
              <a:off x="2709070" y="2677217"/>
              <a:ext cx="1861439" cy="1546577"/>
            </a:xfrm>
            <a:prstGeom prst="rect">
              <a:avLst/>
            </a:prstGeom>
          </p:spPr>
          <p:txBody>
            <a:bodyPr wrap="square" lIns="68580" tIns="34290" rIns="68580" bIns="34290">
              <a:spAutoFit/>
            </a:bodyPr>
            <a:lstStyle/>
            <a:p>
              <a:pPr>
                <a:defRPr/>
              </a:pPr>
              <a:r>
                <a:rPr lang="en-US" sz="9600" b="1" i="1" spc="225" dirty="0">
                  <a:solidFill>
                    <a:srgbClr val="587DB8"/>
                  </a:solidFill>
                  <a:latin typeface="Agency FB" panose="020B0503020202020204" pitchFamily="34" charset="0"/>
                  <a:ea typeface="印品雅宋简 中黑（非商用）" panose="02000500000000000000" pitchFamily="2" charset="-122"/>
                  <a:cs typeface="+mn-ea"/>
                  <a:sym typeface="+mn-lt"/>
                </a:rPr>
                <a:t>01</a:t>
              </a:r>
              <a:endParaRPr lang="en-US" sz="9600" b="1" i="1" spc="225" dirty="0">
                <a:solidFill>
                  <a:srgbClr val="587DB8"/>
                </a:solidFill>
                <a:latin typeface="Agency FB" panose="020B0503020202020204" pitchFamily="34" charset="0"/>
                <a:ea typeface="印品雅宋简 中黑（非商用）" panose="02000500000000000000" pitchFamily="2" charset="-122"/>
                <a:cs typeface="+mn-ea"/>
                <a:sym typeface="+mn-lt"/>
              </a:endParaRPr>
            </a:p>
          </p:txBody>
        </p:sp>
        <p:sp>
          <p:nvSpPr>
            <p:cNvPr id="63" name="菱形 62"/>
            <p:cNvSpPr/>
            <p:nvPr/>
          </p:nvSpPr>
          <p:spPr>
            <a:xfrm flipH="1">
              <a:off x="2147428" y="2210386"/>
              <a:ext cx="2480238" cy="2480238"/>
            </a:xfrm>
            <a:prstGeom prst="diamond">
              <a:avLst/>
            </a:prstGeom>
            <a:noFill/>
            <a:ln w="161925">
              <a:solidFill>
                <a:srgbClr val="587DB8"/>
              </a:solidFill>
            </a:ln>
            <a:effectLst>
              <a:outerShdw blurRad="88900" dist="177800" dir="5400000" algn="ctr"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2C518E"/>
                </a:solidFill>
                <a:latin typeface="思源宋体 CN" panose="02020400000000000000" pitchFamily="18" charset="-122"/>
                <a:ea typeface="思源宋体 CN" panose="02020400000000000000" pitchFamily="18"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5" presetClass="entr" presetSubtype="0" fill="hold" grpId="0" nodeType="withEffect">
                                  <p:stCondLst>
                                    <p:cond delay="0"/>
                                  </p:stCondLst>
                                  <p:childTnLst>
                                    <p:set>
                                      <p:cBhvr>
                                        <p:cTn id="12" dur="1" fill="hold">
                                          <p:stCondLst>
                                            <p:cond delay="0"/>
                                          </p:stCondLst>
                                        </p:cTn>
                                        <p:tgtEl>
                                          <p:spTgt spid="56"/>
                                        </p:tgtEl>
                                        <p:attrNameLst>
                                          <p:attrName>style.visibility</p:attrName>
                                        </p:attrNameLst>
                                      </p:cBhvr>
                                      <p:to>
                                        <p:strVal val="visible"/>
                                      </p:to>
                                    </p:set>
                                    <p:anim calcmode="lin" valueType="num">
                                      <p:cBhvr>
                                        <p:cTn id="13" dur="1000" fill="hold"/>
                                        <p:tgtEl>
                                          <p:spTgt spid="56"/>
                                        </p:tgtEl>
                                        <p:attrNameLst>
                                          <p:attrName>ppt_w</p:attrName>
                                        </p:attrNameLst>
                                      </p:cBhvr>
                                      <p:tavLst>
                                        <p:tav tm="0">
                                          <p:val>
                                            <p:fltVal val="0"/>
                                          </p:val>
                                        </p:tav>
                                        <p:tav tm="100000">
                                          <p:val>
                                            <p:strVal val="#ppt_w"/>
                                          </p:val>
                                        </p:tav>
                                      </p:tavLst>
                                    </p:anim>
                                    <p:anim calcmode="lin" valueType="num">
                                      <p:cBhvr>
                                        <p:cTn id="14" dur="1000" fill="hold"/>
                                        <p:tgtEl>
                                          <p:spTgt spid="56"/>
                                        </p:tgtEl>
                                        <p:attrNameLst>
                                          <p:attrName>ppt_h</p:attrName>
                                        </p:attrNameLst>
                                      </p:cBhvr>
                                      <p:tavLst>
                                        <p:tav tm="0">
                                          <p:val>
                                            <p:fltVal val="0"/>
                                          </p:val>
                                        </p:tav>
                                        <p:tav tm="100000">
                                          <p:val>
                                            <p:strVal val="#ppt_h"/>
                                          </p:val>
                                        </p:tav>
                                      </p:tavLst>
                                    </p:anim>
                                    <p:anim calcmode="lin" valueType="num">
                                      <p:cBhvr>
                                        <p:cTn id="15" dur="1000" fill="hold"/>
                                        <p:tgtEl>
                                          <p:spTgt spid="56"/>
                                        </p:tgtEl>
                                        <p:attrNameLst>
                                          <p:attrName>ppt_x</p:attrName>
                                        </p:attrNameLst>
                                      </p:cBhvr>
                                      <p:tavLst>
                                        <p:tav tm="0" fmla="#ppt_x+(cos(-2*pi*(1-$))*-#ppt_x-sin(-2*pi*(1-$))*(1-#ppt_y))*(1-$)">
                                          <p:val>
                                            <p:fltVal val="0"/>
                                          </p:val>
                                        </p:tav>
                                        <p:tav tm="100000">
                                          <p:val>
                                            <p:fltVal val="1"/>
                                          </p:val>
                                        </p:tav>
                                      </p:tavLst>
                                    </p:anim>
                                    <p:anim calcmode="lin" valueType="num">
                                      <p:cBhvr>
                                        <p:cTn id="16" dur="1000" fill="hold"/>
                                        <p:tgtEl>
                                          <p:spTgt spid="56"/>
                                        </p:tgtEl>
                                        <p:attrNameLst>
                                          <p:attrName>ppt_y</p:attrName>
                                        </p:attrNameLst>
                                      </p:cBhvr>
                                      <p:tavLst>
                                        <p:tav tm="0" fmla="#ppt_y+(sin(-2*pi*(1-$))*-#ppt_x+cos(-2*pi*(1-$))*(1-#ppt_y))*(1-$)">
                                          <p:val>
                                            <p:fltVal val="0"/>
                                          </p:val>
                                        </p:tav>
                                        <p:tav tm="100000">
                                          <p:val>
                                            <p:fltVal val="1"/>
                                          </p:val>
                                        </p:tav>
                                      </p:tavLst>
                                    </p:anim>
                                  </p:childTnLst>
                                </p:cTn>
                              </p:par>
                              <p:par>
                                <p:cTn id="17" presetID="15" presetClass="entr" presetSubtype="0" fill="hold" grpId="0" nodeType="withEffect">
                                  <p:stCondLst>
                                    <p:cond delay="0"/>
                                  </p:stCondLst>
                                  <p:childTnLst>
                                    <p:set>
                                      <p:cBhvr>
                                        <p:cTn id="18" dur="1" fill="hold">
                                          <p:stCondLst>
                                            <p:cond delay="0"/>
                                          </p:stCondLst>
                                        </p:cTn>
                                        <p:tgtEl>
                                          <p:spTgt spid="50"/>
                                        </p:tgtEl>
                                        <p:attrNameLst>
                                          <p:attrName>style.visibility</p:attrName>
                                        </p:attrNameLst>
                                      </p:cBhvr>
                                      <p:to>
                                        <p:strVal val="visible"/>
                                      </p:to>
                                    </p:set>
                                    <p:anim calcmode="lin" valueType="num">
                                      <p:cBhvr>
                                        <p:cTn id="19" dur="1000" fill="hold"/>
                                        <p:tgtEl>
                                          <p:spTgt spid="50"/>
                                        </p:tgtEl>
                                        <p:attrNameLst>
                                          <p:attrName>ppt_w</p:attrName>
                                        </p:attrNameLst>
                                      </p:cBhvr>
                                      <p:tavLst>
                                        <p:tav tm="0">
                                          <p:val>
                                            <p:fltVal val="0"/>
                                          </p:val>
                                        </p:tav>
                                        <p:tav tm="100000">
                                          <p:val>
                                            <p:strVal val="#ppt_w"/>
                                          </p:val>
                                        </p:tav>
                                      </p:tavLst>
                                    </p:anim>
                                    <p:anim calcmode="lin" valueType="num">
                                      <p:cBhvr>
                                        <p:cTn id="20" dur="1000" fill="hold"/>
                                        <p:tgtEl>
                                          <p:spTgt spid="50"/>
                                        </p:tgtEl>
                                        <p:attrNameLst>
                                          <p:attrName>ppt_h</p:attrName>
                                        </p:attrNameLst>
                                      </p:cBhvr>
                                      <p:tavLst>
                                        <p:tav tm="0">
                                          <p:val>
                                            <p:fltVal val="0"/>
                                          </p:val>
                                        </p:tav>
                                        <p:tav tm="100000">
                                          <p:val>
                                            <p:strVal val="#ppt_h"/>
                                          </p:val>
                                        </p:tav>
                                      </p:tavLst>
                                    </p:anim>
                                    <p:anim calcmode="lin" valueType="num">
                                      <p:cBhvr>
                                        <p:cTn id="21" dur="1000" fill="hold"/>
                                        <p:tgtEl>
                                          <p:spTgt spid="50"/>
                                        </p:tgtEl>
                                        <p:attrNameLst>
                                          <p:attrName>ppt_x</p:attrName>
                                        </p:attrNameLst>
                                      </p:cBhvr>
                                      <p:tavLst>
                                        <p:tav tm="0" fmla="#ppt_x+(cos(-2*pi*(1-$))*-#ppt_x-sin(-2*pi*(1-$))*(1-#ppt_y))*(1-$)">
                                          <p:val>
                                            <p:fltVal val="0"/>
                                          </p:val>
                                        </p:tav>
                                        <p:tav tm="100000">
                                          <p:val>
                                            <p:fltVal val="1"/>
                                          </p:val>
                                        </p:tav>
                                      </p:tavLst>
                                    </p:anim>
                                    <p:anim calcmode="lin" valueType="num">
                                      <p:cBhvr>
                                        <p:cTn id="22" dur="1000" fill="hold"/>
                                        <p:tgtEl>
                                          <p:spTgt spid="50"/>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3" fill="hold">
                      <p:stCondLst>
                        <p:cond delay="indefinite"/>
                      </p:stCondLst>
                      <p:childTnLst>
                        <p:par>
                          <p:cTn id="24" fill="hold">
                            <p:stCondLst>
                              <p:cond delay="0"/>
                            </p:stCondLst>
                            <p:childTnLst>
                              <p:par>
                                <p:cTn id="25" presetID="15" presetClass="entr" presetSubtype="0" fill="hold" grpId="0" nodeType="clickEffect">
                                  <p:stCondLst>
                                    <p:cond delay="0"/>
                                  </p:stCondLst>
                                  <p:childTnLst>
                                    <p:set>
                                      <p:cBhvr>
                                        <p:cTn id="26" dur="1" fill="hold">
                                          <p:stCondLst>
                                            <p:cond delay="0"/>
                                          </p:stCondLst>
                                        </p:cTn>
                                        <p:tgtEl>
                                          <p:spTgt spid="55"/>
                                        </p:tgtEl>
                                        <p:attrNameLst>
                                          <p:attrName>style.visibility</p:attrName>
                                        </p:attrNameLst>
                                      </p:cBhvr>
                                      <p:to>
                                        <p:strVal val="visible"/>
                                      </p:to>
                                    </p:set>
                                    <p:anim calcmode="lin" valueType="num">
                                      <p:cBhvr>
                                        <p:cTn id="27" dur="1000" fill="hold"/>
                                        <p:tgtEl>
                                          <p:spTgt spid="55"/>
                                        </p:tgtEl>
                                        <p:attrNameLst>
                                          <p:attrName>ppt_w</p:attrName>
                                        </p:attrNameLst>
                                      </p:cBhvr>
                                      <p:tavLst>
                                        <p:tav tm="0">
                                          <p:val>
                                            <p:fltVal val="0"/>
                                          </p:val>
                                        </p:tav>
                                        <p:tav tm="100000">
                                          <p:val>
                                            <p:strVal val="#ppt_w"/>
                                          </p:val>
                                        </p:tav>
                                      </p:tavLst>
                                    </p:anim>
                                    <p:anim calcmode="lin" valueType="num">
                                      <p:cBhvr>
                                        <p:cTn id="28" dur="1000" fill="hold"/>
                                        <p:tgtEl>
                                          <p:spTgt spid="55"/>
                                        </p:tgtEl>
                                        <p:attrNameLst>
                                          <p:attrName>ppt_h</p:attrName>
                                        </p:attrNameLst>
                                      </p:cBhvr>
                                      <p:tavLst>
                                        <p:tav tm="0">
                                          <p:val>
                                            <p:fltVal val="0"/>
                                          </p:val>
                                        </p:tav>
                                        <p:tav tm="100000">
                                          <p:val>
                                            <p:strVal val="#ppt_h"/>
                                          </p:val>
                                        </p:tav>
                                      </p:tavLst>
                                    </p:anim>
                                    <p:anim calcmode="lin" valueType="num">
                                      <p:cBhvr>
                                        <p:cTn id="29" dur="1000" fill="hold"/>
                                        <p:tgtEl>
                                          <p:spTgt spid="55"/>
                                        </p:tgtEl>
                                        <p:attrNameLst>
                                          <p:attrName>ppt_x</p:attrName>
                                        </p:attrNameLst>
                                      </p:cBhvr>
                                      <p:tavLst>
                                        <p:tav tm="0" fmla="#ppt_x+(cos(-2*pi*(1-$))*-#ppt_x-sin(-2*pi*(1-$))*(1-#ppt_y))*(1-$)">
                                          <p:val>
                                            <p:fltVal val="0"/>
                                          </p:val>
                                        </p:tav>
                                        <p:tav tm="100000">
                                          <p:val>
                                            <p:fltVal val="1"/>
                                          </p:val>
                                        </p:tav>
                                      </p:tavLst>
                                    </p:anim>
                                    <p:anim calcmode="lin" valueType="num">
                                      <p:cBhvr>
                                        <p:cTn id="30" dur="1000" fill="hold"/>
                                        <p:tgtEl>
                                          <p:spTgt spid="55"/>
                                        </p:tgtEl>
                                        <p:attrNameLst>
                                          <p:attrName>ppt_y</p:attrName>
                                        </p:attrNameLst>
                                      </p:cBhvr>
                                      <p:tavLst>
                                        <p:tav tm="0" fmla="#ppt_y+(sin(-2*pi*(1-$))*-#ppt_x+cos(-2*pi*(1-$))*(1-#ppt_y))*(1-$)">
                                          <p:val>
                                            <p:fltVal val="0"/>
                                          </p:val>
                                        </p:tav>
                                        <p:tav tm="100000">
                                          <p:val>
                                            <p:fltVal val="1"/>
                                          </p:val>
                                        </p:tav>
                                      </p:tavLst>
                                    </p:anim>
                                  </p:childTnLst>
                                </p:cTn>
                              </p:par>
                              <p:par>
                                <p:cTn id="31" presetID="15" presetClass="entr" presetSubtype="0" fill="hold" grpId="0" nodeType="withEffect">
                                  <p:stCondLst>
                                    <p:cond delay="0"/>
                                  </p:stCondLst>
                                  <p:childTnLst>
                                    <p:set>
                                      <p:cBhvr>
                                        <p:cTn id="32" dur="1" fill="hold">
                                          <p:stCondLst>
                                            <p:cond delay="0"/>
                                          </p:stCondLst>
                                        </p:cTn>
                                        <p:tgtEl>
                                          <p:spTgt spid="44"/>
                                        </p:tgtEl>
                                        <p:attrNameLst>
                                          <p:attrName>style.visibility</p:attrName>
                                        </p:attrNameLst>
                                      </p:cBhvr>
                                      <p:to>
                                        <p:strVal val="visible"/>
                                      </p:to>
                                    </p:set>
                                    <p:anim calcmode="lin" valueType="num">
                                      <p:cBhvr>
                                        <p:cTn id="33" dur="1000" fill="hold"/>
                                        <p:tgtEl>
                                          <p:spTgt spid="44"/>
                                        </p:tgtEl>
                                        <p:attrNameLst>
                                          <p:attrName>ppt_w</p:attrName>
                                        </p:attrNameLst>
                                      </p:cBhvr>
                                      <p:tavLst>
                                        <p:tav tm="0">
                                          <p:val>
                                            <p:fltVal val="0"/>
                                          </p:val>
                                        </p:tav>
                                        <p:tav tm="100000">
                                          <p:val>
                                            <p:strVal val="#ppt_w"/>
                                          </p:val>
                                        </p:tav>
                                      </p:tavLst>
                                    </p:anim>
                                    <p:anim calcmode="lin" valueType="num">
                                      <p:cBhvr>
                                        <p:cTn id="34" dur="1000" fill="hold"/>
                                        <p:tgtEl>
                                          <p:spTgt spid="44"/>
                                        </p:tgtEl>
                                        <p:attrNameLst>
                                          <p:attrName>ppt_h</p:attrName>
                                        </p:attrNameLst>
                                      </p:cBhvr>
                                      <p:tavLst>
                                        <p:tav tm="0">
                                          <p:val>
                                            <p:fltVal val="0"/>
                                          </p:val>
                                        </p:tav>
                                        <p:tav tm="100000">
                                          <p:val>
                                            <p:strVal val="#ppt_h"/>
                                          </p:val>
                                        </p:tav>
                                      </p:tavLst>
                                    </p:anim>
                                    <p:anim calcmode="lin" valueType="num">
                                      <p:cBhvr>
                                        <p:cTn id="35" dur="1000" fill="hold"/>
                                        <p:tgtEl>
                                          <p:spTgt spid="44"/>
                                        </p:tgtEl>
                                        <p:attrNameLst>
                                          <p:attrName>ppt_x</p:attrName>
                                        </p:attrNameLst>
                                      </p:cBhvr>
                                      <p:tavLst>
                                        <p:tav tm="0" fmla="#ppt_x+(cos(-2*pi*(1-$))*-#ppt_x-sin(-2*pi*(1-$))*(1-#ppt_y))*(1-$)">
                                          <p:val>
                                            <p:fltVal val="0"/>
                                          </p:val>
                                        </p:tav>
                                        <p:tav tm="100000">
                                          <p:val>
                                            <p:fltVal val="1"/>
                                          </p:val>
                                        </p:tav>
                                      </p:tavLst>
                                    </p:anim>
                                    <p:anim calcmode="lin" valueType="num">
                                      <p:cBhvr>
                                        <p:cTn id="36" dur="1000" fill="hold"/>
                                        <p:tgtEl>
                                          <p:spTgt spid="44"/>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37" fill="hold">
                      <p:stCondLst>
                        <p:cond delay="indefinite"/>
                      </p:stCondLst>
                      <p:childTnLst>
                        <p:par>
                          <p:cTn id="38" fill="hold">
                            <p:stCondLst>
                              <p:cond delay="0"/>
                            </p:stCondLst>
                            <p:childTnLst>
                              <p:par>
                                <p:cTn id="39" presetID="15" presetClass="entr" presetSubtype="0" fill="hold" grpId="1" nodeType="clickEffect">
                                  <p:stCondLst>
                                    <p:cond delay="0"/>
                                  </p:stCondLst>
                                  <p:childTnLst>
                                    <p:set>
                                      <p:cBhvr>
                                        <p:cTn id="40" dur="1" fill="hold">
                                          <p:stCondLst>
                                            <p:cond delay="0"/>
                                          </p:stCondLst>
                                        </p:cTn>
                                        <p:tgtEl>
                                          <p:spTgt spid="56"/>
                                        </p:tgtEl>
                                        <p:attrNameLst>
                                          <p:attrName>style.visibility</p:attrName>
                                        </p:attrNameLst>
                                      </p:cBhvr>
                                      <p:to>
                                        <p:strVal val="visible"/>
                                      </p:to>
                                    </p:set>
                                    <p:anim calcmode="lin" valueType="num">
                                      <p:cBhvr>
                                        <p:cTn id="41" dur="1000" fill="hold"/>
                                        <p:tgtEl>
                                          <p:spTgt spid="56"/>
                                        </p:tgtEl>
                                        <p:attrNameLst>
                                          <p:attrName>ppt_w</p:attrName>
                                        </p:attrNameLst>
                                      </p:cBhvr>
                                      <p:tavLst>
                                        <p:tav tm="0">
                                          <p:val>
                                            <p:fltVal val="0"/>
                                          </p:val>
                                        </p:tav>
                                        <p:tav tm="100000">
                                          <p:val>
                                            <p:strVal val="#ppt_w"/>
                                          </p:val>
                                        </p:tav>
                                      </p:tavLst>
                                    </p:anim>
                                    <p:anim calcmode="lin" valueType="num">
                                      <p:cBhvr>
                                        <p:cTn id="42" dur="1000" fill="hold"/>
                                        <p:tgtEl>
                                          <p:spTgt spid="56"/>
                                        </p:tgtEl>
                                        <p:attrNameLst>
                                          <p:attrName>ppt_h</p:attrName>
                                        </p:attrNameLst>
                                      </p:cBhvr>
                                      <p:tavLst>
                                        <p:tav tm="0">
                                          <p:val>
                                            <p:fltVal val="0"/>
                                          </p:val>
                                        </p:tav>
                                        <p:tav tm="100000">
                                          <p:val>
                                            <p:strVal val="#ppt_h"/>
                                          </p:val>
                                        </p:tav>
                                      </p:tavLst>
                                    </p:anim>
                                    <p:anim calcmode="lin" valueType="num">
                                      <p:cBhvr>
                                        <p:cTn id="43" dur="1000" fill="hold"/>
                                        <p:tgtEl>
                                          <p:spTgt spid="56"/>
                                        </p:tgtEl>
                                        <p:attrNameLst>
                                          <p:attrName>ppt_x</p:attrName>
                                        </p:attrNameLst>
                                      </p:cBhvr>
                                      <p:tavLst>
                                        <p:tav tm="0" fmla="#ppt_x+(cos(-2*pi*(1-$))*-#ppt_x-sin(-2*pi*(1-$))*(1-#ppt_y))*(1-$)">
                                          <p:val>
                                            <p:fltVal val="0"/>
                                          </p:val>
                                        </p:tav>
                                        <p:tav tm="100000">
                                          <p:val>
                                            <p:fltVal val="1"/>
                                          </p:val>
                                        </p:tav>
                                      </p:tavLst>
                                    </p:anim>
                                    <p:anim calcmode="lin" valueType="num">
                                      <p:cBhvr>
                                        <p:cTn id="44" dur="1000" fill="hold"/>
                                        <p:tgtEl>
                                          <p:spTgt spid="56"/>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45" fill="hold">
                      <p:stCondLst>
                        <p:cond delay="indefinite"/>
                      </p:stCondLst>
                      <p:childTnLst>
                        <p:par>
                          <p:cTn id="46" fill="hold">
                            <p:stCondLst>
                              <p:cond delay="0"/>
                            </p:stCondLst>
                            <p:childTnLst>
                              <p:par>
                                <p:cTn id="47" presetID="15" presetClass="entr" presetSubtype="0" fill="hold" grpId="0" nodeType="clickEffect">
                                  <p:stCondLst>
                                    <p:cond delay="0"/>
                                  </p:stCondLst>
                                  <p:childTnLst>
                                    <p:set>
                                      <p:cBhvr>
                                        <p:cTn id="48" dur="1" fill="hold">
                                          <p:stCondLst>
                                            <p:cond delay="0"/>
                                          </p:stCondLst>
                                        </p:cTn>
                                        <p:tgtEl>
                                          <p:spTgt spid="53"/>
                                        </p:tgtEl>
                                        <p:attrNameLst>
                                          <p:attrName>style.visibility</p:attrName>
                                        </p:attrNameLst>
                                      </p:cBhvr>
                                      <p:to>
                                        <p:strVal val="visible"/>
                                      </p:to>
                                    </p:set>
                                    <p:anim calcmode="lin" valueType="num">
                                      <p:cBhvr>
                                        <p:cTn id="49" dur="1000" fill="hold"/>
                                        <p:tgtEl>
                                          <p:spTgt spid="53"/>
                                        </p:tgtEl>
                                        <p:attrNameLst>
                                          <p:attrName>ppt_w</p:attrName>
                                        </p:attrNameLst>
                                      </p:cBhvr>
                                      <p:tavLst>
                                        <p:tav tm="0">
                                          <p:val>
                                            <p:fltVal val="0"/>
                                          </p:val>
                                        </p:tav>
                                        <p:tav tm="100000">
                                          <p:val>
                                            <p:strVal val="#ppt_w"/>
                                          </p:val>
                                        </p:tav>
                                      </p:tavLst>
                                    </p:anim>
                                    <p:anim calcmode="lin" valueType="num">
                                      <p:cBhvr>
                                        <p:cTn id="50" dur="1000" fill="hold"/>
                                        <p:tgtEl>
                                          <p:spTgt spid="53"/>
                                        </p:tgtEl>
                                        <p:attrNameLst>
                                          <p:attrName>ppt_h</p:attrName>
                                        </p:attrNameLst>
                                      </p:cBhvr>
                                      <p:tavLst>
                                        <p:tav tm="0">
                                          <p:val>
                                            <p:fltVal val="0"/>
                                          </p:val>
                                        </p:tav>
                                        <p:tav tm="100000">
                                          <p:val>
                                            <p:strVal val="#ppt_h"/>
                                          </p:val>
                                        </p:tav>
                                      </p:tavLst>
                                    </p:anim>
                                    <p:anim calcmode="lin" valueType="num">
                                      <p:cBhvr>
                                        <p:cTn id="51" dur="1000" fill="hold"/>
                                        <p:tgtEl>
                                          <p:spTgt spid="53"/>
                                        </p:tgtEl>
                                        <p:attrNameLst>
                                          <p:attrName>ppt_x</p:attrName>
                                        </p:attrNameLst>
                                      </p:cBhvr>
                                      <p:tavLst>
                                        <p:tav tm="0" fmla="#ppt_x+(cos(-2*pi*(1-$))*-#ppt_x-sin(-2*pi*(1-$))*(1-#ppt_y))*(1-$)">
                                          <p:val>
                                            <p:fltVal val="0"/>
                                          </p:val>
                                        </p:tav>
                                        <p:tav tm="100000">
                                          <p:val>
                                            <p:fltVal val="1"/>
                                          </p:val>
                                        </p:tav>
                                      </p:tavLst>
                                    </p:anim>
                                    <p:anim calcmode="lin" valueType="num">
                                      <p:cBhvr>
                                        <p:cTn id="52" dur="1000" fill="hold"/>
                                        <p:tgtEl>
                                          <p:spTgt spid="53"/>
                                        </p:tgtEl>
                                        <p:attrNameLst>
                                          <p:attrName>ppt_y</p:attrName>
                                        </p:attrNameLst>
                                      </p:cBhvr>
                                      <p:tavLst>
                                        <p:tav tm="0" fmla="#ppt_y+(sin(-2*pi*(1-$))*-#ppt_x+cos(-2*pi*(1-$))*(1-#ppt_y))*(1-$)">
                                          <p:val>
                                            <p:fltVal val="0"/>
                                          </p:val>
                                        </p:tav>
                                        <p:tav tm="100000">
                                          <p:val>
                                            <p:fltVal val="1"/>
                                          </p:val>
                                        </p:tav>
                                      </p:tavLst>
                                    </p:anim>
                                  </p:childTnLst>
                                </p:cTn>
                              </p:par>
                              <p:par>
                                <p:cTn id="53" presetID="15" presetClass="entr" presetSubtype="0" fill="hold" grpId="0" nodeType="withEffect">
                                  <p:stCondLst>
                                    <p:cond delay="0"/>
                                  </p:stCondLst>
                                  <p:childTnLst>
                                    <p:set>
                                      <p:cBhvr>
                                        <p:cTn id="54" dur="1" fill="hold">
                                          <p:stCondLst>
                                            <p:cond delay="0"/>
                                          </p:stCondLst>
                                        </p:cTn>
                                        <p:tgtEl>
                                          <p:spTgt spid="54"/>
                                        </p:tgtEl>
                                        <p:attrNameLst>
                                          <p:attrName>style.visibility</p:attrName>
                                        </p:attrNameLst>
                                      </p:cBhvr>
                                      <p:to>
                                        <p:strVal val="visible"/>
                                      </p:to>
                                    </p:set>
                                    <p:anim calcmode="lin" valueType="num">
                                      <p:cBhvr>
                                        <p:cTn id="55" dur="1000" fill="hold"/>
                                        <p:tgtEl>
                                          <p:spTgt spid="54"/>
                                        </p:tgtEl>
                                        <p:attrNameLst>
                                          <p:attrName>ppt_w</p:attrName>
                                        </p:attrNameLst>
                                      </p:cBhvr>
                                      <p:tavLst>
                                        <p:tav tm="0">
                                          <p:val>
                                            <p:fltVal val="0"/>
                                          </p:val>
                                        </p:tav>
                                        <p:tav tm="100000">
                                          <p:val>
                                            <p:strVal val="#ppt_w"/>
                                          </p:val>
                                        </p:tav>
                                      </p:tavLst>
                                    </p:anim>
                                    <p:anim calcmode="lin" valueType="num">
                                      <p:cBhvr>
                                        <p:cTn id="56" dur="1000" fill="hold"/>
                                        <p:tgtEl>
                                          <p:spTgt spid="54"/>
                                        </p:tgtEl>
                                        <p:attrNameLst>
                                          <p:attrName>ppt_h</p:attrName>
                                        </p:attrNameLst>
                                      </p:cBhvr>
                                      <p:tavLst>
                                        <p:tav tm="0">
                                          <p:val>
                                            <p:fltVal val="0"/>
                                          </p:val>
                                        </p:tav>
                                        <p:tav tm="100000">
                                          <p:val>
                                            <p:strVal val="#ppt_h"/>
                                          </p:val>
                                        </p:tav>
                                      </p:tavLst>
                                    </p:anim>
                                    <p:anim calcmode="lin" valueType="num">
                                      <p:cBhvr>
                                        <p:cTn id="57" dur="1000" fill="hold"/>
                                        <p:tgtEl>
                                          <p:spTgt spid="54"/>
                                        </p:tgtEl>
                                        <p:attrNameLst>
                                          <p:attrName>ppt_x</p:attrName>
                                        </p:attrNameLst>
                                      </p:cBhvr>
                                      <p:tavLst>
                                        <p:tav tm="0" fmla="#ppt_x+(cos(-2*pi*(1-$))*-#ppt_x-sin(-2*pi*(1-$))*(1-#ppt_y))*(1-$)">
                                          <p:val>
                                            <p:fltVal val="0"/>
                                          </p:val>
                                        </p:tav>
                                        <p:tav tm="100000">
                                          <p:val>
                                            <p:fltVal val="1"/>
                                          </p:val>
                                        </p:tav>
                                      </p:tavLst>
                                    </p:anim>
                                    <p:anim calcmode="lin" valueType="num">
                                      <p:cBhvr>
                                        <p:cTn id="58" dur="1000" fill="hold"/>
                                        <p:tgtEl>
                                          <p:spTgt spid="54"/>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59" fill="hold">
                      <p:stCondLst>
                        <p:cond delay="indefinite"/>
                      </p:stCondLst>
                      <p:childTnLst>
                        <p:par>
                          <p:cTn id="60" fill="hold">
                            <p:stCondLst>
                              <p:cond delay="0"/>
                            </p:stCondLst>
                            <p:childTnLst>
                              <p:par>
                                <p:cTn id="61" presetID="30" presetClass="entr" presetSubtype="0" fill="hold" nodeType="clickEffect">
                                  <p:stCondLst>
                                    <p:cond delay="0"/>
                                  </p:stCondLst>
                                  <p:childTnLst>
                                    <p:set>
                                      <p:cBhvr>
                                        <p:cTn id="62" dur="1" fill="hold">
                                          <p:stCondLst>
                                            <p:cond delay="0"/>
                                          </p:stCondLst>
                                        </p:cTn>
                                        <p:tgtEl>
                                          <p:spTgt spid="3"/>
                                        </p:tgtEl>
                                        <p:attrNameLst>
                                          <p:attrName>style.visibility</p:attrName>
                                        </p:attrNameLst>
                                      </p:cBhvr>
                                      <p:to>
                                        <p:strVal val="visible"/>
                                      </p:to>
                                    </p:set>
                                    <p:animEffect transition="in" filter="fade">
                                      <p:cBhvr>
                                        <p:cTn id="63" dur="800" decel="100000"/>
                                        <p:tgtEl>
                                          <p:spTgt spid="3"/>
                                        </p:tgtEl>
                                      </p:cBhvr>
                                    </p:animEffect>
                                    <p:anim calcmode="lin" valueType="num">
                                      <p:cBhvr>
                                        <p:cTn id="64" dur="800" decel="100000" fill="hold"/>
                                        <p:tgtEl>
                                          <p:spTgt spid="3"/>
                                        </p:tgtEl>
                                        <p:attrNameLst>
                                          <p:attrName>style.rotation</p:attrName>
                                        </p:attrNameLst>
                                      </p:cBhvr>
                                      <p:tavLst>
                                        <p:tav tm="0">
                                          <p:val>
                                            <p:fltVal val="-90"/>
                                          </p:val>
                                        </p:tav>
                                        <p:tav tm="100000">
                                          <p:val>
                                            <p:fltVal val="0"/>
                                          </p:val>
                                        </p:tav>
                                      </p:tavLst>
                                    </p:anim>
                                    <p:anim calcmode="lin" valueType="num">
                                      <p:cBhvr>
                                        <p:cTn id="65" dur="800" decel="100000" fill="hold"/>
                                        <p:tgtEl>
                                          <p:spTgt spid="3"/>
                                        </p:tgtEl>
                                        <p:attrNameLst>
                                          <p:attrName>ppt_x</p:attrName>
                                        </p:attrNameLst>
                                      </p:cBhvr>
                                      <p:tavLst>
                                        <p:tav tm="0">
                                          <p:val>
                                            <p:strVal val="#ppt_x+0.4"/>
                                          </p:val>
                                        </p:tav>
                                        <p:tav tm="100000">
                                          <p:val>
                                            <p:strVal val="#ppt_x-0.05"/>
                                          </p:val>
                                        </p:tav>
                                      </p:tavLst>
                                    </p:anim>
                                    <p:anim calcmode="lin" valueType="num">
                                      <p:cBhvr>
                                        <p:cTn id="66" dur="800" decel="100000" fill="hold"/>
                                        <p:tgtEl>
                                          <p:spTgt spid="3"/>
                                        </p:tgtEl>
                                        <p:attrNameLst>
                                          <p:attrName>ppt_y</p:attrName>
                                        </p:attrNameLst>
                                      </p:cBhvr>
                                      <p:tavLst>
                                        <p:tav tm="0">
                                          <p:val>
                                            <p:strVal val="#ppt_y-0.4"/>
                                          </p:val>
                                        </p:tav>
                                        <p:tav tm="100000">
                                          <p:val>
                                            <p:strVal val="#ppt_y+0.1"/>
                                          </p:val>
                                        </p:tav>
                                      </p:tavLst>
                                    </p:anim>
                                    <p:anim calcmode="lin" valueType="num">
                                      <p:cBhvr>
                                        <p:cTn id="67" dur="200" accel="100000" fill="hold">
                                          <p:stCondLst>
                                            <p:cond delay="800"/>
                                          </p:stCondLst>
                                        </p:cTn>
                                        <p:tgtEl>
                                          <p:spTgt spid="3"/>
                                        </p:tgtEl>
                                        <p:attrNameLst>
                                          <p:attrName>ppt_x</p:attrName>
                                        </p:attrNameLst>
                                      </p:cBhvr>
                                      <p:tavLst>
                                        <p:tav tm="0">
                                          <p:val>
                                            <p:strVal val="#ppt_x-0.05"/>
                                          </p:val>
                                        </p:tav>
                                        <p:tav tm="100000">
                                          <p:val>
                                            <p:strVal val="#ppt_x"/>
                                          </p:val>
                                        </p:tav>
                                      </p:tavLst>
                                    </p:anim>
                                    <p:anim calcmode="lin" valueType="num">
                                      <p:cBhvr>
                                        <p:cTn id="68" dur="200" accel="100000" fill="hold">
                                          <p:stCondLst>
                                            <p:cond delay="800"/>
                                          </p:stCondLst>
                                        </p:cTn>
                                        <p:tgtEl>
                                          <p:spTgt spid="3"/>
                                        </p:tgtEl>
                                        <p:attrNameLst>
                                          <p:attrName>ppt_y</p:attrName>
                                        </p:attrNameLst>
                                      </p:cBhvr>
                                      <p:tavLst>
                                        <p:tav tm="0">
                                          <p:val>
                                            <p:strVal val="#ppt_y+0.1"/>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16" presetClass="entr" presetSubtype="21" fill="hold" nodeType="clickEffect">
                                  <p:stCondLst>
                                    <p:cond delay="0"/>
                                  </p:stCondLst>
                                  <p:childTnLst>
                                    <p:set>
                                      <p:cBhvr>
                                        <p:cTn id="72" dur="1" fill="hold">
                                          <p:stCondLst>
                                            <p:cond delay="0"/>
                                          </p:stCondLst>
                                        </p:cTn>
                                        <p:tgtEl>
                                          <p:spTgt spid="58"/>
                                        </p:tgtEl>
                                        <p:attrNameLst>
                                          <p:attrName>style.visibility</p:attrName>
                                        </p:attrNameLst>
                                      </p:cBhvr>
                                      <p:to>
                                        <p:strVal val="visible"/>
                                      </p:to>
                                    </p:set>
                                    <p:animEffect transition="in" filter="barn(inVertical)">
                                      <p:cBhvr>
                                        <p:cTn id="73" dur="500"/>
                                        <p:tgtEl>
                                          <p:spTgt spid="58"/>
                                        </p:tgtEl>
                                      </p:cBhvr>
                                    </p:animEffect>
                                  </p:childTnLst>
                                </p:cTn>
                              </p:par>
                            </p:childTnLst>
                          </p:cTn>
                        </p:par>
                      </p:childTnLst>
                    </p:cTn>
                  </p:par>
                  <p:par>
                    <p:cTn id="74" fill="hold">
                      <p:stCondLst>
                        <p:cond delay="indefinite"/>
                      </p:stCondLst>
                      <p:childTnLst>
                        <p:par>
                          <p:cTn id="75" fill="hold">
                            <p:stCondLst>
                              <p:cond delay="0"/>
                            </p:stCondLst>
                            <p:childTnLst>
                              <p:par>
                                <p:cTn id="76" presetID="2" presetClass="entr" presetSubtype="4" fill="hold" grpId="0" nodeType="clickEffect">
                                  <p:stCondLst>
                                    <p:cond delay="0"/>
                                  </p:stCondLst>
                                  <p:childTnLst>
                                    <p:set>
                                      <p:cBhvr>
                                        <p:cTn id="77" dur="1" fill="hold">
                                          <p:stCondLst>
                                            <p:cond delay="0"/>
                                          </p:stCondLst>
                                        </p:cTn>
                                        <p:tgtEl>
                                          <p:spTgt spid="57"/>
                                        </p:tgtEl>
                                        <p:attrNameLst>
                                          <p:attrName>style.visibility</p:attrName>
                                        </p:attrNameLst>
                                      </p:cBhvr>
                                      <p:to>
                                        <p:strVal val="visible"/>
                                      </p:to>
                                    </p:set>
                                    <p:anim calcmode="lin" valueType="num">
                                      <p:cBhvr additive="base">
                                        <p:cTn id="78" dur="500" fill="hold"/>
                                        <p:tgtEl>
                                          <p:spTgt spid="57"/>
                                        </p:tgtEl>
                                        <p:attrNameLst>
                                          <p:attrName>ppt_x</p:attrName>
                                        </p:attrNameLst>
                                      </p:cBhvr>
                                      <p:tavLst>
                                        <p:tav tm="0">
                                          <p:val>
                                            <p:strVal val="#ppt_x"/>
                                          </p:val>
                                        </p:tav>
                                        <p:tav tm="100000">
                                          <p:val>
                                            <p:strVal val="#ppt_x"/>
                                          </p:val>
                                        </p:tav>
                                      </p:tavLst>
                                    </p:anim>
                                    <p:anim calcmode="lin" valueType="num">
                                      <p:cBhvr additive="base">
                                        <p:cTn id="79" dur="500" fill="hold"/>
                                        <p:tgtEl>
                                          <p:spTgt spid="57"/>
                                        </p:tgtEl>
                                        <p:attrNameLst>
                                          <p:attrName>ppt_y</p:attrName>
                                        </p:attrNameLst>
                                      </p:cBhvr>
                                      <p:tavLst>
                                        <p:tav tm="0">
                                          <p:val>
                                            <p:strVal val="1+#ppt_h/2"/>
                                          </p:val>
                                        </p:tav>
                                        <p:tav tm="100000">
                                          <p:val>
                                            <p:strVal val="#ppt_y"/>
                                          </p:val>
                                        </p:tav>
                                      </p:tavLst>
                                    </p:anim>
                                  </p:childTnLst>
                                </p:cTn>
                              </p:par>
                              <p:par>
                                <p:cTn id="80" presetID="2" presetClass="entr" presetSubtype="1" fill="hold" grpId="0" nodeType="withEffect">
                                  <p:stCondLst>
                                    <p:cond delay="0"/>
                                  </p:stCondLst>
                                  <p:childTnLst>
                                    <p:set>
                                      <p:cBhvr>
                                        <p:cTn id="81" dur="1" fill="hold">
                                          <p:stCondLst>
                                            <p:cond delay="0"/>
                                          </p:stCondLst>
                                        </p:cTn>
                                        <p:tgtEl>
                                          <p:spTgt spid="59"/>
                                        </p:tgtEl>
                                        <p:attrNameLst>
                                          <p:attrName>style.visibility</p:attrName>
                                        </p:attrNameLst>
                                      </p:cBhvr>
                                      <p:to>
                                        <p:strVal val="visible"/>
                                      </p:to>
                                    </p:set>
                                    <p:anim calcmode="lin" valueType="num">
                                      <p:cBhvr additive="base">
                                        <p:cTn id="82" dur="500" fill="hold"/>
                                        <p:tgtEl>
                                          <p:spTgt spid="59"/>
                                        </p:tgtEl>
                                        <p:attrNameLst>
                                          <p:attrName>ppt_x</p:attrName>
                                        </p:attrNameLst>
                                      </p:cBhvr>
                                      <p:tavLst>
                                        <p:tav tm="0">
                                          <p:val>
                                            <p:strVal val="#ppt_x"/>
                                          </p:val>
                                        </p:tav>
                                        <p:tav tm="100000">
                                          <p:val>
                                            <p:strVal val="#ppt_x"/>
                                          </p:val>
                                        </p:tav>
                                      </p:tavLst>
                                    </p:anim>
                                    <p:anim calcmode="lin" valueType="num">
                                      <p:cBhvr additive="base">
                                        <p:cTn id="83" dur="500" fill="hold"/>
                                        <p:tgtEl>
                                          <p:spTgt spid="59"/>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4" grpId="0" animBg="1"/>
      <p:bldP spid="50" grpId="0" animBg="1"/>
      <p:bldP spid="53" grpId="0" animBg="1"/>
      <p:bldP spid="54" grpId="0" animBg="1"/>
      <p:bldP spid="55" grpId="0" animBg="1"/>
      <p:bldP spid="56" grpId="0" animBg="1"/>
      <p:bldP spid="56" grpId="1" animBg="1"/>
      <p:bldP spid="57" grpId="0"/>
      <p:bldP spid="5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 y="-2"/>
            <a:ext cx="12191999" cy="6858000"/>
            <a:chOff x="1" y="-2"/>
            <a:chExt cx="12191999" cy="6858000"/>
          </a:xfrm>
        </p:grpSpPr>
        <p:pic>
          <p:nvPicPr>
            <p:cNvPr id="85" name="图片 84"/>
            <p:cNvPicPr>
              <a:picLocks noChangeAspect="1"/>
            </p:cNvPicPr>
            <p:nvPr/>
          </p:nvPicPr>
          <p:blipFill>
            <a:blip r:embed="rId1">
              <a:extLst>
                <a:ext uri="{BEBA8EAE-BF5A-486C-A8C5-ECC9F3942E4B}">
                  <a14:imgProps xmlns:a14="http://schemas.microsoft.com/office/drawing/2010/main">
                    <a14:imgLayer r:embed="rId2">
                      <a14:imgEffect>
                        <a14:brightnessContrast contrast="40000"/>
                      </a14:imgEffect>
                      <a14:imgEffect>
                        <a14:saturation sat="400000"/>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1" y="-2"/>
              <a:ext cx="12191999" cy="6858000"/>
            </a:xfrm>
            <a:prstGeom prst="rect">
              <a:avLst/>
            </a:prstGeom>
          </p:spPr>
        </p:pic>
        <p:sp>
          <p:nvSpPr>
            <p:cNvPr id="2" name="矩形 1"/>
            <p:cNvSpPr/>
            <p:nvPr/>
          </p:nvSpPr>
          <p:spPr>
            <a:xfrm>
              <a:off x="250371" y="267786"/>
              <a:ext cx="11691258" cy="632242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lumMod val="75000"/>
                    <a:lumOff val="25000"/>
                  </a:schemeClr>
                </a:solidFill>
                <a:latin typeface="思源黑体" panose="020B0500000000000000" pitchFamily="34" charset="-122"/>
                <a:ea typeface="思源黑体" panose="020B0500000000000000" pitchFamily="34" charset="-122"/>
              </a:endParaRPr>
            </a:p>
          </p:txBody>
        </p:sp>
      </p:grpSp>
      <p:sp>
        <p:nvSpPr>
          <p:cNvPr id="59" name="Rectangle 11"/>
          <p:cNvSpPr/>
          <p:nvPr/>
        </p:nvSpPr>
        <p:spPr>
          <a:xfrm>
            <a:off x="1400085" y="2709670"/>
            <a:ext cx="60163" cy="309634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75000"/>
                  <a:lumOff val="25000"/>
                </a:schemeClr>
              </a:solidFill>
              <a:latin typeface="思源黑体" panose="020B0500000000000000" pitchFamily="34" charset="-122"/>
              <a:ea typeface="思源黑体" panose="020B0500000000000000" pitchFamily="34" charset="-122"/>
            </a:endParaRPr>
          </a:p>
        </p:txBody>
      </p:sp>
      <p:sp>
        <p:nvSpPr>
          <p:cNvPr id="60" name="Cross 12"/>
          <p:cNvSpPr/>
          <p:nvPr/>
        </p:nvSpPr>
        <p:spPr>
          <a:xfrm>
            <a:off x="1247286" y="1971326"/>
            <a:ext cx="365760" cy="365760"/>
          </a:xfrm>
          <a:prstGeom prst="plus">
            <a:avLst>
              <a:gd name="adj" fmla="val 42500"/>
            </a:avLst>
          </a:prstGeom>
          <a:solidFill>
            <a:srgbClr val="587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75000"/>
                  <a:lumOff val="25000"/>
                </a:schemeClr>
              </a:solidFill>
              <a:latin typeface="思源黑体" panose="020B0500000000000000" pitchFamily="34" charset="-122"/>
              <a:ea typeface="思源黑体" panose="020B0500000000000000" pitchFamily="34" charset="-122"/>
            </a:endParaRPr>
          </a:p>
        </p:txBody>
      </p:sp>
      <p:sp>
        <p:nvSpPr>
          <p:cNvPr id="65" name="Rectangle: Rounded Corners 42"/>
          <p:cNvSpPr/>
          <p:nvPr/>
        </p:nvSpPr>
        <p:spPr>
          <a:xfrm>
            <a:off x="2170806" y="3828713"/>
            <a:ext cx="1896599" cy="486473"/>
          </a:xfrm>
          <a:prstGeom prst="roundRect">
            <a:avLst/>
          </a:prstGeom>
          <a:solidFill>
            <a:srgbClr val="2E5596"/>
          </a:solidFill>
          <a:ln w="12700">
            <a:noFill/>
          </a:ln>
          <a:effectLst>
            <a:outerShdw blurRad="190500" dist="38100" dir="2700000" algn="tl" rotWithShape="0">
              <a:prstClr val="black">
                <a:alpha val="3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algn="ctr"/>
            <a:r>
              <a:rPr lang="zh-CN" altLang="en-US" sz="2000" b="1" dirty="0">
                <a:solidFill>
                  <a:schemeClr val="bg1"/>
                </a:solidFill>
                <a:latin typeface="思源黑体" panose="020B0500000000000000" pitchFamily="34" charset="-122"/>
                <a:ea typeface="思源黑体" panose="020B0500000000000000" pitchFamily="34" charset="-122"/>
                <a:cs typeface="+mn-ea"/>
              </a:rPr>
              <a:t>输入标题</a:t>
            </a:r>
            <a:endParaRPr lang="en-US" sz="2000" b="1" dirty="0">
              <a:solidFill>
                <a:schemeClr val="bg1"/>
              </a:solidFill>
              <a:latin typeface="思源黑体" panose="020B0500000000000000" pitchFamily="34" charset="-122"/>
              <a:ea typeface="思源黑体" panose="020B0500000000000000" pitchFamily="34" charset="-122"/>
              <a:cs typeface="+mn-ea"/>
            </a:endParaRPr>
          </a:p>
        </p:txBody>
      </p:sp>
      <p:grpSp>
        <p:nvGrpSpPr>
          <p:cNvPr id="4" name="组合 3"/>
          <p:cNvGrpSpPr/>
          <p:nvPr/>
        </p:nvGrpSpPr>
        <p:grpSpPr>
          <a:xfrm>
            <a:off x="2348677" y="1923021"/>
            <a:ext cx="3363594" cy="1328946"/>
            <a:chOff x="2348677" y="1923021"/>
            <a:chExt cx="3363594" cy="1328946"/>
          </a:xfrm>
        </p:grpSpPr>
        <p:sp>
          <p:nvSpPr>
            <p:cNvPr id="62" name="Rectangle 15"/>
            <p:cNvSpPr/>
            <p:nvPr/>
          </p:nvSpPr>
          <p:spPr>
            <a:xfrm>
              <a:off x="5108767" y="1923021"/>
              <a:ext cx="603504" cy="45719"/>
            </a:xfrm>
            <a:prstGeom prst="rect">
              <a:avLst/>
            </a:prstGeom>
            <a:solidFill>
              <a:schemeClr val="accent1"/>
            </a:solidFill>
            <a:ln>
              <a:solidFill>
                <a:srgbClr val="2E559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75000"/>
                    <a:lumOff val="25000"/>
                  </a:schemeClr>
                </a:solidFill>
                <a:latin typeface="思源黑体" panose="020B0500000000000000" pitchFamily="34" charset="-122"/>
                <a:ea typeface="思源黑体" panose="020B0500000000000000" pitchFamily="34" charset="-122"/>
              </a:endParaRPr>
            </a:p>
          </p:txBody>
        </p:sp>
        <p:sp>
          <p:nvSpPr>
            <p:cNvPr id="66" name="TextBox 7"/>
            <p:cNvSpPr txBox="1"/>
            <p:nvPr/>
          </p:nvSpPr>
          <p:spPr>
            <a:xfrm>
              <a:off x="2348677" y="2790302"/>
              <a:ext cx="2646878" cy="461665"/>
            </a:xfrm>
            <a:prstGeom prst="rect">
              <a:avLst/>
            </a:prstGeom>
            <a:noFill/>
          </p:spPr>
          <p:txBody>
            <a:bodyPr wrap="none" rtlCol="0">
              <a:spAutoFit/>
            </a:bodyPr>
            <a:lstStyle/>
            <a:p>
              <a:r>
                <a:rPr lang="zh-CN" altLang="en-US" sz="2400" b="1" dirty="0">
                  <a:solidFill>
                    <a:schemeClr val="tx1">
                      <a:lumMod val="75000"/>
                      <a:lumOff val="25000"/>
                    </a:schemeClr>
                  </a:solidFill>
                  <a:latin typeface="思源黑体" panose="020B0500000000000000" pitchFamily="34" charset="-122"/>
                  <a:ea typeface="思源黑体" panose="020B0500000000000000" pitchFamily="34" charset="-122"/>
                </a:rPr>
                <a:t>添加页面标题内容</a:t>
              </a:r>
              <a:endParaRPr lang="zh-CN" altLang="en-US" sz="2400" b="1" dirty="0">
                <a:solidFill>
                  <a:schemeClr val="tx1">
                    <a:lumMod val="75000"/>
                    <a:lumOff val="25000"/>
                  </a:schemeClr>
                </a:solidFill>
                <a:latin typeface="思源黑体" panose="020B0500000000000000" pitchFamily="34" charset="-122"/>
                <a:ea typeface="思源黑体" panose="020B0500000000000000" pitchFamily="34" charset="-122"/>
              </a:endParaRPr>
            </a:p>
          </p:txBody>
        </p:sp>
        <p:sp>
          <p:nvSpPr>
            <p:cNvPr id="67" name="Google Shape;86;p19"/>
            <p:cNvSpPr txBox="1"/>
            <p:nvPr/>
          </p:nvSpPr>
          <p:spPr>
            <a:xfrm>
              <a:off x="2348677" y="2356032"/>
              <a:ext cx="3183654" cy="43426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i="0" u="none" strike="noStrike" cap="none" dirty="0">
                  <a:solidFill>
                    <a:schemeClr val="tx1">
                      <a:lumMod val="75000"/>
                      <a:lumOff val="25000"/>
                    </a:schemeClr>
                  </a:solidFill>
                  <a:latin typeface="思源黑体" panose="020B0500000000000000" pitchFamily="34" charset="-122"/>
                  <a:ea typeface="思源黑体" panose="020B0500000000000000" pitchFamily="34" charset="-122"/>
                  <a:cs typeface="Lato"/>
                  <a:sym typeface="Lato"/>
                </a:rPr>
                <a:t>YOUR TITLE HERE</a:t>
              </a:r>
              <a:endParaRPr sz="2400" i="0" u="none" strike="noStrike" cap="none" dirty="0">
                <a:solidFill>
                  <a:schemeClr val="tx1">
                    <a:lumMod val="75000"/>
                    <a:lumOff val="25000"/>
                  </a:schemeClr>
                </a:solidFill>
                <a:latin typeface="思源黑体" panose="020B0500000000000000" pitchFamily="34" charset="-122"/>
                <a:ea typeface="思源黑体" panose="020B0500000000000000" pitchFamily="34" charset="-122"/>
                <a:cs typeface="Lato"/>
                <a:sym typeface="Lato"/>
              </a:endParaRPr>
            </a:p>
          </p:txBody>
        </p:sp>
      </p:grpSp>
      <p:grpSp>
        <p:nvGrpSpPr>
          <p:cNvPr id="5" name="组合 4"/>
          <p:cNvGrpSpPr/>
          <p:nvPr/>
        </p:nvGrpSpPr>
        <p:grpSpPr>
          <a:xfrm>
            <a:off x="2181714" y="4569764"/>
            <a:ext cx="1896600" cy="1354538"/>
            <a:chOff x="2181714" y="4569764"/>
            <a:chExt cx="1896600" cy="1354538"/>
          </a:xfrm>
        </p:grpSpPr>
        <p:sp>
          <p:nvSpPr>
            <p:cNvPr id="54" name="TextBox 5"/>
            <p:cNvSpPr txBox="1"/>
            <p:nvPr/>
          </p:nvSpPr>
          <p:spPr>
            <a:xfrm>
              <a:off x="2181714" y="4569764"/>
              <a:ext cx="1364476" cy="400110"/>
            </a:xfrm>
            <a:prstGeom prst="rect">
              <a:avLst/>
            </a:prstGeom>
            <a:noFill/>
          </p:spPr>
          <p:txBody>
            <a:bodyPr wrap="none" rtlCol="0">
              <a:spAutoFit/>
            </a:bodyPr>
            <a:lstStyle/>
            <a:p>
              <a:r>
                <a:rPr lang="zh-CN" altLang="en-US" sz="2000" b="1" spc="300" dirty="0">
                  <a:solidFill>
                    <a:schemeClr val="tx1">
                      <a:lumMod val="75000"/>
                      <a:lumOff val="25000"/>
                    </a:schemeClr>
                  </a:solidFill>
                  <a:latin typeface="思源黑体" panose="020B0500000000000000" pitchFamily="34" charset="-122"/>
                  <a:ea typeface="思源黑体" panose="020B0500000000000000" pitchFamily="34" charset="-122"/>
                </a:rPr>
                <a:t>输入标题</a:t>
              </a:r>
              <a:endParaRPr lang="zh-CN" altLang="en-US" sz="2000" b="1" spc="300" dirty="0">
                <a:solidFill>
                  <a:schemeClr val="tx1">
                    <a:lumMod val="75000"/>
                    <a:lumOff val="25000"/>
                  </a:schemeClr>
                </a:solidFill>
                <a:latin typeface="思源黑体" panose="020B0500000000000000" pitchFamily="34" charset="-122"/>
                <a:ea typeface="思源黑体" panose="020B0500000000000000" pitchFamily="34" charset="-122"/>
              </a:endParaRPr>
            </a:p>
          </p:txBody>
        </p:sp>
        <p:sp>
          <p:nvSpPr>
            <p:cNvPr id="68" name="Rectangle 29"/>
            <p:cNvSpPr/>
            <p:nvPr/>
          </p:nvSpPr>
          <p:spPr>
            <a:xfrm>
              <a:off x="2181714" y="5092984"/>
              <a:ext cx="1896600" cy="831318"/>
            </a:xfrm>
            <a:prstGeom prst="rect">
              <a:avLst/>
            </a:prstGeom>
          </p:spPr>
          <p:txBody>
            <a:bodyPr wrap="square">
              <a:spAutoFit/>
            </a:bodyPr>
            <a:lstStyle/>
            <a:p>
              <a:pPr lvl="0" algn="l">
                <a:lnSpc>
                  <a:spcPts val="2000"/>
                </a:lnSpc>
                <a:defRPr/>
              </a:pPr>
              <a:r>
                <a:rPr lang="zh-CN" altLang="en-US" sz="1100" dirty="0">
                  <a:solidFill>
                    <a:schemeClr val="tx1">
                      <a:lumMod val="75000"/>
                      <a:lumOff val="25000"/>
                    </a:schemeClr>
                  </a:solidFill>
                  <a:latin typeface="思源黑体" panose="020B0500000000000000" pitchFamily="34" charset="-122"/>
                  <a:ea typeface="思源黑体" panose="020B0500000000000000" pitchFamily="34" charset="-122"/>
                  <a:sym typeface="FZHei-B01S" panose="02010601030101010101" pitchFamily="2" charset="-122"/>
                </a:rPr>
                <a:t>请在此处添加具体内容，文字尽量言简意赅，简单说明即可，不必过于繁琐</a:t>
              </a:r>
              <a:endParaRPr lang="zh-CN" altLang="en-US" sz="1100" dirty="0">
                <a:solidFill>
                  <a:schemeClr val="tx1">
                    <a:lumMod val="75000"/>
                    <a:lumOff val="25000"/>
                  </a:schemeClr>
                </a:solidFill>
                <a:latin typeface="思源黑体" panose="020B0500000000000000" pitchFamily="34" charset="-122"/>
                <a:ea typeface="思源黑体" panose="020B0500000000000000" pitchFamily="34" charset="-122"/>
                <a:sym typeface="FZHei-B01S" panose="02010601030101010101" pitchFamily="2" charset="-122"/>
              </a:endParaRPr>
            </a:p>
          </p:txBody>
        </p:sp>
      </p:grpSp>
      <p:grpSp>
        <p:nvGrpSpPr>
          <p:cNvPr id="6" name="组合 5"/>
          <p:cNvGrpSpPr/>
          <p:nvPr/>
        </p:nvGrpSpPr>
        <p:grpSpPr>
          <a:xfrm>
            <a:off x="4777964" y="4569764"/>
            <a:ext cx="1896600" cy="1354538"/>
            <a:chOff x="4777964" y="4569764"/>
            <a:chExt cx="1896600" cy="1354538"/>
          </a:xfrm>
        </p:grpSpPr>
        <p:sp>
          <p:nvSpPr>
            <p:cNvPr id="55" name="TextBox 7"/>
            <p:cNvSpPr txBox="1"/>
            <p:nvPr/>
          </p:nvSpPr>
          <p:spPr>
            <a:xfrm>
              <a:off x="4777964" y="4569764"/>
              <a:ext cx="1364476" cy="400110"/>
            </a:xfrm>
            <a:prstGeom prst="rect">
              <a:avLst/>
            </a:prstGeom>
            <a:noFill/>
          </p:spPr>
          <p:txBody>
            <a:bodyPr wrap="none" rtlCol="0">
              <a:spAutoFit/>
            </a:bodyPr>
            <a:lstStyle/>
            <a:p>
              <a:r>
                <a:rPr lang="zh-CN" altLang="en-US" sz="2000" b="1" spc="300" dirty="0">
                  <a:solidFill>
                    <a:schemeClr val="tx1">
                      <a:lumMod val="75000"/>
                      <a:lumOff val="25000"/>
                    </a:schemeClr>
                  </a:solidFill>
                  <a:latin typeface="思源黑体" panose="020B0500000000000000" pitchFamily="34" charset="-122"/>
                  <a:ea typeface="思源黑体" panose="020B0500000000000000" pitchFamily="34" charset="-122"/>
                </a:rPr>
                <a:t>输入标题</a:t>
              </a:r>
              <a:endParaRPr lang="zh-CN" altLang="en-US" sz="2000" b="1" spc="300" dirty="0">
                <a:solidFill>
                  <a:schemeClr val="tx1">
                    <a:lumMod val="75000"/>
                    <a:lumOff val="25000"/>
                  </a:schemeClr>
                </a:solidFill>
                <a:latin typeface="思源黑体" panose="020B0500000000000000" pitchFamily="34" charset="-122"/>
                <a:ea typeface="思源黑体" panose="020B0500000000000000" pitchFamily="34" charset="-122"/>
              </a:endParaRPr>
            </a:p>
          </p:txBody>
        </p:sp>
        <p:sp>
          <p:nvSpPr>
            <p:cNvPr id="69" name="Rectangle 29"/>
            <p:cNvSpPr/>
            <p:nvPr/>
          </p:nvSpPr>
          <p:spPr>
            <a:xfrm>
              <a:off x="4777964" y="5092984"/>
              <a:ext cx="1896600" cy="831318"/>
            </a:xfrm>
            <a:prstGeom prst="rect">
              <a:avLst/>
            </a:prstGeom>
          </p:spPr>
          <p:txBody>
            <a:bodyPr wrap="square">
              <a:spAutoFit/>
            </a:bodyPr>
            <a:lstStyle/>
            <a:p>
              <a:pPr lvl="0" algn="l">
                <a:lnSpc>
                  <a:spcPts val="2000"/>
                </a:lnSpc>
                <a:defRPr/>
              </a:pPr>
              <a:r>
                <a:rPr lang="zh-CN" altLang="en-US" sz="1100" dirty="0">
                  <a:solidFill>
                    <a:schemeClr val="tx1">
                      <a:lumMod val="75000"/>
                      <a:lumOff val="25000"/>
                    </a:schemeClr>
                  </a:solidFill>
                  <a:latin typeface="思源黑体" panose="020B0500000000000000" pitchFamily="34" charset="-122"/>
                  <a:ea typeface="思源黑体" panose="020B0500000000000000" pitchFamily="34" charset="-122"/>
                  <a:sym typeface="FZHei-B01S" panose="02010601030101010101" pitchFamily="2" charset="-122"/>
                </a:rPr>
                <a:t>请在此处添加具体内容，文字尽量言简意赅，简单说明即可，不必过于繁琐</a:t>
              </a:r>
              <a:endParaRPr lang="zh-CN" altLang="en-US" sz="1100" dirty="0">
                <a:solidFill>
                  <a:schemeClr val="tx1">
                    <a:lumMod val="75000"/>
                    <a:lumOff val="25000"/>
                  </a:schemeClr>
                </a:solidFill>
                <a:latin typeface="思源黑体" panose="020B0500000000000000" pitchFamily="34" charset="-122"/>
                <a:ea typeface="思源黑体" panose="020B0500000000000000" pitchFamily="34" charset="-122"/>
                <a:sym typeface="FZHei-B01S" panose="02010601030101010101" pitchFamily="2" charset="-122"/>
              </a:endParaRPr>
            </a:p>
          </p:txBody>
        </p:sp>
      </p:grpSp>
      <p:pic>
        <p:nvPicPr>
          <p:cNvPr id="70" name="图片 69"/>
          <p:cNvPicPr>
            <a:picLocks noChangeAspect="1"/>
          </p:cNvPicPr>
          <p:nvPr/>
        </p:nvPicPr>
        <p:blipFill rotWithShape="1">
          <a:blip r:embed="rId3" cstate="print">
            <a:extLst>
              <a:ext uri="{28A0092B-C50C-407E-A947-70E740481C1C}">
                <a14:useLocalDpi xmlns:a14="http://schemas.microsoft.com/office/drawing/2010/main" val="0"/>
              </a:ext>
            </a:extLst>
          </a:blip>
          <a:srcRect l="3078" t="13817" r="52247" b="8381"/>
          <a:stretch>
            <a:fillRect/>
          </a:stretch>
        </p:blipFill>
        <p:spPr>
          <a:xfrm>
            <a:off x="6964088" y="1265098"/>
            <a:ext cx="4336893" cy="4818916"/>
          </a:xfrm>
          <a:prstGeom prst="rect">
            <a:avLst/>
          </a:prstGeom>
        </p:spPr>
      </p:pic>
      <p:grpSp>
        <p:nvGrpSpPr>
          <p:cNvPr id="71" name="组合 70"/>
          <p:cNvGrpSpPr/>
          <p:nvPr/>
        </p:nvGrpSpPr>
        <p:grpSpPr>
          <a:xfrm>
            <a:off x="942702" y="876582"/>
            <a:ext cx="2483440" cy="677108"/>
            <a:chOff x="250371" y="432445"/>
            <a:chExt cx="2483440" cy="677108"/>
          </a:xfrm>
        </p:grpSpPr>
        <p:sp>
          <p:nvSpPr>
            <p:cNvPr id="72" name="1"/>
            <p:cNvSpPr/>
            <p:nvPr/>
          </p:nvSpPr>
          <p:spPr>
            <a:xfrm flipV="1">
              <a:off x="250371" y="503428"/>
              <a:ext cx="144000" cy="527747"/>
            </a:xfrm>
            <a:prstGeom prst="rect">
              <a:avLst/>
            </a:prstGeom>
            <a:solidFill>
              <a:srgbClr val="587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panose="020B0500000000000000" pitchFamily="34" charset="-122"/>
                <a:ea typeface="思源黑体" panose="020B0500000000000000" pitchFamily="34" charset="-122"/>
              </a:endParaRPr>
            </a:p>
          </p:txBody>
        </p:sp>
        <p:sp>
          <p:nvSpPr>
            <p:cNvPr id="73" name="文本框 72"/>
            <p:cNvSpPr txBox="1"/>
            <p:nvPr/>
          </p:nvSpPr>
          <p:spPr>
            <a:xfrm>
              <a:off x="468735" y="432445"/>
              <a:ext cx="2265076" cy="523220"/>
            </a:xfrm>
            <a:prstGeom prst="rect">
              <a:avLst/>
            </a:prstGeom>
            <a:noFill/>
          </p:spPr>
          <p:txBody>
            <a:bodyPr wrap="square" rtlCol="0">
              <a:spAutoFit/>
            </a:bodyPr>
            <a:lstStyle/>
            <a:p>
              <a:r>
                <a:rPr lang="en-US" altLang="zh-CN" sz="2800" b="1" dirty="0">
                  <a:solidFill>
                    <a:srgbClr val="2E5596"/>
                  </a:solidFill>
                  <a:latin typeface="思源黑体" panose="020B0500000000000000" pitchFamily="34" charset="-122"/>
                  <a:ea typeface="思源黑体" panose="020B0500000000000000" pitchFamily="34" charset="-122"/>
                </a:rPr>
                <a:t>01/</a:t>
              </a:r>
              <a:r>
                <a:rPr lang="zh-CN" altLang="en-US" sz="2800" b="1" dirty="0">
                  <a:solidFill>
                    <a:srgbClr val="2E5596"/>
                  </a:solidFill>
                  <a:latin typeface="思源黑体" panose="020B0500000000000000" pitchFamily="34" charset="-122"/>
                  <a:ea typeface="思源黑体" panose="020B0500000000000000" pitchFamily="34" charset="-122"/>
                </a:rPr>
                <a:t>工作回顾</a:t>
              </a:r>
              <a:endParaRPr lang="zh-CN" altLang="en-US" sz="2800" b="1" dirty="0">
                <a:solidFill>
                  <a:srgbClr val="2E5596"/>
                </a:solidFill>
                <a:latin typeface="思源黑体" panose="020B0500000000000000" pitchFamily="34" charset="-122"/>
                <a:ea typeface="思源黑体" panose="020B0500000000000000" pitchFamily="34" charset="-122"/>
              </a:endParaRPr>
            </a:p>
          </p:txBody>
        </p:sp>
        <p:sp>
          <p:nvSpPr>
            <p:cNvPr id="74" name="文本框 73"/>
            <p:cNvSpPr txBox="1"/>
            <p:nvPr/>
          </p:nvSpPr>
          <p:spPr>
            <a:xfrm>
              <a:off x="468735" y="801776"/>
              <a:ext cx="2265076" cy="307777"/>
            </a:xfrm>
            <a:prstGeom prst="rect">
              <a:avLst/>
            </a:prstGeom>
            <a:noFill/>
          </p:spPr>
          <p:txBody>
            <a:bodyPr wrap="square" rtlCol="0">
              <a:spAutoFit/>
            </a:bodyPr>
            <a:lstStyle/>
            <a:p>
              <a:r>
                <a:rPr lang="en-US" altLang="zh-CN" sz="1400" dirty="0">
                  <a:solidFill>
                    <a:schemeClr val="tx1">
                      <a:lumMod val="65000"/>
                      <a:lumOff val="35000"/>
                    </a:schemeClr>
                  </a:solidFill>
                  <a:latin typeface="思源黑体" panose="020B0500000000000000" pitchFamily="34" charset="-122"/>
                  <a:ea typeface="思源黑体" panose="020B0500000000000000" pitchFamily="34" charset="-122"/>
                </a:rPr>
                <a:t>Mid year work summary</a:t>
              </a:r>
              <a:endParaRPr lang="en-US" altLang="zh-CN" sz="1400" dirty="0">
                <a:solidFill>
                  <a:schemeClr val="tx1">
                    <a:lumMod val="65000"/>
                    <a:lumOff val="35000"/>
                  </a:schemeClr>
                </a:solidFill>
                <a:latin typeface="思源黑体" panose="020B0500000000000000" pitchFamily="34" charset="-122"/>
                <a:ea typeface="思源黑体" panose="020B0500000000000000"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1"/>
                                        </p:tgtEl>
                                        <p:attrNameLst>
                                          <p:attrName>style.visibility</p:attrName>
                                        </p:attrNameLst>
                                      </p:cBhvr>
                                      <p:to>
                                        <p:strVal val="visible"/>
                                      </p:to>
                                    </p:set>
                                    <p:animEffect transition="in" filter="fade">
                                      <p:cBhvr>
                                        <p:cTn id="7" dur="500"/>
                                        <p:tgtEl>
                                          <p:spTgt spid="7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0"/>
                                        </p:tgtEl>
                                        <p:attrNameLst>
                                          <p:attrName>style.visibility</p:attrName>
                                        </p:attrNameLst>
                                      </p:cBhvr>
                                      <p:to>
                                        <p:strVal val="visible"/>
                                      </p:to>
                                    </p:set>
                                    <p:animEffect transition="in" filter="fade">
                                      <p:cBhvr>
                                        <p:cTn id="12" dur="500"/>
                                        <p:tgtEl>
                                          <p:spTgt spid="60"/>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9"/>
                                        </p:tgtEl>
                                        <p:attrNameLst>
                                          <p:attrName>style.visibility</p:attrName>
                                        </p:attrNameLst>
                                      </p:cBhvr>
                                      <p:to>
                                        <p:strVal val="visible"/>
                                      </p:to>
                                    </p:set>
                                    <p:animEffect transition="in" filter="fade">
                                      <p:cBhvr>
                                        <p:cTn id="15" dur="500"/>
                                        <p:tgtEl>
                                          <p:spTgt spid="59"/>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fade">
                                      <p:cBhvr>
                                        <p:cTn id="20" dur="500"/>
                                        <p:tgtEl>
                                          <p:spTgt spid="4"/>
                                        </p:tgtEl>
                                      </p:cBhvr>
                                    </p:animEffect>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grpId="0" nodeType="clickEffect">
                                  <p:stCondLst>
                                    <p:cond delay="0"/>
                                  </p:stCondLst>
                                  <p:childTnLst>
                                    <p:set>
                                      <p:cBhvr>
                                        <p:cTn id="24" dur="1" fill="hold">
                                          <p:stCondLst>
                                            <p:cond delay="0"/>
                                          </p:stCondLst>
                                        </p:cTn>
                                        <p:tgtEl>
                                          <p:spTgt spid="65"/>
                                        </p:tgtEl>
                                        <p:attrNameLst>
                                          <p:attrName>style.visibility</p:attrName>
                                        </p:attrNameLst>
                                      </p:cBhvr>
                                      <p:to>
                                        <p:strVal val="visible"/>
                                      </p:to>
                                    </p:set>
                                    <p:animEffect transition="in" filter="barn(inVertical)">
                                      <p:cBhvr>
                                        <p:cTn id="25" dur="500"/>
                                        <p:tgtEl>
                                          <p:spTgt spid="65"/>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5"/>
                                        </p:tgtEl>
                                        <p:attrNameLst>
                                          <p:attrName>style.visibility</p:attrName>
                                        </p:attrNameLst>
                                      </p:cBhvr>
                                      <p:to>
                                        <p:strVal val="visible"/>
                                      </p:to>
                                    </p:set>
                                    <p:anim calcmode="lin" valueType="num">
                                      <p:cBhvr additive="base">
                                        <p:cTn id="30" dur="500" fill="hold"/>
                                        <p:tgtEl>
                                          <p:spTgt spid="5"/>
                                        </p:tgtEl>
                                        <p:attrNameLst>
                                          <p:attrName>ppt_x</p:attrName>
                                        </p:attrNameLst>
                                      </p:cBhvr>
                                      <p:tavLst>
                                        <p:tav tm="0">
                                          <p:val>
                                            <p:strVal val="#ppt_x"/>
                                          </p:val>
                                        </p:tav>
                                        <p:tav tm="100000">
                                          <p:val>
                                            <p:strVal val="#ppt_x"/>
                                          </p:val>
                                        </p:tav>
                                      </p:tavLst>
                                    </p:anim>
                                    <p:anim calcmode="lin" valueType="num">
                                      <p:cBhvr additive="base">
                                        <p:cTn id="31" dur="500" fill="hold"/>
                                        <p:tgtEl>
                                          <p:spTgt spid="5"/>
                                        </p:tgtEl>
                                        <p:attrNameLst>
                                          <p:attrName>ppt_y</p:attrName>
                                        </p:attrNameLst>
                                      </p:cBhvr>
                                      <p:tavLst>
                                        <p:tav tm="0">
                                          <p:val>
                                            <p:strVal val="1+#ppt_h/2"/>
                                          </p:val>
                                        </p:tav>
                                        <p:tav tm="100000">
                                          <p:val>
                                            <p:strVal val="#ppt_y"/>
                                          </p:val>
                                        </p:tav>
                                      </p:tavLst>
                                    </p:anim>
                                  </p:childTnLst>
                                </p:cTn>
                              </p:par>
                              <p:par>
                                <p:cTn id="32" presetID="2" presetClass="entr" presetSubtype="4" fill="hold" nodeType="withEffect">
                                  <p:stCondLst>
                                    <p:cond delay="0"/>
                                  </p:stCondLst>
                                  <p:childTnLst>
                                    <p:set>
                                      <p:cBhvr>
                                        <p:cTn id="33" dur="1" fill="hold">
                                          <p:stCondLst>
                                            <p:cond delay="0"/>
                                          </p:stCondLst>
                                        </p:cTn>
                                        <p:tgtEl>
                                          <p:spTgt spid="6"/>
                                        </p:tgtEl>
                                        <p:attrNameLst>
                                          <p:attrName>style.visibility</p:attrName>
                                        </p:attrNameLst>
                                      </p:cBhvr>
                                      <p:to>
                                        <p:strVal val="visible"/>
                                      </p:to>
                                    </p:set>
                                    <p:anim calcmode="lin" valueType="num">
                                      <p:cBhvr additive="base">
                                        <p:cTn id="34" dur="500" fill="hold"/>
                                        <p:tgtEl>
                                          <p:spTgt spid="6"/>
                                        </p:tgtEl>
                                        <p:attrNameLst>
                                          <p:attrName>ppt_x</p:attrName>
                                        </p:attrNameLst>
                                      </p:cBhvr>
                                      <p:tavLst>
                                        <p:tav tm="0">
                                          <p:val>
                                            <p:strVal val="#ppt_x"/>
                                          </p:val>
                                        </p:tav>
                                        <p:tav tm="100000">
                                          <p:val>
                                            <p:strVal val="#ppt_x"/>
                                          </p:val>
                                        </p:tav>
                                      </p:tavLst>
                                    </p:anim>
                                    <p:anim calcmode="lin" valueType="num">
                                      <p:cBhvr additive="base">
                                        <p:cTn id="35"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nodeType="clickEffect">
                                  <p:stCondLst>
                                    <p:cond delay="0"/>
                                  </p:stCondLst>
                                  <p:childTnLst>
                                    <p:set>
                                      <p:cBhvr>
                                        <p:cTn id="39" dur="1" fill="hold">
                                          <p:stCondLst>
                                            <p:cond delay="0"/>
                                          </p:stCondLst>
                                        </p:cTn>
                                        <p:tgtEl>
                                          <p:spTgt spid="70"/>
                                        </p:tgtEl>
                                        <p:attrNameLst>
                                          <p:attrName>style.visibility</p:attrName>
                                        </p:attrNameLst>
                                      </p:cBhvr>
                                      <p:to>
                                        <p:strVal val="visible"/>
                                      </p:to>
                                    </p:set>
                                    <p:animEffect transition="in" filter="wipe(down)">
                                      <p:cBhvr>
                                        <p:cTn id="40" dur="5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animBg="1"/>
      <p:bldP spid="60" grpId="0" animBg="1"/>
      <p:bldP spid="6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 y="-2"/>
            <a:ext cx="12191999" cy="6858000"/>
            <a:chOff x="1" y="-2"/>
            <a:chExt cx="12191999" cy="6858000"/>
          </a:xfrm>
        </p:grpSpPr>
        <p:pic>
          <p:nvPicPr>
            <p:cNvPr id="85" name="图片 84"/>
            <p:cNvPicPr>
              <a:picLocks noChangeAspect="1"/>
            </p:cNvPicPr>
            <p:nvPr/>
          </p:nvPicPr>
          <p:blipFill>
            <a:blip r:embed="rId1">
              <a:extLst>
                <a:ext uri="{BEBA8EAE-BF5A-486C-A8C5-ECC9F3942E4B}">
                  <a14:imgProps xmlns:a14="http://schemas.microsoft.com/office/drawing/2010/main">
                    <a14:imgLayer r:embed="rId2">
                      <a14:imgEffect>
                        <a14:brightnessContrast contrast="40000"/>
                      </a14:imgEffect>
                      <a14:imgEffect>
                        <a14:saturation sat="400000"/>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1" y="-2"/>
              <a:ext cx="12191999" cy="6858000"/>
            </a:xfrm>
            <a:prstGeom prst="rect">
              <a:avLst/>
            </a:prstGeom>
          </p:spPr>
        </p:pic>
        <p:sp>
          <p:nvSpPr>
            <p:cNvPr id="2" name="矩形 1"/>
            <p:cNvSpPr/>
            <p:nvPr/>
          </p:nvSpPr>
          <p:spPr>
            <a:xfrm>
              <a:off x="250371" y="267786"/>
              <a:ext cx="11691258" cy="632242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lumMod val="75000"/>
                    <a:lumOff val="25000"/>
                  </a:schemeClr>
                </a:solidFill>
                <a:latin typeface="思源黑体" panose="020B0500000000000000" pitchFamily="34" charset="-122"/>
                <a:ea typeface="思源黑体" panose="020B0500000000000000" pitchFamily="34" charset="-122"/>
              </a:endParaRPr>
            </a:p>
          </p:txBody>
        </p:sp>
      </p:grpSp>
      <p:pic>
        <p:nvPicPr>
          <p:cNvPr id="36" name="图片 25" descr="32313538383939353b32313538373938383bbfceb3ccb1cfd2b5"/>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824005" y="2795532"/>
            <a:ext cx="370215" cy="370215"/>
          </a:xfrm>
          <a:prstGeom prst="rect">
            <a:avLst/>
          </a:prstGeom>
        </p:spPr>
      </p:pic>
      <p:grpSp>
        <p:nvGrpSpPr>
          <p:cNvPr id="15" name="组合 14"/>
          <p:cNvGrpSpPr/>
          <p:nvPr/>
        </p:nvGrpSpPr>
        <p:grpSpPr>
          <a:xfrm>
            <a:off x="1717771" y="2494066"/>
            <a:ext cx="3818805" cy="1012940"/>
            <a:chOff x="1325886" y="2416057"/>
            <a:chExt cx="3818805" cy="1012940"/>
          </a:xfrm>
        </p:grpSpPr>
        <p:grpSp>
          <p:nvGrpSpPr>
            <p:cNvPr id="5" name="组合 4"/>
            <p:cNvGrpSpPr/>
            <p:nvPr/>
          </p:nvGrpSpPr>
          <p:grpSpPr>
            <a:xfrm>
              <a:off x="1325886" y="2502687"/>
              <a:ext cx="761169" cy="758155"/>
              <a:chOff x="1247509" y="2410446"/>
              <a:chExt cx="915950" cy="912323"/>
            </a:xfrm>
          </p:grpSpPr>
          <p:grpSp>
            <p:nvGrpSpPr>
              <p:cNvPr id="41" name="组合 40"/>
              <p:cNvGrpSpPr/>
              <p:nvPr/>
            </p:nvGrpSpPr>
            <p:grpSpPr>
              <a:xfrm>
                <a:off x="1247509" y="2410446"/>
                <a:ext cx="915950" cy="912323"/>
                <a:chOff x="1540857" y="1963660"/>
                <a:chExt cx="2829697" cy="2818492"/>
              </a:xfrm>
              <a:effectLst>
                <a:outerShdw blurRad="101600" dist="76200" dir="5400000" algn="t" rotWithShape="0">
                  <a:prstClr val="black">
                    <a:alpha val="20000"/>
                  </a:prstClr>
                </a:outerShdw>
              </a:effectLst>
            </p:grpSpPr>
            <p:sp>
              <p:nvSpPr>
                <p:cNvPr id="43" name="同心圆 25"/>
                <p:cNvSpPr/>
                <p:nvPr/>
              </p:nvSpPr>
              <p:spPr>
                <a:xfrm>
                  <a:off x="1540857" y="1963660"/>
                  <a:ext cx="2818492" cy="2818492"/>
                </a:xfrm>
                <a:prstGeom prst="donut">
                  <a:avLst>
                    <a:gd name="adj" fmla="val 4879"/>
                  </a:avLst>
                </a:prstGeom>
                <a:solidFill>
                  <a:srgbClr val="2E55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lumMod val="75000"/>
                        <a:lumOff val="25000"/>
                      </a:schemeClr>
                    </a:solidFill>
                    <a:latin typeface="思源黑体" panose="020B0500000000000000" pitchFamily="34" charset="-122"/>
                    <a:ea typeface="思源黑体" panose="020B0500000000000000" pitchFamily="34" charset="-122"/>
                  </a:endParaRPr>
                </a:p>
              </p:txBody>
            </p:sp>
            <p:sp>
              <p:nvSpPr>
                <p:cNvPr id="44" name="椭圆 43"/>
                <p:cNvSpPr/>
                <p:nvPr/>
              </p:nvSpPr>
              <p:spPr>
                <a:xfrm>
                  <a:off x="1675091" y="2060785"/>
                  <a:ext cx="2695463" cy="2695463"/>
                </a:xfrm>
                <a:prstGeom prst="ellipse">
                  <a:avLst/>
                </a:prstGeom>
                <a:solidFill>
                  <a:srgbClr val="2E55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solidFill>
                      <a:schemeClr val="tx1">
                        <a:lumMod val="75000"/>
                        <a:lumOff val="25000"/>
                      </a:schemeClr>
                    </a:solidFill>
                    <a:latin typeface="思源黑体" panose="020B0500000000000000" pitchFamily="34" charset="-122"/>
                    <a:ea typeface="思源黑体" panose="020B0500000000000000" pitchFamily="34" charset="-122"/>
                  </a:endParaRPr>
                </a:p>
              </p:txBody>
            </p:sp>
          </p:grpSp>
          <p:pic>
            <p:nvPicPr>
              <p:cNvPr id="45" name="图形 44" descr="32313538393032393b32313538383637323bcab5d1e9bcc7c2bc"/>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548235" y="2693363"/>
                <a:ext cx="352180" cy="352180"/>
              </a:xfrm>
              <a:prstGeom prst="rect">
                <a:avLst/>
              </a:prstGeom>
            </p:spPr>
          </p:pic>
        </p:grpSp>
        <p:grpSp>
          <p:nvGrpSpPr>
            <p:cNvPr id="8" name="组合 7"/>
            <p:cNvGrpSpPr/>
            <p:nvPr/>
          </p:nvGrpSpPr>
          <p:grpSpPr>
            <a:xfrm>
              <a:off x="2256035" y="2416057"/>
              <a:ext cx="2888656" cy="1012940"/>
              <a:chOff x="8544427" y="3458396"/>
              <a:chExt cx="2888656" cy="1012940"/>
            </a:xfrm>
          </p:grpSpPr>
          <p:sp>
            <p:nvSpPr>
              <p:cNvPr id="39" name="矩形 38"/>
              <p:cNvSpPr/>
              <p:nvPr/>
            </p:nvSpPr>
            <p:spPr>
              <a:xfrm>
                <a:off x="8544428" y="3954463"/>
                <a:ext cx="2888655" cy="516873"/>
              </a:xfrm>
              <a:prstGeom prst="rect">
                <a:avLst/>
              </a:prstGeom>
            </p:spPr>
            <p:txBody>
              <a:bodyPr wrap="square">
                <a:spAutoFit/>
                <a:scene3d>
                  <a:camera prst="orthographicFront"/>
                  <a:lightRig rig="threePt" dir="t"/>
                </a:scene3d>
                <a:sp3d contourW="12700"/>
              </a:bodyPr>
              <a:lstStyle/>
              <a:p>
                <a:pPr>
                  <a:lnSpc>
                    <a:spcPct val="120000"/>
                  </a:lnSpc>
                  <a:defRPr/>
                </a:pPr>
                <a:r>
                  <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mn-lt"/>
                  </a:rPr>
                  <a:t>用户可以在投影仪或者计算机上进行演示也可以将文稿打印出来</a:t>
                </a:r>
                <a:endPar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mn-lt"/>
                </a:endParaRPr>
              </a:p>
            </p:txBody>
          </p:sp>
          <p:sp>
            <p:nvSpPr>
              <p:cNvPr id="40" name="矩形 39"/>
              <p:cNvSpPr/>
              <p:nvPr/>
            </p:nvSpPr>
            <p:spPr>
              <a:xfrm>
                <a:off x="8544427" y="3458396"/>
                <a:ext cx="2252560" cy="430567"/>
              </a:xfrm>
              <a:prstGeom prst="rect">
                <a:avLst/>
              </a:prstGeom>
            </p:spPr>
            <p:txBody>
              <a:bodyPr wrap="square">
                <a:spAutoFit/>
                <a:scene3d>
                  <a:camera prst="orthographicFront"/>
                  <a:lightRig rig="threePt" dir="t"/>
                </a:scene3d>
                <a:sp3d contourW="12700"/>
              </a:bodyPr>
              <a:lstStyle/>
              <a:p>
                <a:pPr>
                  <a:lnSpc>
                    <a:spcPct val="120000"/>
                  </a:lnSpc>
                  <a:defRPr/>
                </a:pPr>
                <a:r>
                  <a:rPr lang="zh-CN" altLang="en-US" sz="2000" b="1"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mn-lt"/>
                  </a:rPr>
                  <a:t>添加标题</a:t>
                </a:r>
                <a:endParaRPr lang="zh-CN" altLang="en-US" sz="2000" b="1"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mn-lt"/>
                </a:endParaRPr>
              </a:p>
            </p:txBody>
          </p:sp>
        </p:grpSp>
      </p:grpSp>
      <p:grpSp>
        <p:nvGrpSpPr>
          <p:cNvPr id="9" name="组合 8"/>
          <p:cNvGrpSpPr/>
          <p:nvPr/>
        </p:nvGrpSpPr>
        <p:grpSpPr>
          <a:xfrm>
            <a:off x="1657823" y="4312243"/>
            <a:ext cx="3841482" cy="1012940"/>
            <a:chOff x="1265938" y="4234234"/>
            <a:chExt cx="3841482" cy="1012940"/>
          </a:xfrm>
        </p:grpSpPr>
        <p:grpSp>
          <p:nvGrpSpPr>
            <p:cNvPr id="10" name="组合 9"/>
            <p:cNvGrpSpPr/>
            <p:nvPr/>
          </p:nvGrpSpPr>
          <p:grpSpPr>
            <a:xfrm>
              <a:off x="1265938" y="4391700"/>
              <a:ext cx="702456" cy="702456"/>
              <a:chOff x="1187561" y="4310785"/>
              <a:chExt cx="845298" cy="845298"/>
            </a:xfrm>
          </p:grpSpPr>
          <p:sp>
            <p:nvSpPr>
              <p:cNvPr id="19" name="椭圆 18"/>
              <p:cNvSpPr/>
              <p:nvPr/>
            </p:nvSpPr>
            <p:spPr>
              <a:xfrm>
                <a:off x="1187561" y="4310785"/>
                <a:ext cx="845298" cy="845298"/>
              </a:xfrm>
              <a:prstGeom prst="ellipse">
                <a:avLst/>
              </a:prstGeom>
              <a:solidFill>
                <a:srgbClr val="587DB8"/>
              </a:solidFill>
              <a:ln>
                <a:noFill/>
              </a:ln>
              <a:effectLst>
                <a:outerShdw blurRad="101600" dist="762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lumMod val="75000"/>
                      <a:lumOff val="25000"/>
                    </a:schemeClr>
                  </a:solidFill>
                  <a:latin typeface="思源黑体" panose="020B0500000000000000" pitchFamily="34" charset="-122"/>
                  <a:ea typeface="思源黑体" panose="020B0500000000000000" pitchFamily="34" charset="-122"/>
                </a:endParaRPr>
              </a:p>
            </p:txBody>
          </p:sp>
          <p:pic>
            <p:nvPicPr>
              <p:cNvPr id="38" name="图片 5" descr="32313538383939353b32313538373937303bc9cfb4abd7cac1cf"/>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425103" y="4548326"/>
                <a:ext cx="370215" cy="370215"/>
              </a:xfrm>
              <a:prstGeom prst="rect">
                <a:avLst/>
              </a:prstGeom>
            </p:spPr>
          </p:pic>
        </p:grpSp>
        <p:grpSp>
          <p:nvGrpSpPr>
            <p:cNvPr id="42" name="组合 41"/>
            <p:cNvGrpSpPr/>
            <p:nvPr/>
          </p:nvGrpSpPr>
          <p:grpSpPr>
            <a:xfrm>
              <a:off x="2218764" y="4234234"/>
              <a:ext cx="2888656" cy="1012940"/>
              <a:chOff x="8544427" y="3458396"/>
              <a:chExt cx="2888656" cy="1012940"/>
            </a:xfrm>
          </p:grpSpPr>
          <p:sp>
            <p:nvSpPr>
              <p:cNvPr id="46" name="矩形 45"/>
              <p:cNvSpPr/>
              <p:nvPr/>
            </p:nvSpPr>
            <p:spPr>
              <a:xfrm>
                <a:off x="8544428" y="3954463"/>
                <a:ext cx="2888655" cy="516873"/>
              </a:xfrm>
              <a:prstGeom prst="rect">
                <a:avLst/>
              </a:prstGeom>
            </p:spPr>
            <p:txBody>
              <a:bodyPr wrap="square">
                <a:spAutoFit/>
                <a:scene3d>
                  <a:camera prst="orthographicFront"/>
                  <a:lightRig rig="threePt" dir="t"/>
                </a:scene3d>
                <a:sp3d contourW="12700"/>
              </a:bodyPr>
              <a:lstStyle/>
              <a:p>
                <a:pPr>
                  <a:lnSpc>
                    <a:spcPct val="120000"/>
                  </a:lnSpc>
                  <a:defRPr/>
                </a:pPr>
                <a:r>
                  <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mn-lt"/>
                  </a:rPr>
                  <a:t>用户可以在投影仪或者计算机上进行演示也可以将文稿打印出来</a:t>
                </a:r>
                <a:endPar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mn-lt"/>
                </a:endParaRPr>
              </a:p>
            </p:txBody>
          </p:sp>
          <p:sp>
            <p:nvSpPr>
              <p:cNvPr id="47" name="矩形 46"/>
              <p:cNvSpPr/>
              <p:nvPr/>
            </p:nvSpPr>
            <p:spPr>
              <a:xfrm>
                <a:off x="8544427" y="3458396"/>
                <a:ext cx="2252560" cy="430567"/>
              </a:xfrm>
              <a:prstGeom prst="rect">
                <a:avLst/>
              </a:prstGeom>
            </p:spPr>
            <p:txBody>
              <a:bodyPr wrap="square">
                <a:spAutoFit/>
                <a:scene3d>
                  <a:camera prst="orthographicFront"/>
                  <a:lightRig rig="threePt" dir="t"/>
                </a:scene3d>
                <a:sp3d contourW="12700"/>
              </a:bodyPr>
              <a:lstStyle/>
              <a:p>
                <a:pPr>
                  <a:lnSpc>
                    <a:spcPct val="120000"/>
                  </a:lnSpc>
                  <a:defRPr/>
                </a:pPr>
                <a:r>
                  <a:rPr lang="zh-CN" altLang="en-US" sz="2000" b="1"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mn-lt"/>
                  </a:rPr>
                  <a:t>添加标题</a:t>
                </a:r>
                <a:endParaRPr lang="zh-CN" altLang="en-US" sz="2000" b="1"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mn-lt"/>
                </a:endParaRPr>
              </a:p>
            </p:txBody>
          </p:sp>
        </p:grpSp>
      </p:grpSp>
      <p:grpSp>
        <p:nvGrpSpPr>
          <p:cNvPr id="16" name="组合 15"/>
          <p:cNvGrpSpPr/>
          <p:nvPr/>
        </p:nvGrpSpPr>
        <p:grpSpPr>
          <a:xfrm>
            <a:off x="6880590" y="2638905"/>
            <a:ext cx="3788512" cy="1033312"/>
            <a:chOff x="6488705" y="2560896"/>
            <a:chExt cx="3788512" cy="1033312"/>
          </a:xfrm>
        </p:grpSpPr>
        <p:grpSp>
          <p:nvGrpSpPr>
            <p:cNvPr id="7" name="组合 6"/>
            <p:cNvGrpSpPr/>
            <p:nvPr/>
          </p:nvGrpSpPr>
          <p:grpSpPr>
            <a:xfrm>
              <a:off x="6488705" y="2560896"/>
              <a:ext cx="702456" cy="702456"/>
              <a:chOff x="6410328" y="2479981"/>
              <a:chExt cx="845298" cy="845298"/>
            </a:xfrm>
          </p:grpSpPr>
          <p:sp>
            <p:nvSpPr>
              <p:cNvPr id="30" name="椭圆 29"/>
              <p:cNvSpPr/>
              <p:nvPr/>
            </p:nvSpPr>
            <p:spPr>
              <a:xfrm>
                <a:off x="6410328" y="2479981"/>
                <a:ext cx="845298" cy="845298"/>
              </a:xfrm>
              <a:prstGeom prst="ellipse">
                <a:avLst/>
              </a:prstGeom>
              <a:solidFill>
                <a:srgbClr val="587DB8"/>
              </a:solidFill>
              <a:ln>
                <a:noFill/>
              </a:ln>
              <a:effectLst>
                <a:outerShdw blurRad="101600" dist="762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lumMod val="75000"/>
                      <a:lumOff val="25000"/>
                    </a:schemeClr>
                  </a:solidFill>
                  <a:latin typeface="思源黑体" panose="020B0500000000000000" pitchFamily="34" charset="-122"/>
                  <a:ea typeface="思源黑体" panose="020B0500000000000000" pitchFamily="34" charset="-122"/>
                </a:endParaRPr>
              </a:p>
            </p:txBody>
          </p:sp>
          <p:pic>
            <p:nvPicPr>
              <p:cNvPr id="35" name="图片 10" descr="32313538383939353b32313538373937353bb6e0b5d8bdbbc1f7"/>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647869" y="2717523"/>
                <a:ext cx="370215" cy="370215"/>
              </a:xfrm>
              <a:prstGeom prst="rect">
                <a:avLst/>
              </a:prstGeom>
            </p:spPr>
          </p:pic>
        </p:grpSp>
        <p:grpSp>
          <p:nvGrpSpPr>
            <p:cNvPr id="48" name="组合 47"/>
            <p:cNvGrpSpPr/>
            <p:nvPr/>
          </p:nvGrpSpPr>
          <p:grpSpPr>
            <a:xfrm>
              <a:off x="7388561" y="2581268"/>
              <a:ext cx="2888656" cy="1012940"/>
              <a:chOff x="8544427" y="3458396"/>
              <a:chExt cx="2888656" cy="1012940"/>
            </a:xfrm>
          </p:grpSpPr>
          <p:sp>
            <p:nvSpPr>
              <p:cNvPr id="49" name="矩形 48"/>
              <p:cNvSpPr/>
              <p:nvPr/>
            </p:nvSpPr>
            <p:spPr>
              <a:xfrm>
                <a:off x="8544428" y="3954463"/>
                <a:ext cx="2888655" cy="516873"/>
              </a:xfrm>
              <a:prstGeom prst="rect">
                <a:avLst/>
              </a:prstGeom>
            </p:spPr>
            <p:txBody>
              <a:bodyPr wrap="square">
                <a:spAutoFit/>
                <a:scene3d>
                  <a:camera prst="orthographicFront"/>
                  <a:lightRig rig="threePt" dir="t"/>
                </a:scene3d>
                <a:sp3d contourW="12700"/>
              </a:bodyPr>
              <a:lstStyle/>
              <a:p>
                <a:pPr>
                  <a:lnSpc>
                    <a:spcPct val="120000"/>
                  </a:lnSpc>
                  <a:defRPr/>
                </a:pPr>
                <a:r>
                  <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mn-lt"/>
                  </a:rPr>
                  <a:t>用户可以在投影仪或者计算机上进行演示也可以将文稿打印出来</a:t>
                </a:r>
                <a:endPar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mn-lt"/>
                </a:endParaRPr>
              </a:p>
            </p:txBody>
          </p:sp>
          <p:sp>
            <p:nvSpPr>
              <p:cNvPr id="50" name="矩形 49"/>
              <p:cNvSpPr/>
              <p:nvPr/>
            </p:nvSpPr>
            <p:spPr>
              <a:xfrm>
                <a:off x="8544427" y="3458396"/>
                <a:ext cx="2252560" cy="430567"/>
              </a:xfrm>
              <a:prstGeom prst="rect">
                <a:avLst/>
              </a:prstGeom>
            </p:spPr>
            <p:txBody>
              <a:bodyPr wrap="square">
                <a:spAutoFit/>
                <a:scene3d>
                  <a:camera prst="orthographicFront"/>
                  <a:lightRig rig="threePt" dir="t"/>
                </a:scene3d>
                <a:sp3d contourW="12700"/>
              </a:bodyPr>
              <a:lstStyle/>
              <a:p>
                <a:pPr>
                  <a:lnSpc>
                    <a:spcPct val="120000"/>
                  </a:lnSpc>
                  <a:defRPr/>
                </a:pPr>
                <a:r>
                  <a:rPr lang="zh-CN" altLang="en-US" sz="2000" b="1"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mn-lt"/>
                  </a:rPr>
                  <a:t>添加标题</a:t>
                </a:r>
                <a:endParaRPr lang="zh-CN" altLang="en-US" sz="2000" b="1"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mn-lt"/>
                </a:endParaRPr>
              </a:p>
            </p:txBody>
          </p:sp>
        </p:grpSp>
      </p:grpSp>
      <p:grpSp>
        <p:nvGrpSpPr>
          <p:cNvPr id="17" name="组合 16"/>
          <p:cNvGrpSpPr/>
          <p:nvPr/>
        </p:nvGrpSpPr>
        <p:grpSpPr>
          <a:xfrm>
            <a:off x="6847077" y="4447523"/>
            <a:ext cx="3822025" cy="1045094"/>
            <a:chOff x="6455192" y="4369514"/>
            <a:chExt cx="3822025" cy="1045094"/>
          </a:xfrm>
        </p:grpSpPr>
        <p:grpSp>
          <p:nvGrpSpPr>
            <p:cNvPr id="4" name="组合 3"/>
            <p:cNvGrpSpPr/>
            <p:nvPr/>
          </p:nvGrpSpPr>
          <p:grpSpPr>
            <a:xfrm>
              <a:off x="6455192" y="4369514"/>
              <a:ext cx="758155" cy="758155"/>
              <a:chOff x="6376815" y="4277273"/>
              <a:chExt cx="912323" cy="912323"/>
            </a:xfrm>
          </p:grpSpPr>
          <p:grpSp>
            <p:nvGrpSpPr>
              <p:cNvPr id="20" name="组合 19"/>
              <p:cNvGrpSpPr/>
              <p:nvPr/>
            </p:nvGrpSpPr>
            <p:grpSpPr>
              <a:xfrm>
                <a:off x="6376815" y="4277273"/>
                <a:ext cx="912323" cy="912323"/>
                <a:chOff x="1540857" y="1963660"/>
                <a:chExt cx="2818492" cy="2818492"/>
              </a:xfrm>
              <a:effectLst>
                <a:outerShdw blurRad="101600" dist="76200" dir="5400000" algn="t" rotWithShape="0">
                  <a:prstClr val="black">
                    <a:alpha val="20000"/>
                  </a:prstClr>
                </a:outerShdw>
              </a:effectLst>
            </p:grpSpPr>
            <p:sp>
              <p:nvSpPr>
                <p:cNvPr id="21" name="同心圆 25"/>
                <p:cNvSpPr/>
                <p:nvPr/>
              </p:nvSpPr>
              <p:spPr>
                <a:xfrm>
                  <a:off x="1540857" y="1963660"/>
                  <a:ext cx="2818492" cy="2818492"/>
                </a:xfrm>
                <a:prstGeom prst="donut">
                  <a:avLst>
                    <a:gd name="adj" fmla="val 4879"/>
                  </a:avLst>
                </a:prstGeom>
                <a:solidFill>
                  <a:srgbClr val="2E55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lumMod val="75000"/>
                        <a:lumOff val="25000"/>
                      </a:schemeClr>
                    </a:solidFill>
                    <a:latin typeface="思源黑体" panose="020B0500000000000000" pitchFamily="34" charset="-122"/>
                    <a:ea typeface="思源黑体" panose="020B0500000000000000" pitchFamily="34" charset="-122"/>
                  </a:endParaRPr>
                </a:p>
              </p:txBody>
            </p:sp>
            <p:sp>
              <p:nvSpPr>
                <p:cNvPr id="22" name="椭圆 21"/>
                <p:cNvSpPr/>
                <p:nvPr/>
              </p:nvSpPr>
              <p:spPr>
                <a:xfrm>
                  <a:off x="1602371" y="2025174"/>
                  <a:ext cx="2695462" cy="2695462"/>
                </a:xfrm>
                <a:prstGeom prst="ellipse">
                  <a:avLst/>
                </a:prstGeom>
                <a:solidFill>
                  <a:srgbClr val="2E55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lumMod val="75000"/>
                        <a:lumOff val="25000"/>
                      </a:schemeClr>
                    </a:solidFill>
                    <a:latin typeface="思源黑体" panose="020B0500000000000000" pitchFamily="34" charset="-122"/>
                    <a:ea typeface="思源黑体" panose="020B0500000000000000" pitchFamily="34" charset="-122"/>
                  </a:endParaRPr>
                </a:p>
              </p:txBody>
            </p:sp>
          </p:grpSp>
          <p:pic>
            <p:nvPicPr>
              <p:cNvPr id="37" name="图片 26" descr="32313538383939353b32313538373938393bb9bac2f2bfceb3cc"/>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647869" y="4548326"/>
                <a:ext cx="370215" cy="370215"/>
              </a:xfrm>
              <a:prstGeom prst="rect">
                <a:avLst/>
              </a:prstGeom>
            </p:spPr>
          </p:pic>
        </p:grpSp>
        <p:grpSp>
          <p:nvGrpSpPr>
            <p:cNvPr id="51" name="组合 50"/>
            <p:cNvGrpSpPr/>
            <p:nvPr/>
          </p:nvGrpSpPr>
          <p:grpSpPr>
            <a:xfrm>
              <a:off x="7388561" y="4401668"/>
              <a:ext cx="2888656" cy="1012940"/>
              <a:chOff x="8544427" y="3458396"/>
              <a:chExt cx="2888656" cy="1012940"/>
            </a:xfrm>
          </p:grpSpPr>
          <p:sp>
            <p:nvSpPr>
              <p:cNvPr id="52" name="矩形 51"/>
              <p:cNvSpPr/>
              <p:nvPr/>
            </p:nvSpPr>
            <p:spPr>
              <a:xfrm>
                <a:off x="8544428" y="3954463"/>
                <a:ext cx="2888655" cy="516873"/>
              </a:xfrm>
              <a:prstGeom prst="rect">
                <a:avLst/>
              </a:prstGeom>
            </p:spPr>
            <p:txBody>
              <a:bodyPr wrap="square">
                <a:spAutoFit/>
                <a:scene3d>
                  <a:camera prst="orthographicFront"/>
                  <a:lightRig rig="threePt" dir="t"/>
                </a:scene3d>
                <a:sp3d contourW="12700"/>
              </a:bodyPr>
              <a:lstStyle/>
              <a:p>
                <a:pPr>
                  <a:lnSpc>
                    <a:spcPct val="120000"/>
                  </a:lnSpc>
                  <a:defRPr/>
                </a:pPr>
                <a:r>
                  <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mn-lt"/>
                  </a:rPr>
                  <a:t>用户可以在投影仪或者计算机上进行演示也可以将文稿打印出来</a:t>
                </a:r>
                <a:endPar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mn-lt"/>
                </a:endParaRPr>
              </a:p>
            </p:txBody>
          </p:sp>
          <p:sp>
            <p:nvSpPr>
              <p:cNvPr id="53" name="矩形 52"/>
              <p:cNvSpPr/>
              <p:nvPr/>
            </p:nvSpPr>
            <p:spPr>
              <a:xfrm>
                <a:off x="8544427" y="3458396"/>
                <a:ext cx="2252560" cy="430567"/>
              </a:xfrm>
              <a:prstGeom prst="rect">
                <a:avLst/>
              </a:prstGeom>
            </p:spPr>
            <p:txBody>
              <a:bodyPr wrap="square">
                <a:spAutoFit/>
                <a:scene3d>
                  <a:camera prst="orthographicFront"/>
                  <a:lightRig rig="threePt" dir="t"/>
                </a:scene3d>
                <a:sp3d contourW="12700"/>
              </a:bodyPr>
              <a:lstStyle/>
              <a:p>
                <a:pPr>
                  <a:lnSpc>
                    <a:spcPct val="120000"/>
                  </a:lnSpc>
                  <a:defRPr/>
                </a:pPr>
                <a:r>
                  <a:rPr lang="zh-CN" altLang="en-US" sz="2000" b="1"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mn-lt"/>
                  </a:rPr>
                  <a:t>添加标题</a:t>
                </a:r>
                <a:endParaRPr lang="zh-CN" altLang="en-US" sz="2000" b="1"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mn-lt"/>
                </a:endParaRPr>
              </a:p>
            </p:txBody>
          </p:sp>
        </p:grpSp>
      </p:grpSp>
      <p:grpSp>
        <p:nvGrpSpPr>
          <p:cNvPr id="54" name="组合 53"/>
          <p:cNvGrpSpPr/>
          <p:nvPr/>
        </p:nvGrpSpPr>
        <p:grpSpPr>
          <a:xfrm>
            <a:off x="942702" y="876582"/>
            <a:ext cx="2483440" cy="677108"/>
            <a:chOff x="250371" y="432445"/>
            <a:chExt cx="2483440" cy="677108"/>
          </a:xfrm>
        </p:grpSpPr>
        <p:sp>
          <p:nvSpPr>
            <p:cNvPr id="55" name="1"/>
            <p:cNvSpPr/>
            <p:nvPr/>
          </p:nvSpPr>
          <p:spPr>
            <a:xfrm flipV="1">
              <a:off x="250371" y="503428"/>
              <a:ext cx="144000" cy="527747"/>
            </a:xfrm>
            <a:prstGeom prst="rect">
              <a:avLst/>
            </a:prstGeom>
            <a:solidFill>
              <a:srgbClr val="587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panose="020B0500000000000000" pitchFamily="34" charset="-122"/>
                <a:ea typeface="思源黑体" panose="020B0500000000000000" pitchFamily="34" charset="-122"/>
              </a:endParaRPr>
            </a:p>
          </p:txBody>
        </p:sp>
        <p:sp>
          <p:nvSpPr>
            <p:cNvPr id="56" name="文本框 55"/>
            <p:cNvSpPr txBox="1"/>
            <p:nvPr/>
          </p:nvSpPr>
          <p:spPr>
            <a:xfrm>
              <a:off x="468735" y="432445"/>
              <a:ext cx="2265076" cy="523220"/>
            </a:xfrm>
            <a:prstGeom prst="rect">
              <a:avLst/>
            </a:prstGeom>
            <a:noFill/>
          </p:spPr>
          <p:txBody>
            <a:bodyPr wrap="square" rtlCol="0">
              <a:spAutoFit/>
            </a:bodyPr>
            <a:lstStyle/>
            <a:p>
              <a:r>
                <a:rPr lang="en-US" altLang="zh-CN" sz="2800" b="1" dirty="0">
                  <a:solidFill>
                    <a:srgbClr val="2E5596"/>
                  </a:solidFill>
                  <a:latin typeface="思源黑体" panose="020B0500000000000000" pitchFamily="34" charset="-122"/>
                  <a:ea typeface="思源黑体" panose="020B0500000000000000" pitchFamily="34" charset="-122"/>
                </a:rPr>
                <a:t>01/</a:t>
              </a:r>
              <a:r>
                <a:rPr lang="zh-CN" altLang="en-US" sz="2800" b="1" dirty="0">
                  <a:solidFill>
                    <a:srgbClr val="2E5596"/>
                  </a:solidFill>
                  <a:latin typeface="思源黑体" panose="020B0500000000000000" pitchFamily="34" charset="-122"/>
                  <a:ea typeface="思源黑体" panose="020B0500000000000000" pitchFamily="34" charset="-122"/>
                </a:rPr>
                <a:t>工作回顾</a:t>
              </a:r>
              <a:endParaRPr lang="zh-CN" altLang="en-US" sz="2800" b="1" dirty="0">
                <a:solidFill>
                  <a:srgbClr val="2E5596"/>
                </a:solidFill>
                <a:latin typeface="思源黑体" panose="020B0500000000000000" pitchFamily="34" charset="-122"/>
                <a:ea typeface="思源黑体" panose="020B0500000000000000" pitchFamily="34" charset="-122"/>
              </a:endParaRPr>
            </a:p>
          </p:txBody>
        </p:sp>
        <p:sp>
          <p:nvSpPr>
            <p:cNvPr id="57" name="文本框 56"/>
            <p:cNvSpPr txBox="1"/>
            <p:nvPr/>
          </p:nvSpPr>
          <p:spPr>
            <a:xfrm>
              <a:off x="468735" y="801776"/>
              <a:ext cx="2265076" cy="307777"/>
            </a:xfrm>
            <a:prstGeom prst="rect">
              <a:avLst/>
            </a:prstGeom>
            <a:noFill/>
          </p:spPr>
          <p:txBody>
            <a:bodyPr wrap="square" rtlCol="0">
              <a:spAutoFit/>
            </a:bodyPr>
            <a:lstStyle/>
            <a:p>
              <a:r>
                <a:rPr lang="en-US" altLang="zh-CN" sz="1400" dirty="0">
                  <a:solidFill>
                    <a:schemeClr val="tx1">
                      <a:lumMod val="65000"/>
                      <a:lumOff val="35000"/>
                    </a:schemeClr>
                  </a:solidFill>
                  <a:latin typeface="思源黑体" panose="020B0500000000000000" pitchFamily="34" charset="-122"/>
                  <a:ea typeface="思源黑体" panose="020B0500000000000000" pitchFamily="34" charset="-122"/>
                </a:rPr>
                <a:t>Mid year work summary</a:t>
              </a:r>
              <a:endParaRPr lang="en-US" altLang="zh-CN" sz="1400" dirty="0">
                <a:solidFill>
                  <a:schemeClr val="tx1">
                    <a:lumMod val="65000"/>
                    <a:lumOff val="35000"/>
                  </a:schemeClr>
                </a:solidFill>
                <a:latin typeface="思源黑体" panose="020B0500000000000000" pitchFamily="34" charset="-122"/>
                <a:ea typeface="思源黑体" panose="020B0500000000000000"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4"/>
                                        </p:tgtEl>
                                        <p:attrNameLst>
                                          <p:attrName>style.visibility</p:attrName>
                                        </p:attrNameLst>
                                      </p:cBhvr>
                                      <p:to>
                                        <p:strVal val="visible"/>
                                      </p:to>
                                    </p:set>
                                    <p:animEffect transition="in" filter="fade">
                                      <p:cBhvr>
                                        <p:cTn id="7" dur="500"/>
                                        <p:tgtEl>
                                          <p:spTgt spid="54"/>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500"/>
                                        <p:tgtEl>
                                          <p:spTgt spid="15"/>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500"/>
                                        <p:tgtEl>
                                          <p:spTgt spid="16"/>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 y="-2"/>
            <a:ext cx="12191999" cy="6858000"/>
            <a:chOff x="1" y="-2"/>
            <a:chExt cx="12191999" cy="6858000"/>
          </a:xfrm>
        </p:grpSpPr>
        <p:pic>
          <p:nvPicPr>
            <p:cNvPr id="85" name="图片 84"/>
            <p:cNvPicPr>
              <a:picLocks noChangeAspect="1"/>
            </p:cNvPicPr>
            <p:nvPr/>
          </p:nvPicPr>
          <p:blipFill>
            <a:blip r:embed="rId1">
              <a:extLst>
                <a:ext uri="{BEBA8EAE-BF5A-486C-A8C5-ECC9F3942E4B}">
                  <a14:imgProps xmlns:a14="http://schemas.microsoft.com/office/drawing/2010/main">
                    <a14:imgLayer r:embed="rId2">
                      <a14:imgEffect>
                        <a14:brightnessContrast contrast="40000"/>
                      </a14:imgEffect>
                      <a14:imgEffect>
                        <a14:saturation sat="400000"/>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1" y="-2"/>
              <a:ext cx="12191999" cy="6858000"/>
            </a:xfrm>
            <a:prstGeom prst="rect">
              <a:avLst/>
            </a:prstGeom>
          </p:spPr>
        </p:pic>
        <p:sp>
          <p:nvSpPr>
            <p:cNvPr id="2" name="矩形 1"/>
            <p:cNvSpPr/>
            <p:nvPr/>
          </p:nvSpPr>
          <p:spPr>
            <a:xfrm>
              <a:off x="250371" y="267786"/>
              <a:ext cx="11691258" cy="632242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panose="020B0500000000000000" pitchFamily="34" charset="-122"/>
                <a:ea typeface="思源黑体" panose="020B0500000000000000" pitchFamily="34" charset="-122"/>
              </a:endParaRPr>
            </a:p>
          </p:txBody>
        </p:sp>
      </p:grpSp>
      <p:grpSp>
        <p:nvGrpSpPr>
          <p:cNvPr id="8" name="组合 7"/>
          <p:cNvGrpSpPr/>
          <p:nvPr/>
        </p:nvGrpSpPr>
        <p:grpSpPr>
          <a:xfrm>
            <a:off x="5907253" y="1923021"/>
            <a:ext cx="4321598" cy="578292"/>
            <a:chOff x="6386763" y="1689966"/>
            <a:chExt cx="4321598" cy="578292"/>
          </a:xfrm>
        </p:grpSpPr>
        <p:sp>
          <p:nvSpPr>
            <p:cNvPr id="79" name="Rectangle 23"/>
            <p:cNvSpPr/>
            <p:nvPr/>
          </p:nvSpPr>
          <p:spPr>
            <a:xfrm>
              <a:off x="6386763" y="1733675"/>
              <a:ext cx="546945" cy="461665"/>
            </a:xfrm>
            <a:prstGeom prst="rect">
              <a:avLst/>
            </a:prstGeom>
          </p:spPr>
          <p:txBody>
            <a:bodyPr wrap="none">
              <a:spAutoFit/>
            </a:bodyPr>
            <a:lstStyle/>
            <a:p>
              <a:r>
                <a:rPr lang="en-US" sz="2400" b="1" dirty="0">
                  <a:solidFill>
                    <a:srgbClr val="2E5596"/>
                  </a:solidFill>
                  <a:latin typeface="思源黑体" panose="020B0500000000000000" pitchFamily="34" charset="-122"/>
                  <a:ea typeface="思源黑体" panose="020B0500000000000000" pitchFamily="34" charset="-122"/>
                </a:rPr>
                <a:t>01</a:t>
              </a:r>
              <a:endParaRPr lang="en-US" sz="2400" b="1" dirty="0">
                <a:solidFill>
                  <a:srgbClr val="2E5596"/>
                </a:solidFill>
                <a:latin typeface="思源黑体" panose="020B0500000000000000" pitchFamily="34" charset="-122"/>
                <a:ea typeface="思源黑体" panose="020B0500000000000000" pitchFamily="34" charset="-122"/>
              </a:endParaRPr>
            </a:p>
          </p:txBody>
        </p:sp>
        <p:sp>
          <p:nvSpPr>
            <p:cNvPr id="80" name="矩形 79"/>
            <p:cNvSpPr/>
            <p:nvPr/>
          </p:nvSpPr>
          <p:spPr>
            <a:xfrm>
              <a:off x="7022617" y="1689966"/>
              <a:ext cx="3685744" cy="578292"/>
            </a:xfrm>
            <a:prstGeom prst="rect">
              <a:avLst/>
            </a:prstGeom>
          </p:spPr>
          <p:txBody>
            <a:bodyPr wrap="square" lIns="91433" tIns="45716" rIns="91433" bIns="45716">
              <a:spAutoFit/>
            </a:bodyPr>
            <a:lstStyle/>
            <a:p>
              <a:pPr lvl="0" algn="l">
                <a:lnSpc>
                  <a:spcPts val="2000"/>
                </a:lnSpc>
                <a:defRPr/>
              </a:pPr>
              <a:r>
                <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sym typeface="FZHei-B01S" panose="02010601030101010101" pitchFamily="2" charset="-122"/>
                </a:rPr>
                <a:t>请在此处添加具体内容，文字尽量言简意赅，简单说明即可，不必过于繁琐，注意板面美观度。</a:t>
              </a:r>
              <a:endPar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sym typeface="FZHei-B01S" panose="02010601030101010101" pitchFamily="2" charset="-122"/>
              </a:endParaRPr>
            </a:p>
          </p:txBody>
        </p:sp>
      </p:grpSp>
      <p:grpSp>
        <p:nvGrpSpPr>
          <p:cNvPr id="4" name="组合 3"/>
          <p:cNvGrpSpPr/>
          <p:nvPr/>
        </p:nvGrpSpPr>
        <p:grpSpPr>
          <a:xfrm>
            <a:off x="5907253" y="2915255"/>
            <a:ext cx="4432301" cy="1193658"/>
            <a:chOff x="6186389" y="2798075"/>
            <a:chExt cx="4432301" cy="1193658"/>
          </a:xfrm>
        </p:grpSpPr>
        <p:sp>
          <p:nvSpPr>
            <p:cNvPr id="72" name="Rectangle"/>
            <p:cNvSpPr/>
            <p:nvPr/>
          </p:nvSpPr>
          <p:spPr>
            <a:xfrm>
              <a:off x="6186389" y="2798075"/>
              <a:ext cx="4432301" cy="1193658"/>
            </a:xfrm>
            <a:prstGeom prst="rect">
              <a:avLst/>
            </a:prstGeom>
            <a:solidFill>
              <a:srgbClr val="587DB8"/>
            </a:solidFill>
            <a:ln w="50800">
              <a:noFill/>
              <a:miter lim="400000"/>
            </a:ln>
            <a:effectLst>
              <a:outerShdw blurRad="190500" dist="25400" dir="2807616" rotWithShape="0">
                <a:srgbClr val="000000">
                  <a:alpha val="20000"/>
                </a:srgbClr>
              </a:outerShdw>
            </a:effectLst>
          </p:spPr>
          <p:txBody>
            <a:bodyPr lIns="0" tIns="0" rIns="0" bIns="0" anchor="ctr"/>
            <a:lstStyle/>
            <a:p>
              <a:pPr>
                <a:defRPr sz="3200" b="0">
                  <a:solidFill>
                    <a:srgbClr val="FFFFFF"/>
                  </a:solidFill>
                  <a:latin typeface="+mn-lt"/>
                  <a:ea typeface="+mn-ea"/>
                  <a:cs typeface="+mn-cs"/>
                  <a:sym typeface="Helvetica Neue Medium" panose="02000503000000020004"/>
                </a:defRPr>
              </a:pPr>
              <a:endParaRPr sz="1600" dirty="0">
                <a:solidFill>
                  <a:schemeClr val="bg1"/>
                </a:solidFill>
                <a:latin typeface="思源黑体" panose="020B0500000000000000" pitchFamily="34" charset="-122"/>
                <a:ea typeface="思源黑体" panose="020B0500000000000000" pitchFamily="34" charset="-122"/>
              </a:endParaRPr>
            </a:p>
          </p:txBody>
        </p:sp>
        <p:sp>
          <p:nvSpPr>
            <p:cNvPr id="81" name="Rectangle 23"/>
            <p:cNvSpPr/>
            <p:nvPr/>
          </p:nvSpPr>
          <p:spPr>
            <a:xfrm>
              <a:off x="6386763" y="3122208"/>
              <a:ext cx="546945" cy="461665"/>
            </a:xfrm>
            <a:prstGeom prst="rect">
              <a:avLst/>
            </a:prstGeom>
          </p:spPr>
          <p:txBody>
            <a:bodyPr wrap="none">
              <a:spAutoFit/>
            </a:bodyPr>
            <a:lstStyle/>
            <a:p>
              <a:r>
                <a:rPr lang="en-US" sz="2400" b="1" dirty="0">
                  <a:solidFill>
                    <a:schemeClr val="bg1"/>
                  </a:solidFill>
                  <a:latin typeface="思源黑体" panose="020B0500000000000000" pitchFamily="34" charset="-122"/>
                  <a:ea typeface="思源黑体" panose="020B0500000000000000" pitchFamily="34" charset="-122"/>
                </a:rPr>
                <a:t>02</a:t>
              </a:r>
              <a:endParaRPr lang="en-US" sz="2400" b="1" dirty="0">
                <a:solidFill>
                  <a:schemeClr val="bg1"/>
                </a:solidFill>
                <a:latin typeface="思源黑体" panose="020B0500000000000000" pitchFamily="34" charset="-122"/>
                <a:ea typeface="思源黑体" panose="020B0500000000000000" pitchFamily="34" charset="-122"/>
              </a:endParaRPr>
            </a:p>
          </p:txBody>
        </p:sp>
        <p:sp>
          <p:nvSpPr>
            <p:cNvPr id="114" name="矩形 113"/>
            <p:cNvSpPr/>
            <p:nvPr/>
          </p:nvSpPr>
          <p:spPr>
            <a:xfrm>
              <a:off x="7022617" y="3078499"/>
              <a:ext cx="3420157" cy="578292"/>
            </a:xfrm>
            <a:prstGeom prst="rect">
              <a:avLst/>
            </a:prstGeom>
          </p:spPr>
          <p:txBody>
            <a:bodyPr wrap="square" lIns="91433" tIns="45716" rIns="91433" bIns="45716">
              <a:spAutoFit/>
            </a:bodyPr>
            <a:lstStyle/>
            <a:p>
              <a:pPr lvl="0" algn="l">
                <a:lnSpc>
                  <a:spcPts val="2000"/>
                </a:lnSpc>
                <a:defRPr/>
              </a:pPr>
              <a:r>
                <a:rPr lang="zh-CN" altLang="en-US" sz="1200" dirty="0">
                  <a:solidFill>
                    <a:schemeClr val="bg1"/>
                  </a:solidFill>
                  <a:latin typeface="思源黑体" panose="020B0500000000000000" pitchFamily="34" charset="-122"/>
                  <a:ea typeface="思源黑体" panose="020B0500000000000000" pitchFamily="34" charset="-122"/>
                  <a:sym typeface="FZHei-B01S" panose="02010601030101010101" pitchFamily="2" charset="-122"/>
                </a:rPr>
                <a:t>请在此处添加具体内容，文字尽量言简意赅，简单说明即可，不必过于繁琐，注意板面美观度。</a:t>
              </a:r>
              <a:endParaRPr lang="zh-CN" altLang="en-US" sz="1200" dirty="0">
                <a:solidFill>
                  <a:schemeClr val="bg1"/>
                </a:solidFill>
                <a:latin typeface="思源黑体" panose="020B0500000000000000" pitchFamily="34" charset="-122"/>
                <a:ea typeface="思源黑体" panose="020B0500000000000000" pitchFamily="34" charset="-122"/>
                <a:sym typeface="FZHei-B01S" panose="02010601030101010101" pitchFamily="2" charset="-122"/>
              </a:endParaRPr>
            </a:p>
          </p:txBody>
        </p:sp>
      </p:grpSp>
      <p:grpSp>
        <p:nvGrpSpPr>
          <p:cNvPr id="5" name="组合 4"/>
          <p:cNvGrpSpPr/>
          <p:nvPr/>
        </p:nvGrpSpPr>
        <p:grpSpPr>
          <a:xfrm>
            <a:off x="5907253" y="4438967"/>
            <a:ext cx="4321598" cy="578292"/>
            <a:chOff x="6386763" y="4594468"/>
            <a:chExt cx="4321598" cy="578292"/>
          </a:xfrm>
        </p:grpSpPr>
        <p:sp>
          <p:nvSpPr>
            <p:cNvPr id="115" name="Rectangle 23"/>
            <p:cNvSpPr/>
            <p:nvPr/>
          </p:nvSpPr>
          <p:spPr>
            <a:xfrm>
              <a:off x="6386763" y="4638177"/>
              <a:ext cx="546945" cy="461665"/>
            </a:xfrm>
            <a:prstGeom prst="rect">
              <a:avLst/>
            </a:prstGeom>
          </p:spPr>
          <p:txBody>
            <a:bodyPr wrap="none">
              <a:spAutoFit/>
            </a:bodyPr>
            <a:lstStyle/>
            <a:p>
              <a:r>
                <a:rPr lang="en-US" sz="2400" b="1" dirty="0">
                  <a:solidFill>
                    <a:srgbClr val="2E5596"/>
                  </a:solidFill>
                  <a:latin typeface="思源黑体" panose="020B0500000000000000" pitchFamily="34" charset="-122"/>
                  <a:ea typeface="思源黑体" panose="020B0500000000000000" pitchFamily="34" charset="-122"/>
                </a:rPr>
                <a:t>03</a:t>
              </a:r>
              <a:endParaRPr lang="en-US" sz="2400" b="1" dirty="0">
                <a:solidFill>
                  <a:srgbClr val="2E5596"/>
                </a:solidFill>
                <a:latin typeface="思源黑体" panose="020B0500000000000000" pitchFamily="34" charset="-122"/>
                <a:ea typeface="思源黑体" panose="020B0500000000000000" pitchFamily="34" charset="-122"/>
              </a:endParaRPr>
            </a:p>
          </p:txBody>
        </p:sp>
        <p:sp>
          <p:nvSpPr>
            <p:cNvPr id="116" name="矩形 115"/>
            <p:cNvSpPr/>
            <p:nvPr/>
          </p:nvSpPr>
          <p:spPr>
            <a:xfrm>
              <a:off x="7022617" y="4594468"/>
              <a:ext cx="3685744" cy="578292"/>
            </a:xfrm>
            <a:prstGeom prst="rect">
              <a:avLst/>
            </a:prstGeom>
          </p:spPr>
          <p:txBody>
            <a:bodyPr wrap="square" lIns="91433" tIns="45716" rIns="91433" bIns="45716">
              <a:spAutoFit/>
            </a:bodyPr>
            <a:lstStyle/>
            <a:p>
              <a:pPr lvl="0" algn="l">
                <a:lnSpc>
                  <a:spcPts val="2000"/>
                </a:lnSpc>
                <a:defRPr/>
              </a:pPr>
              <a:r>
                <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sym typeface="FZHei-B01S" panose="02010601030101010101" pitchFamily="2" charset="-122"/>
                </a:rPr>
                <a:t>请在此处添加具体内容，文字尽量言简意赅，简单说明即可，不必过于繁琐，注意板面美观度。</a:t>
              </a:r>
              <a:endPar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sym typeface="FZHei-B01S" panose="02010601030101010101" pitchFamily="2" charset="-122"/>
              </a:endParaRPr>
            </a:p>
          </p:txBody>
        </p:sp>
      </p:grpSp>
      <p:grpSp>
        <p:nvGrpSpPr>
          <p:cNvPr id="7" name="组合 6"/>
          <p:cNvGrpSpPr/>
          <p:nvPr/>
        </p:nvGrpSpPr>
        <p:grpSpPr>
          <a:xfrm>
            <a:off x="5907253" y="5391022"/>
            <a:ext cx="4321598" cy="578292"/>
            <a:chOff x="6386763" y="5818631"/>
            <a:chExt cx="4321598" cy="578292"/>
          </a:xfrm>
        </p:grpSpPr>
        <p:sp>
          <p:nvSpPr>
            <p:cNvPr id="117" name="Rectangle 23"/>
            <p:cNvSpPr/>
            <p:nvPr/>
          </p:nvSpPr>
          <p:spPr>
            <a:xfrm>
              <a:off x="6386763" y="5862340"/>
              <a:ext cx="546945" cy="461665"/>
            </a:xfrm>
            <a:prstGeom prst="rect">
              <a:avLst/>
            </a:prstGeom>
          </p:spPr>
          <p:txBody>
            <a:bodyPr wrap="none">
              <a:spAutoFit/>
            </a:bodyPr>
            <a:lstStyle/>
            <a:p>
              <a:r>
                <a:rPr lang="en-US" sz="2400" b="1" dirty="0">
                  <a:solidFill>
                    <a:srgbClr val="2E5596"/>
                  </a:solidFill>
                  <a:latin typeface="思源黑体" panose="020B0500000000000000" pitchFamily="34" charset="-122"/>
                  <a:ea typeface="思源黑体" panose="020B0500000000000000" pitchFamily="34" charset="-122"/>
                </a:rPr>
                <a:t>04</a:t>
              </a:r>
              <a:endParaRPr lang="en-US" sz="2400" b="1" dirty="0">
                <a:solidFill>
                  <a:srgbClr val="2E5596"/>
                </a:solidFill>
                <a:latin typeface="思源黑体" panose="020B0500000000000000" pitchFamily="34" charset="-122"/>
                <a:ea typeface="思源黑体" panose="020B0500000000000000" pitchFamily="34" charset="-122"/>
              </a:endParaRPr>
            </a:p>
          </p:txBody>
        </p:sp>
        <p:sp>
          <p:nvSpPr>
            <p:cNvPr id="118" name="矩形 117"/>
            <p:cNvSpPr/>
            <p:nvPr/>
          </p:nvSpPr>
          <p:spPr>
            <a:xfrm>
              <a:off x="7022617" y="5818631"/>
              <a:ext cx="3685744" cy="578292"/>
            </a:xfrm>
            <a:prstGeom prst="rect">
              <a:avLst/>
            </a:prstGeom>
          </p:spPr>
          <p:txBody>
            <a:bodyPr wrap="square" lIns="91433" tIns="45716" rIns="91433" bIns="45716">
              <a:spAutoFit/>
            </a:bodyPr>
            <a:lstStyle/>
            <a:p>
              <a:pPr lvl="0" algn="l">
                <a:lnSpc>
                  <a:spcPts val="2000"/>
                </a:lnSpc>
                <a:defRPr/>
              </a:pPr>
              <a:r>
                <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sym typeface="FZHei-B01S" panose="02010601030101010101" pitchFamily="2" charset="-122"/>
                </a:rPr>
                <a:t>请在此处添加具体内容，文字尽量言简意赅，简单说明即可，不必过于繁琐，注意板面美观度。</a:t>
              </a:r>
              <a:endPar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sym typeface="FZHei-B01S" panose="02010601030101010101" pitchFamily="2" charset="-122"/>
              </a:endParaRPr>
            </a:p>
          </p:txBody>
        </p:sp>
      </p:grpSp>
      <p:grpSp>
        <p:nvGrpSpPr>
          <p:cNvPr id="17" name="组合 16"/>
          <p:cNvGrpSpPr/>
          <p:nvPr/>
        </p:nvGrpSpPr>
        <p:grpSpPr>
          <a:xfrm>
            <a:off x="1819516" y="1923021"/>
            <a:ext cx="3485630" cy="4083529"/>
            <a:chOff x="1137770" y="1897889"/>
            <a:chExt cx="3485630" cy="4083529"/>
          </a:xfrm>
        </p:grpSpPr>
        <p:pic>
          <p:nvPicPr>
            <p:cNvPr id="10" name="图片 9"/>
            <p:cNvPicPr>
              <a:picLocks noChangeAspect="1"/>
            </p:cNvPicPr>
            <p:nvPr/>
          </p:nvPicPr>
          <p:blipFill rotWithShape="1">
            <a:blip r:embed="rId3" cstate="print">
              <a:extLst>
                <a:ext uri="{28A0092B-C50C-407E-A947-70E740481C1C}">
                  <a14:useLocalDpi xmlns:a14="http://schemas.microsoft.com/office/drawing/2010/main" val="0"/>
                </a:ext>
              </a:extLst>
            </a:blip>
            <a:srcRect l="3078" t="13817" r="52247" b="8381"/>
            <a:stretch>
              <a:fillRect/>
            </a:stretch>
          </p:blipFill>
          <p:spPr>
            <a:xfrm>
              <a:off x="1137770" y="4104981"/>
              <a:ext cx="1688742" cy="1876437"/>
            </a:xfrm>
            <a:prstGeom prst="rect">
              <a:avLst/>
            </a:prstGeom>
          </p:spPr>
        </p:pic>
        <p:pic>
          <p:nvPicPr>
            <p:cNvPr id="12" name="图片 11"/>
            <p:cNvPicPr>
              <a:picLocks noChangeAspect="1"/>
            </p:cNvPicPr>
            <p:nvPr/>
          </p:nvPicPr>
          <p:blipFill rotWithShape="1">
            <a:blip r:embed="rId4" cstate="print">
              <a:extLst>
                <a:ext uri="{28A0092B-C50C-407E-A947-70E740481C1C}">
                  <a14:useLocalDpi xmlns:a14="http://schemas.microsoft.com/office/drawing/2010/main" val="0"/>
                </a:ext>
              </a:extLst>
            </a:blip>
            <a:srcRect l="67216" t="12782" b="45160"/>
            <a:stretch>
              <a:fillRect/>
            </a:stretch>
          </p:blipFill>
          <p:spPr>
            <a:xfrm>
              <a:off x="2934658" y="4104981"/>
              <a:ext cx="1688742" cy="1876437"/>
            </a:xfrm>
            <a:prstGeom prst="rect">
              <a:avLst/>
            </a:prstGeom>
          </p:spPr>
        </p:pic>
        <p:pic>
          <p:nvPicPr>
            <p:cNvPr id="14" name="图片 13"/>
            <p:cNvPicPr>
              <a:picLocks noChangeAspect="1"/>
            </p:cNvPicPr>
            <p:nvPr/>
          </p:nvPicPr>
          <p:blipFill rotWithShape="1">
            <a:blip r:embed="rId5" cstate="print">
              <a:extLst>
                <a:ext uri="{28A0092B-C50C-407E-A947-70E740481C1C}">
                  <a14:useLocalDpi xmlns:a14="http://schemas.microsoft.com/office/drawing/2010/main" val="0"/>
                </a:ext>
              </a:extLst>
            </a:blip>
            <a:srcRect l="18836" t="12781" r="36179" b="12783"/>
            <a:stretch>
              <a:fillRect/>
            </a:stretch>
          </p:blipFill>
          <p:spPr>
            <a:xfrm>
              <a:off x="2934657" y="1897889"/>
              <a:ext cx="1688742" cy="2078566"/>
            </a:xfrm>
            <a:prstGeom prst="rect">
              <a:avLst/>
            </a:prstGeom>
          </p:spPr>
        </p:pic>
        <p:pic>
          <p:nvPicPr>
            <p:cNvPr id="16" name="图片 15"/>
            <p:cNvPicPr>
              <a:picLocks noChangeAspect="1"/>
            </p:cNvPicPr>
            <p:nvPr/>
          </p:nvPicPr>
          <p:blipFill rotWithShape="1">
            <a:blip r:embed="rId6" cstate="print">
              <a:extLst>
                <a:ext uri="{28A0092B-C50C-407E-A947-70E740481C1C}">
                  <a14:useLocalDpi xmlns:a14="http://schemas.microsoft.com/office/drawing/2010/main" val="0"/>
                </a:ext>
              </a:extLst>
            </a:blip>
            <a:srcRect l="67929" t="24196" b="2512"/>
            <a:stretch>
              <a:fillRect/>
            </a:stretch>
          </p:blipFill>
          <p:spPr>
            <a:xfrm>
              <a:off x="1137770" y="1913167"/>
              <a:ext cx="1688742" cy="2078566"/>
            </a:xfrm>
            <a:prstGeom prst="rect">
              <a:avLst/>
            </a:prstGeom>
          </p:spPr>
        </p:pic>
      </p:grpSp>
      <p:grpSp>
        <p:nvGrpSpPr>
          <p:cNvPr id="119" name="组合 118"/>
          <p:cNvGrpSpPr/>
          <p:nvPr/>
        </p:nvGrpSpPr>
        <p:grpSpPr>
          <a:xfrm>
            <a:off x="942702" y="876582"/>
            <a:ext cx="2483440" cy="677108"/>
            <a:chOff x="250371" y="432445"/>
            <a:chExt cx="2483440" cy="677108"/>
          </a:xfrm>
        </p:grpSpPr>
        <p:sp>
          <p:nvSpPr>
            <p:cNvPr id="120" name="1"/>
            <p:cNvSpPr/>
            <p:nvPr/>
          </p:nvSpPr>
          <p:spPr>
            <a:xfrm flipV="1">
              <a:off x="250371" y="503428"/>
              <a:ext cx="144000" cy="527747"/>
            </a:xfrm>
            <a:prstGeom prst="rect">
              <a:avLst/>
            </a:prstGeom>
            <a:solidFill>
              <a:srgbClr val="587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panose="020B0500000000000000" pitchFamily="34" charset="-122"/>
                <a:ea typeface="思源黑体" panose="020B0500000000000000" pitchFamily="34" charset="-122"/>
              </a:endParaRPr>
            </a:p>
          </p:txBody>
        </p:sp>
        <p:sp>
          <p:nvSpPr>
            <p:cNvPr id="121" name="文本框 120"/>
            <p:cNvSpPr txBox="1"/>
            <p:nvPr/>
          </p:nvSpPr>
          <p:spPr>
            <a:xfrm>
              <a:off x="468735" y="432445"/>
              <a:ext cx="2265076" cy="523220"/>
            </a:xfrm>
            <a:prstGeom prst="rect">
              <a:avLst/>
            </a:prstGeom>
            <a:noFill/>
          </p:spPr>
          <p:txBody>
            <a:bodyPr wrap="square" rtlCol="0">
              <a:spAutoFit/>
            </a:bodyPr>
            <a:lstStyle/>
            <a:p>
              <a:r>
                <a:rPr lang="en-US" altLang="zh-CN" sz="2800" b="1" dirty="0">
                  <a:solidFill>
                    <a:srgbClr val="2E5596"/>
                  </a:solidFill>
                  <a:latin typeface="思源黑体" panose="020B0500000000000000" pitchFamily="34" charset="-122"/>
                  <a:ea typeface="思源黑体" panose="020B0500000000000000" pitchFamily="34" charset="-122"/>
                </a:rPr>
                <a:t>01/</a:t>
              </a:r>
              <a:r>
                <a:rPr lang="zh-CN" altLang="en-US" sz="2800" b="1" dirty="0">
                  <a:solidFill>
                    <a:srgbClr val="2E5596"/>
                  </a:solidFill>
                  <a:latin typeface="思源黑体" panose="020B0500000000000000" pitchFamily="34" charset="-122"/>
                  <a:ea typeface="思源黑体" panose="020B0500000000000000" pitchFamily="34" charset="-122"/>
                </a:rPr>
                <a:t>工作回顾</a:t>
              </a:r>
              <a:endParaRPr lang="zh-CN" altLang="en-US" sz="2800" b="1" dirty="0">
                <a:solidFill>
                  <a:srgbClr val="2E5596"/>
                </a:solidFill>
                <a:latin typeface="思源黑体" panose="020B0500000000000000" pitchFamily="34" charset="-122"/>
                <a:ea typeface="思源黑体" panose="020B0500000000000000" pitchFamily="34" charset="-122"/>
              </a:endParaRPr>
            </a:p>
          </p:txBody>
        </p:sp>
        <p:sp>
          <p:nvSpPr>
            <p:cNvPr id="122" name="文本框 121"/>
            <p:cNvSpPr txBox="1"/>
            <p:nvPr/>
          </p:nvSpPr>
          <p:spPr>
            <a:xfrm>
              <a:off x="468735" y="801776"/>
              <a:ext cx="2265076" cy="307777"/>
            </a:xfrm>
            <a:prstGeom prst="rect">
              <a:avLst/>
            </a:prstGeom>
            <a:noFill/>
          </p:spPr>
          <p:txBody>
            <a:bodyPr wrap="square" rtlCol="0">
              <a:spAutoFit/>
            </a:bodyPr>
            <a:lstStyle/>
            <a:p>
              <a:r>
                <a:rPr lang="en-US" altLang="zh-CN" sz="1400" dirty="0">
                  <a:solidFill>
                    <a:schemeClr val="tx1">
                      <a:lumMod val="65000"/>
                      <a:lumOff val="35000"/>
                    </a:schemeClr>
                  </a:solidFill>
                  <a:latin typeface="思源黑体" panose="020B0500000000000000" pitchFamily="34" charset="-122"/>
                  <a:ea typeface="思源黑体" panose="020B0500000000000000" pitchFamily="34" charset="-122"/>
                </a:rPr>
                <a:t>Mid year work summary</a:t>
              </a:r>
              <a:endParaRPr lang="en-US" altLang="zh-CN" sz="1400" dirty="0">
                <a:solidFill>
                  <a:schemeClr val="tx1">
                    <a:lumMod val="65000"/>
                    <a:lumOff val="35000"/>
                  </a:schemeClr>
                </a:solidFill>
                <a:latin typeface="思源黑体" panose="020B0500000000000000" pitchFamily="34" charset="-122"/>
                <a:ea typeface="思源黑体" panose="020B0500000000000000"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9"/>
                                        </p:tgtEl>
                                        <p:attrNameLst>
                                          <p:attrName>style.visibility</p:attrName>
                                        </p:attrNameLst>
                                      </p:cBhvr>
                                      <p:to>
                                        <p:strVal val="visible"/>
                                      </p:to>
                                    </p:set>
                                    <p:animEffect transition="in" filter="fade">
                                      <p:cBhvr>
                                        <p:cTn id="7" dur="500"/>
                                        <p:tgtEl>
                                          <p:spTgt spid="11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wipe(down)">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500" fill="hold"/>
                                        <p:tgtEl>
                                          <p:spTgt spid="8"/>
                                        </p:tgtEl>
                                        <p:attrNameLst>
                                          <p:attrName>ppt_x</p:attrName>
                                        </p:attrNameLst>
                                      </p:cBhvr>
                                      <p:tavLst>
                                        <p:tav tm="0">
                                          <p:val>
                                            <p:strVal val="#ppt_x"/>
                                          </p:val>
                                        </p:tav>
                                        <p:tav tm="100000">
                                          <p:val>
                                            <p:strVal val="#ppt_x"/>
                                          </p:val>
                                        </p:tav>
                                      </p:tavLst>
                                    </p:anim>
                                    <p:anim calcmode="lin" valueType="num">
                                      <p:cBhvr additive="base">
                                        <p:cTn id="18" dur="500" fill="hold"/>
                                        <p:tgtEl>
                                          <p:spTgt spid="8"/>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4"/>
                                        </p:tgtEl>
                                        <p:attrNameLst>
                                          <p:attrName>style.visibility</p:attrName>
                                        </p:attrNameLst>
                                      </p:cBhvr>
                                      <p:to>
                                        <p:strVal val="visible"/>
                                      </p:to>
                                    </p:set>
                                    <p:anim calcmode="lin" valueType="num">
                                      <p:cBhvr additive="base">
                                        <p:cTn id="21" dur="500" fill="hold"/>
                                        <p:tgtEl>
                                          <p:spTgt spid="4"/>
                                        </p:tgtEl>
                                        <p:attrNameLst>
                                          <p:attrName>ppt_x</p:attrName>
                                        </p:attrNameLst>
                                      </p:cBhvr>
                                      <p:tavLst>
                                        <p:tav tm="0">
                                          <p:val>
                                            <p:strVal val="#ppt_x"/>
                                          </p:val>
                                        </p:tav>
                                        <p:tav tm="100000">
                                          <p:val>
                                            <p:strVal val="#ppt_x"/>
                                          </p:val>
                                        </p:tav>
                                      </p:tavLst>
                                    </p:anim>
                                    <p:anim calcmode="lin" valueType="num">
                                      <p:cBhvr additive="base">
                                        <p:cTn id="22" dur="500" fill="hold"/>
                                        <p:tgtEl>
                                          <p:spTgt spid="4"/>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ppt_x"/>
                                          </p:val>
                                        </p:tav>
                                        <p:tav tm="100000">
                                          <p:val>
                                            <p:strVal val="#ppt_x"/>
                                          </p:val>
                                        </p:tav>
                                      </p:tavLst>
                                    </p:anim>
                                    <p:anim calcmode="lin" valueType="num">
                                      <p:cBhvr additive="base">
                                        <p:cTn id="26" dur="500" fill="hold"/>
                                        <p:tgtEl>
                                          <p:spTgt spid="5"/>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7"/>
                                        </p:tgtEl>
                                        <p:attrNameLst>
                                          <p:attrName>style.visibility</p:attrName>
                                        </p:attrNameLst>
                                      </p:cBhvr>
                                      <p:to>
                                        <p:strVal val="visible"/>
                                      </p:to>
                                    </p:set>
                                    <p:anim calcmode="lin" valueType="num">
                                      <p:cBhvr additive="base">
                                        <p:cTn id="29" dur="500" fill="hold"/>
                                        <p:tgtEl>
                                          <p:spTgt spid="7"/>
                                        </p:tgtEl>
                                        <p:attrNameLst>
                                          <p:attrName>ppt_x</p:attrName>
                                        </p:attrNameLst>
                                      </p:cBhvr>
                                      <p:tavLst>
                                        <p:tav tm="0">
                                          <p:val>
                                            <p:strVal val="#ppt_x"/>
                                          </p:val>
                                        </p:tav>
                                        <p:tav tm="100000">
                                          <p:val>
                                            <p:strVal val="#ppt_x"/>
                                          </p:val>
                                        </p:tav>
                                      </p:tavLst>
                                    </p:anim>
                                    <p:anim calcmode="lin" valueType="num">
                                      <p:cBhvr additive="base">
                                        <p:cTn id="3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 y="-2"/>
            <a:ext cx="12191999" cy="6858000"/>
            <a:chOff x="1" y="-2"/>
            <a:chExt cx="12191999" cy="6858000"/>
          </a:xfrm>
        </p:grpSpPr>
        <p:pic>
          <p:nvPicPr>
            <p:cNvPr id="85" name="图片 84"/>
            <p:cNvPicPr>
              <a:picLocks noChangeAspect="1"/>
            </p:cNvPicPr>
            <p:nvPr/>
          </p:nvPicPr>
          <p:blipFill>
            <a:blip r:embed="rId1">
              <a:extLst>
                <a:ext uri="{BEBA8EAE-BF5A-486C-A8C5-ECC9F3942E4B}">
                  <a14:imgProps xmlns:a14="http://schemas.microsoft.com/office/drawing/2010/main">
                    <a14:imgLayer r:embed="rId2">
                      <a14:imgEffect>
                        <a14:brightnessContrast contrast="40000"/>
                      </a14:imgEffect>
                      <a14:imgEffect>
                        <a14:saturation sat="400000"/>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1" y="-2"/>
              <a:ext cx="12191999" cy="6858000"/>
            </a:xfrm>
            <a:prstGeom prst="rect">
              <a:avLst/>
            </a:prstGeom>
          </p:spPr>
        </p:pic>
        <p:sp>
          <p:nvSpPr>
            <p:cNvPr id="2" name="矩形 1"/>
            <p:cNvSpPr/>
            <p:nvPr/>
          </p:nvSpPr>
          <p:spPr>
            <a:xfrm>
              <a:off x="250371" y="267786"/>
              <a:ext cx="11691258" cy="632242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panose="020B0500000000000000" pitchFamily="34" charset="-122"/>
                <a:ea typeface="思源黑体" panose="020B0500000000000000" pitchFamily="34" charset="-122"/>
              </a:endParaRPr>
            </a:p>
          </p:txBody>
        </p:sp>
      </p:grpSp>
      <p:grpSp>
        <p:nvGrpSpPr>
          <p:cNvPr id="54" name="Group 1"/>
          <p:cNvGrpSpPr/>
          <p:nvPr/>
        </p:nvGrpSpPr>
        <p:grpSpPr>
          <a:xfrm>
            <a:off x="5138619" y="3095274"/>
            <a:ext cx="1804518" cy="2276919"/>
            <a:chOff x="4823608" y="2237050"/>
            <a:chExt cx="2653553" cy="3348228"/>
          </a:xfrm>
          <a:solidFill>
            <a:srgbClr val="1E74AE"/>
          </a:solidFill>
        </p:grpSpPr>
        <p:sp>
          <p:nvSpPr>
            <p:cNvPr id="97" name="Freeform: Shape 6"/>
            <p:cNvSpPr/>
            <p:nvPr/>
          </p:nvSpPr>
          <p:spPr bwMode="auto">
            <a:xfrm>
              <a:off x="5275903" y="2766146"/>
              <a:ext cx="1741057" cy="2247538"/>
            </a:xfrm>
            <a:custGeom>
              <a:avLst/>
              <a:gdLst>
                <a:gd name="T0" fmla="*/ 160 w 321"/>
                <a:gd name="T1" fmla="*/ 0 h 429"/>
                <a:gd name="T2" fmla="*/ 0 w 321"/>
                <a:gd name="T3" fmla="*/ 160 h 429"/>
                <a:gd name="T4" fmla="*/ 22 w 321"/>
                <a:gd name="T5" fmla="*/ 240 h 429"/>
                <a:gd name="T6" fmla="*/ 78 w 321"/>
                <a:gd name="T7" fmla="*/ 389 h 429"/>
                <a:gd name="T8" fmla="*/ 115 w 321"/>
                <a:gd name="T9" fmla="*/ 429 h 429"/>
                <a:gd name="T10" fmla="*/ 160 w 321"/>
                <a:gd name="T11" fmla="*/ 429 h 429"/>
                <a:gd name="T12" fmla="*/ 206 w 321"/>
                <a:gd name="T13" fmla="*/ 429 h 429"/>
                <a:gd name="T14" fmla="*/ 243 w 321"/>
                <a:gd name="T15" fmla="*/ 389 h 429"/>
                <a:gd name="T16" fmla="*/ 299 w 321"/>
                <a:gd name="T17" fmla="*/ 240 h 429"/>
                <a:gd name="T18" fmla="*/ 321 w 321"/>
                <a:gd name="T19" fmla="*/ 160 h 429"/>
                <a:gd name="T20" fmla="*/ 160 w 321"/>
                <a:gd name="T21" fmla="*/ 0 h 429"/>
                <a:gd name="T22" fmla="*/ 287 w 321"/>
                <a:gd name="T23" fmla="*/ 233 h 429"/>
                <a:gd name="T24" fmla="*/ 229 w 321"/>
                <a:gd name="T25" fmla="*/ 387 h 429"/>
                <a:gd name="T26" fmla="*/ 221 w 321"/>
                <a:gd name="T27" fmla="*/ 411 h 429"/>
                <a:gd name="T28" fmla="*/ 206 w 321"/>
                <a:gd name="T29" fmla="*/ 414 h 429"/>
                <a:gd name="T30" fmla="*/ 160 w 321"/>
                <a:gd name="T31" fmla="*/ 414 h 429"/>
                <a:gd name="T32" fmla="*/ 115 w 321"/>
                <a:gd name="T33" fmla="*/ 414 h 429"/>
                <a:gd name="T34" fmla="*/ 100 w 321"/>
                <a:gd name="T35" fmla="*/ 411 h 429"/>
                <a:gd name="T36" fmla="*/ 92 w 321"/>
                <a:gd name="T37" fmla="*/ 387 h 429"/>
                <a:gd name="T38" fmla="*/ 34 w 321"/>
                <a:gd name="T39" fmla="*/ 233 h 429"/>
                <a:gd name="T40" fmla="*/ 15 w 321"/>
                <a:gd name="T41" fmla="*/ 160 h 429"/>
                <a:gd name="T42" fmla="*/ 160 w 321"/>
                <a:gd name="T43" fmla="*/ 14 h 429"/>
                <a:gd name="T44" fmla="*/ 306 w 321"/>
                <a:gd name="T45" fmla="*/ 160 h 429"/>
                <a:gd name="T46" fmla="*/ 287 w 321"/>
                <a:gd name="T47" fmla="*/ 233 h 4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21" h="429">
                  <a:moveTo>
                    <a:pt x="160" y="0"/>
                  </a:moveTo>
                  <a:cubicBezTo>
                    <a:pt x="72" y="0"/>
                    <a:pt x="0" y="72"/>
                    <a:pt x="0" y="160"/>
                  </a:cubicBezTo>
                  <a:cubicBezTo>
                    <a:pt x="0" y="189"/>
                    <a:pt x="8" y="216"/>
                    <a:pt x="22" y="240"/>
                  </a:cubicBezTo>
                  <a:cubicBezTo>
                    <a:pt x="61" y="311"/>
                    <a:pt x="71" y="351"/>
                    <a:pt x="78" y="389"/>
                  </a:cubicBezTo>
                  <a:cubicBezTo>
                    <a:pt x="83" y="421"/>
                    <a:pt x="91" y="429"/>
                    <a:pt x="115" y="429"/>
                  </a:cubicBezTo>
                  <a:cubicBezTo>
                    <a:pt x="125" y="429"/>
                    <a:pt x="142" y="429"/>
                    <a:pt x="160" y="429"/>
                  </a:cubicBezTo>
                  <a:cubicBezTo>
                    <a:pt x="179" y="429"/>
                    <a:pt x="195" y="429"/>
                    <a:pt x="206" y="429"/>
                  </a:cubicBezTo>
                  <a:cubicBezTo>
                    <a:pt x="230" y="429"/>
                    <a:pt x="238" y="421"/>
                    <a:pt x="243" y="389"/>
                  </a:cubicBezTo>
                  <a:cubicBezTo>
                    <a:pt x="249" y="351"/>
                    <a:pt x="260" y="311"/>
                    <a:pt x="299" y="240"/>
                  </a:cubicBezTo>
                  <a:cubicBezTo>
                    <a:pt x="312" y="216"/>
                    <a:pt x="321" y="189"/>
                    <a:pt x="321" y="160"/>
                  </a:cubicBezTo>
                  <a:cubicBezTo>
                    <a:pt x="321" y="72"/>
                    <a:pt x="249" y="0"/>
                    <a:pt x="160" y="0"/>
                  </a:cubicBezTo>
                  <a:close/>
                  <a:moveTo>
                    <a:pt x="287" y="233"/>
                  </a:moveTo>
                  <a:cubicBezTo>
                    <a:pt x="248" y="302"/>
                    <a:pt x="236" y="343"/>
                    <a:pt x="229" y="387"/>
                  </a:cubicBezTo>
                  <a:cubicBezTo>
                    <a:pt x="228" y="392"/>
                    <a:pt x="226" y="406"/>
                    <a:pt x="221" y="411"/>
                  </a:cubicBezTo>
                  <a:cubicBezTo>
                    <a:pt x="220" y="413"/>
                    <a:pt x="217" y="414"/>
                    <a:pt x="206" y="414"/>
                  </a:cubicBezTo>
                  <a:cubicBezTo>
                    <a:pt x="160" y="414"/>
                    <a:pt x="160" y="414"/>
                    <a:pt x="160" y="414"/>
                  </a:cubicBezTo>
                  <a:cubicBezTo>
                    <a:pt x="115" y="414"/>
                    <a:pt x="115" y="414"/>
                    <a:pt x="115" y="414"/>
                  </a:cubicBezTo>
                  <a:cubicBezTo>
                    <a:pt x="104" y="414"/>
                    <a:pt x="101" y="413"/>
                    <a:pt x="100" y="411"/>
                  </a:cubicBezTo>
                  <a:cubicBezTo>
                    <a:pt x="95" y="406"/>
                    <a:pt x="93" y="392"/>
                    <a:pt x="92" y="387"/>
                  </a:cubicBezTo>
                  <a:cubicBezTo>
                    <a:pt x="85" y="343"/>
                    <a:pt x="73" y="302"/>
                    <a:pt x="34" y="233"/>
                  </a:cubicBezTo>
                  <a:cubicBezTo>
                    <a:pt x="21" y="210"/>
                    <a:pt x="15" y="185"/>
                    <a:pt x="15" y="160"/>
                  </a:cubicBezTo>
                  <a:cubicBezTo>
                    <a:pt x="15" y="80"/>
                    <a:pt x="80" y="14"/>
                    <a:pt x="160" y="14"/>
                  </a:cubicBezTo>
                  <a:cubicBezTo>
                    <a:pt x="241" y="14"/>
                    <a:pt x="306" y="80"/>
                    <a:pt x="306" y="160"/>
                  </a:cubicBezTo>
                  <a:cubicBezTo>
                    <a:pt x="306" y="185"/>
                    <a:pt x="300" y="210"/>
                    <a:pt x="287" y="233"/>
                  </a:cubicBezTo>
                  <a:close/>
                </a:path>
              </a:pathLst>
            </a:custGeom>
            <a:solidFill>
              <a:schemeClr val="accent1"/>
            </a:solidFill>
            <a:ln>
              <a:noFill/>
            </a:ln>
          </p:spPr>
          <p:txBody>
            <a:bodyPr anchor="ctr"/>
            <a:lstStyle/>
            <a:p>
              <a:pPr algn="ctr"/>
              <a:endParaRPr sz="12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mn-lt"/>
              </a:endParaRPr>
            </a:p>
          </p:txBody>
        </p:sp>
        <p:sp>
          <p:nvSpPr>
            <p:cNvPr id="98" name="Freeform: Shape 7"/>
            <p:cNvSpPr/>
            <p:nvPr/>
          </p:nvSpPr>
          <p:spPr bwMode="auto">
            <a:xfrm>
              <a:off x="5773762" y="5013683"/>
              <a:ext cx="754314" cy="108681"/>
            </a:xfrm>
            <a:custGeom>
              <a:avLst/>
              <a:gdLst>
                <a:gd name="T0" fmla="*/ 130 w 139"/>
                <a:gd name="T1" fmla="*/ 0 h 23"/>
                <a:gd name="T2" fmla="*/ 9 w 139"/>
                <a:gd name="T3" fmla="*/ 0 h 23"/>
                <a:gd name="T4" fmla="*/ 0 w 139"/>
                <a:gd name="T5" fmla="*/ 9 h 23"/>
                <a:gd name="T6" fmla="*/ 0 w 139"/>
                <a:gd name="T7" fmla="*/ 14 h 23"/>
                <a:gd name="T8" fmla="*/ 9 w 139"/>
                <a:gd name="T9" fmla="*/ 23 h 23"/>
                <a:gd name="T10" fmla="*/ 130 w 139"/>
                <a:gd name="T11" fmla="*/ 23 h 23"/>
                <a:gd name="T12" fmla="*/ 139 w 139"/>
                <a:gd name="T13" fmla="*/ 14 h 23"/>
                <a:gd name="T14" fmla="*/ 139 w 139"/>
                <a:gd name="T15" fmla="*/ 9 h 23"/>
                <a:gd name="T16" fmla="*/ 130 w 139"/>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9" h="23">
                  <a:moveTo>
                    <a:pt x="130" y="0"/>
                  </a:moveTo>
                  <a:cubicBezTo>
                    <a:pt x="9" y="0"/>
                    <a:pt x="9" y="0"/>
                    <a:pt x="9" y="0"/>
                  </a:cubicBezTo>
                  <a:cubicBezTo>
                    <a:pt x="4" y="0"/>
                    <a:pt x="0" y="4"/>
                    <a:pt x="0" y="9"/>
                  </a:cubicBezTo>
                  <a:cubicBezTo>
                    <a:pt x="0" y="14"/>
                    <a:pt x="0" y="14"/>
                    <a:pt x="0" y="14"/>
                  </a:cubicBezTo>
                  <a:cubicBezTo>
                    <a:pt x="0" y="19"/>
                    <a:pt x="4" y="23"/>
                    <a:pt x="9" y="23"/>
                  </a:cubicBezTo>
                  <a:cubicBezTo>
                    <a:pt x="130" y="23"/>
                    <a:pt x="130" y="23"/>
                    <a:pt x="130" y="23"/>
                  </a:cubicBezTo>
                  <a:cubicBezTo>
                    <a:pt x="135" y="23"/>
                    <a:pt x="139" y="19"/>
                    <a:pt x="139" y="14"/>
                  </a:cubicBezTo>
                  <a:cubicBezTo>
                    <a:pt x="139" y="9"/>
                    <a:pt x="139" y="9"/>
                    <a:pt x="139" y="9"/>
                  </a:cubicBezTo>
                  <a:cubicBezTo>
                    <a:pt x="139" y="4"/>
                    <a:pt x="135" y="0"/>
                    <a:pt x="130" y="0"/>
                  </a:cubicBezTo>
                  <a:close/>
                </a:path>
              </a:pathLst>
            </a:custGeom>
            <a:solidFill>
              <a:schemeClr val="accent1"/>
            </a:solidFill>
            <a:ln>
              <a:noFill/>
            </a:ln>
          </p:spPr>
          <p:txBody>
            <a:bodyPr anchor="ctr"/>
            <a:lstStyle/>
            <a:p>
              <a:pPr algn="ctr"/>
              <a:endParaRPr sz="12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mn-lt"/>
              </a:endParaRPr>
            </a:p>
          </p:txBody>
        </p:sp>
        <p:sp>
          <p:nvSpPr>
            <p:cNvPr id="99" name="Freeform: Shape 8"/>
            <p:cNvSpPr/>
            <p:nvPr/>
          </p:nvSpPr>
          <p:spPr bwMode="auto">
            <a:xfrm>
              <a:off x="5795282" y="5170787"/>
              <a:ext cx="710196" cy="119442"/>
            </a:xfrm>
            <a:custGeom>
              <a:avLst/>
              <a:gdLst>
                <a:gd name="T0" fmla="*/ 122 w 131"/>
                <a:gd name="T1" fmla="*/ 0 h 24"/>
                <a:gd name="T2" fmla="*/ 9 w 131"/>
                <a:gd name="T3" fmla="*/ 0 h 24"/>
                <a:gd name="T4" fmla="*/ 0 w 131"/>
                <a:gd name="T5" fmla="*/ 9 h 24"/>
                <a:gd name="T6" fmla="*/ 0 w 131"/>
                <a:gd name="T7" fmla="*/ 15 h 24"/>
                <a:gd name="T8" fmla="*/ 9 w 131"/>
                <a:gd name="T9" fmla="*/ 24 h 24"/>
                <a:gd name="T10" fmla="*/ 122 w 131"/>
                <a:gd name="T11" fmla="*/ 24 h 24"/>
                <a:gd name="T12" fmla="*/ 131 w 131"/>
                <a:gd name="T13" fmla="*/ 15 h 24"/>
                <a:gd name="T14" fmla="*/ 131 w 131"/>
                <a:gd name="T15" fmla="*/ 9 h 24"/>
                <a:gd name="T16" fmla="*/ 122 w 131"/>
                <a:gd name="T17" fmla="*/ 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1" h="24">
                  <a:moveTo>
                    <a:pt x="122" y="0"/>
                  </a:moveTo>
                  <a:cubicBezTo>
                    <a:pt x="9" y="0"/>
                    <a:pt x="9" y="0"/>
                    <a:pt x="9" y="0"/>
                  </a:cubicBezTo>
                  <a:cubicBezTo>
                    <a:pt x="4" y="0"/>
                    <a:pt x="0" y="4"/>
                    <a:pt x="0" y="9"/>
                  </a:cubicBezTo>
                  <a:cubicBezTo>
                    <a:pt x="0" y="15"/>
                    <a:pt x="0" y="15"/>
                    <a:pt x="0" y="15"/>
                  </a:cubicBezTo>
                  <a:cubicBezTo>
                    <a:pt x="0" y="20"/>
                    <a:pt x="4" y="24"/>
                    <a:pt x="9" y="24"/>
                  </a:cubicBezTo>
                  <a:cubicBezTo>
                    <a:pt x="122" y="24"/>
                    <a:pt x="122" y="24"/>
                    <a:pt x="122" y="24"/>
                  </a:cubicBezTo>
                  <a:cubicBezTo>
                    <a:pt x="127" y="24"/>
                    <a:pt x="131" y="20"/>
                    <a:pt x="131" y="15"/>
                  </a:cubicBezTo>
                  <a:cubicBezTo>
                    <a:pt x="131" y="9"/>
                    <a:pt x="131" y="9"/>
                    <a:pt x="131" y="9"/>
                  </a:cubicBezTo>
                  <a:cubicBezTo>
                    <a:pt x="131" y="4"/>
                    <a:pt x="127" y="0"/>
                    <a:pt x="122" y="0"/>
                  </a:cubicBezTo>
                  <a:close/>
                </a:path>
              </a:pathLst>
            </a:custGeom>
            <a:solidFill>
              <a:schemeClr val="accent1"/>
            </a:solidFill>
            <a:ln>
              <a:noFill/>
            </a:ln>
          </p:spPr>
          <p:txBody>
            <a:bodyPr anchor="ctr"/>
            <a:lstStyle/>
            <a:p>
              <a:pPr algn="ctr"/>
              <a:endParaRPr sz="12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mn-lt"/>
              </a:endParaRPr>
            </a:p>
          </p:txBody>
        </p:sp>
        <p:sp>
          <p:nvSpPr>
            <p:cNvPr id="100" name="Freeform: Shape 9"/>
            <p:cNvSpPr/>
            <p:nvPr/>
          </p:nvSpPr>
          <p:spPr bwMode="auto">
            <a:xfrm>
              <a:off x="5838325" y="5333271"/>
              <a:ext cx="624112" cy="100283"/>
            </a:xfrm>
            <a:custGeom>
              <a:avLst/>
              <a:gdLst>
                <a:gd name="T0" fmla="*/ 107 w 115"/>
                <a:gd name="T1" fmla="*/ 0 h 23"/>
                <a:gd name="T2" fmla="*/ 8 w 115"/>
                <a:gd name="T3" fmla="*/ 0 h 23"/>
                <a:gd name="T4" fmla="*/ 0 w 115"/>
                <a:gd name="T5" fmla="*/ 9 h 23"/>
                <a:gd name="T6" fmla="*/ 0 w 115"/>
                <a:gd name="T7" fmla="*/ 15 h 23"/>
                <a:gd name="T8" fmla="*/ 8 w 115"/>
                <a:gd name="T9" fmla="*/ 23 h 23"/>
                <a:gd name="T10" fmla="*/ 107 w 115"/>
                <a:gd name="T11" fmla="*/ 23 h 23"/>
                <a:gd name="T12" fmla="*/ 115 w 115"/>
                <a:gd name="T13" fmla="*/ 15 h 23"/>
                <a:gd name="T14" fmla="*/ 115 w 115"/>
                <a:gd name="T15" fmla="*/ 9 h 23"/>
                <a:gd name="T16" fmla="*/ 107 w 115"/>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5" h="23">
                  <a:moveTo>
                    <a:pt x="107" y="0"/>
                  </a:moveTo>
                  <a:cubicBezTo>
                    <a:pt x="8" y="0"/>
                    <a:pt x="8" y="0"/>
                    <a:pt x="8" y="0"/>
                  </a:cubicBezTo>
                  <a:cubicBezTo>
                    <a:pt x="4" y="0"/>
                    <a:pt x="0" y="4"/>
                    <a:pt x="0" y="9"/>
                  </a:cubicBezTo>
                  <a:cubicBezTo>
                    <a:pt x="0" y="15"/>
                    <a:pt x="0" y="15"/>
                    <a:pt x="0" y="15"/>
                  </a:cubicBezTo>
                  <a:cubicBezTo>
                    <a:pt x="0" y="19"/>
                    <a:pt x="4" y="23"/>
                    <a:pt x="8" y="23"/>
                  </a:cubicBezTo>
                  <a:cubicBezTo>
                    <a:pt x="107" y="23"/>
                    <a:pt x="107" y="23"/>
                    <a:pt x="107" y="23"/>
                  </a:cubicBezTo>
                  <a:cubicBezTo>
                    <a:pt x="111" y="23"/>
                    <a:pt x="115" y="19"/>
                    <a:pt x="115" y="15"/>
                  </a:cubicBezTo>
                  <a:cubicBezTo>
                    <a:pt x="115" y="9"/>
                    <a:pt x="115" y="9"/>
                    <a:pt x="115" y="9"/>
                  </a:cubicBezTo>
                  <a:cubicBezTo>
                    <a:pt x="115" y="4"/>
                    <a:pt x="111" y="0"/>
                    <a:pt x="107" y="0"/>
                  </a:cubicBezTo>
                  <a:close/>
                </a:path>
              </a:pathLst>
            </a:custGeom>
            <a:solidFill>
              <a:schemeClr val="accent1"/>
            </a:solidFill>
            <a:ln>
              <a:noFill/>
            </a:ln>
          </p:spPr>
          <p:txBody>
            <a:bodyPr anchor="ctr"/>
            <a:lstStyle/>
            <a:p>
              <a:pPr algn="ctr"/>
              <a:endParaRPr sz="12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mn-lt"/>
              </a:endParaRPr>
            </a:p>
          </p:txBody>
        </p:sp>
        <p:sp>
          <p:nvSpPr>
            <p:cNvPr id="101" name="Freeform: Shape 10"/>
            <p:cNvSpPr/>
            <p:nvPr/>
          </p:nvSpPr>
          <p:spPr bwMode="auto">
            <a:xfrm>
              <a:off x="5952386" y="5476597"/>
              <a:ext cx="395988" cy="108681"/>
            </a:xfrm>
            <a:custGeom>
              <a:avLst/>
              <a:gdLst>
                <a:gd name="T0" fmla="*/ 0 w 73"/>
                <a:gd name="T1" fmla="*/ 0 h 20"/>
                <a:gd name="T2" fmla="*/ 73 w 73"/>
                <a:gd name="T3" fmla="*/ 0 h 20"/>
                <a:gd name="T4" fmla="*/ 36 w 73"/>
                <a:gd name="T5" fmla="*/ 20 h 20"/>
                <a:gd name="T6" fmla="*/ 0 w 73"/>
                <a:gd name="T7" fmla="*/ 0 h 20"/>
              </a:gdLst>
              <a:ahLst/>
              <a:cxnLst>
                <a:cxn ang="0">
                  <a:pos x="T0" y="T1"/>
                </a:cxn>
                <a:cxn ang="0">
                  <a:pos x="T2" y="T3"/>
                </a:cxn>
                <a:cxn ang="0">
                  <a:pos x="T4" y="T5"/>
                </a:cxn>
                <a:cxn ang="0">
                  <a:pos x="T6" y="T7"/>
                </a:cxn>
              </a:cxnLst>
              <a:rect l="0" t="0" r="r" b="b"/>
              <a:pathLst>
                <a:path w="73" h="20">
                  <a:moveTo>
                    <a:pt x="0" y="0"/>
                  </a:moveTo>
                  <a:cubicBezTo>
                    <a:pt x="73" y="0"/>
                    <a:pt x="73" y="0"/>
                    <a:pt x="73" y="0"/>
                  </a:cubicBezTo>
                  <a:cubicBezTo>
                    <a:pt x="73" y="12"/>
                    <a:pt x="54" y="20"/>
                    <a:pt x="36" y="20"/>
                  </a:cubicBezTo>
                  <a:cubicBezTo>
                    <a:pt x="19" y="20"/>
                    <a:pt x="0" y="12"/>
                    <a:pt x="0" y="0"/>
                  </a:cubicBezTo>
                  <a:close/>
                </a:path>
              </a:pathLst>
            </a:custGeom>
            <a:solidFill>
              <a:schemeClr val="accent1"/>
            </a:solidFill>
            <a:ln>
              <a:noFill/>
            </a:ln>
          </p:spPr>
          <p:txBody>
            <a:bodyPr anchor="ctr"/>
            <a:lstStyle/>
            <a:p>
              <a:pPr algn="ctr"/>
              <a:endParaRPr sz="12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mn-lt"/>
              </a:endParaRPr>
            </a:p>
          </p:txBody>
        </p:sp>
        <p:sp>
          <p:nvSpPr>
            <p:cNvPr id="102" name="Freeform: Shape 11"/>
            <p:cNvSpPr/>
            <p:nvPr/>
          </p:nvSpPr>
          <p:spPr bwMode="auto">
            <a:xfrm>
              <a:off x="5740404" y="3781799"/>
              <a:ext cx="841475" cy="1133086"/>
            </a:xfrm>
            <a:custGeom>
              <a:avLst/>
              <a:gdLst>
                <a:gd name="T0" fmla="*/ 29 w 155"/>
                <a:gd name="T1" fmla="*/ 200 h 209"/>
                <a:gd name="T2" fmla="*/ 37 w 155"/>
                <a:gd name="T3" fmla="*/ 176 h 209"/>
                <a:gd name="T4" fmla="*/ 44 w 155"/>
                <a:gd name="T5" fmla="*/ 139 h 209"/>
                <a:gd name="T6" fmla="*/ 48 w 155"/>
                <a:gd name="T7" fmla="*/ 52 h 209"/>
                <a:gd name="T8" fmla="*/ 21 w 155"/>
                <a:gd name="T9" fmla="*/ 2 h 209"/>
                <a:gd name="T10" fmla="*/ 1 w 155"/>
                <a:gd name="T11" fmla="*/ 14 h 209"/>
                <a:gd name="T12" fmla="*/ 14 w 155"/>
                <a:gd name="T13" fmla="*/ 46 h 209"/>
                <a:gd name="T14" fmla="*/ 43 w 155"/>
                <a:gd name="T15" fmla="*/ 55 h 209"/>
                <a:gd name="T16" fmla="*/ 79 w 155"/>
                <a:gd name="T17" fmla="*/ 49 h 209"/>
                <a:gd name="T18" fmla="*/ 98 w 155"/>
                <a:gd name="T19" fmla="*/ 26 h 209"/>
                <a:gd name="T20" fmla="*/ 83 w 155"/>
                <a:gd name="T21" fmla="*/ 2 h 209"/>
                <a:gd name="T22" fmla="*/ 64 w 155"/>
                <a:gd name="T23" fmla="*/ 14 h 209"/>
                <a:gd name="T24" fmla="*/ 79 w 155"/>
                <a:gd name="T25" fmla="*/ 52 h 209"/>
                <a:gd name="T26" fmla="*/ 143 w 155"/>
                <a:gd name="T27" fmla="*/ 42 h 209"/>
                <a:gd name="T28" fmla="*/ 143 w 155"/>
                <a:gd name="T29" fmla="*/ 7 h 209"/>
                <a:gd name="T30" fmla="*/ 120 w 155"/>
                <a:gd name="T31" fmla="*/ 26 h 209"/>
                <a:gd name="T32" fmla="*/ 114 w 155"/>
                <a:gd name="T33" fmla="*/ 61 h 209"/>
                <a:gd name="T34" fmla="*/ 112 w 155"/>
                <a:gd name="T35" fmla="*/ 97 h 209"/>
                <a:gd name="T36" fmla="*/ 117 w 155"/>
                <a:gd name="T37" fmla="*/ 170 h 209"/>
                <a:gd name="T38" fmla="*/ 120 w 155"/>
                <a:gd name="T39" fmla="*/ 207 h 209"/>
                <a:gd name="T40" fmla="*/ 128 w 155"/>
                <a:gd name="T41" fmla="*/ 205 h 209"/>
                <a:gd name="T42" fmla="*/ 120 w 155"/>
                <a:gd name="T43" fmla="*/ 85 h 209"/>
                <a:gd name="T44" fmla="*/ 128 w 155"/>
                <a:gd name="T45" fmla="*/ 25 h 209"/>
                <a:gd name="T46" fmla="*/ 137 w 155"/>
                <a:gd name="T47" fmla="*/ 11 h 209"/>
                <a:gd name="T48" fmla="*/ 138 w 155"/>
                <a:gd name="T49" fmla="*/ 11 h 209"/>
                <a:gd name="T50" fmla="*/ 139 w 155"/>
                <a:gd name="T51" fmla="*/ 13 h 209"/>
                <a:gd name="T52" fmla="*/ 140 w 155"/>
                <a:gd name="T53" fmla="*/ 21 h 209"/>
                <a:gd name="T54" fmla="*/ 123 w 155"/>
                <a:gd name="T55" fmla="*/ 56 h 209"/>
                <a:gd name="T56" fmla="*/ 91 w 155"/>
                <a:gd name="T57" fmla="*/ 53 h 209"/>
                <a:gd name="T58" fmla="*/ 72 w 155"/>
                <a:gd name="T59" fmla="*/ 22 h 209"/>
                <a:gd name="T60" fmla="*/ 82 w 155"/>
                <a:gd name="T61" fmla="*/ 7 h 209"/>
                <a:gd name="T62" fmla="*/ 89 w 155"/>
                <a:gd name="T63" fmla="*/ 33 h 209"/>
                <a:gd name="T64" fmla="*/ 67 w 155"/>
                <a:gd name="T65" fmla="*/ 50 h 209"/>
                <a:gd name="T66" fmla="*/ 16 w 155"/>
                <a:gd name="T67" fmla="*/ 35 h 209"/>
                <a:gd name="T68" fmla="*/ 10 w 155"/>
                <a:gd name="T69" fmla="*/ 8 h 209"/>
                <a:gd name="T70" fmla="*/ 20 w 155"/>
                <a:gd name="T71" fmla="*/ 8 h 209"/>
                <a:gd name="T72" fmla="*/ 28 w 155"/>
                <a:gd name="T73" fmla="*/ 14 h 209"/>
                <a:gd name="T74" fmla="*/ 41 w 155"/>
                <a:gd name="T75" fmla="*/ 68 h 209"/>
                <a:gd name="T76" fmla="*/ 35 w 155"/>
                <a:gd name="T77" fmla="*/ 147 h 209"/>
                <a:gd name="T78" fmla="*/ 21 w 155"/>
                <a:gd name="T79" fmla="*/ 201 h 209"/>
                <a:gd name="T80" fmla="*/ 29 w 155"/>
                <a:gd name="T81" fmla="*/ 200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55" h="209">
                  <a:moveTo>
                    <a:pt x="29" y="200"/>
                  </a:moveTo>
                  <a:cubicBezTo>
                    <a:pt x="33" y="192"/>
                    <a:pt x="35" y="184"/>
                    <a:pt x="37" y="176"/>
                  </a:cubicBezTo>
                  <a:cubicBezTo>
                    <a:pt x="40" y="164"/>
                    <a:pt x="42" y="151"/>
                    <a:pt x="44" y="139"/>
                  </a:cubicBezTo>
                  <a:cubicBezTo>
                    <a:pt x="48" y="110"/>
                    <a:pt x="51" y="81"/>
                    <a:pt x="48" y="52"/>
                  </a:cubicBezTo>
                  <a:cubicBezTo>
                    <a:pt x="46" y="34"/>
                    <a:pt x="42" y="8"/>
                    <a:pt x="21" y="2"/>
                  </a:cubicBezTo>
                  <a:cubicBezTo>
                    <a:pt x="12" y="0"/>
                    <a:pt x="2" y="4"/>
                    <a:pt x="1" y="14"/>
                  </a:cubicBezTo>
                  <a:cubicBezTo>
                    <a:pt x="0" y="25"/>
                    <a:pt x="6" y="38"/>
                    <a:pt x="14" y="46"/>
                  </a:cubicBezTo>
                  <a:cubicBezTo>
                    <a:pt x="22" y="53"/>
                    <a:pt x="33" y="54"/>
                    <a:pt x="43" y="55"/>
                  </a:cubicBezTo>
                  <a:cubicBezTo>
                    <a:pt x="55" y="55"/>
                    <a:pt x="68" y="54"/>
                    <a:pt x="79" y="49"/>
                  </a:cubicBezTo>
                  <a:cubicBezTo>
                    <a:pt x="89" y="45"/>
                    <a:pt x="98" y="38"/>
                    <a:pt x="98" y="26"/>
                  </a:cubicBezTo>
                  <a:cubicBezTo>
                    <a:pt x="99" y="16"/>
                    <a:pt x="94" y="4"/>
                    <a:pt x="83" y="2"/>
                  </a:cubicBezTo>
                  <a:cubicBezTo>
                    <a:pt x="74" y="0"/>
                    <a:pt x="65" y="5"/>
                    <a:pt x="64" y="14"/>
                  </a:cubicBezTo>
                  <a:cubicBezTo>
                    <a:pt x="61" y="27"/>
                    <a:pt x="69" y="44"/>
                    <a:pt x="79" y="52"/>
                  </a:cubicBezTo>
                  <a:cubicBezTo>
                    <a:pt x="98" y="69"/>
                    <a:pt x="131" y="65"/>
                    <a:pt x="143" y="42"/>
                  </a:cubicBezTo>
                  <a:cubicBezTo>
                    <a:pt x="147" y="35"/>
                    <a:pt x="155" y="10"/>
                    <a:pt x="143" y="7"/>
                  </a:cubicBezTo>
                  <a:cubicBezTo>
                    <a:pt x="132" y="4"/>
                    <a:pt x="124" y="18"/>
                    <a:pt x="120" y="26"/>
                  </a:cubicBezTo>
                  <a:cubicBezTo>
                    <a:pt x="116" y="37"/>
                    <a:pt x="115" y="49"/>
                    <a:pt x="114" y="61"/>
                  </a:cubicBezTo>
                  <a:cubicBezTo>
                    <a:pt x="112" y="73"/>
                    <a:pt x="112" y="85"/>
                    <a:pt x="112" y="97"/>
                  </a:cubicBezTo>
                  <a:cubicBezTo>
                    <a:pt x="112" y="121"/>
                    <a:pt x="115" y="146"/>
                    <a:pt x="117" y="170"/>
                  </a:cubicBezTo>
                  <a:cubicBezTo>
                    <a:pt x="118" y="183"/>
                    <a:pt x="119" y="195"/>
                    <a:pt x="120" y="207"/>
                  </a:cubicBezTo>
                  <a:cubicBezTo>
                    <a:pt x="120" y="209"/>
                    <a:pt x="128" y="208"/>
                    <a:pt x="128" y="205"/>
                  </a:cubicBezTo>
                  <a:cubicBezTo>
                    <a:pt x="126" y="165"/>
                    <a:pt x="120" y="125"/>
                    <a:pt x="120" y="85"/>
                  </a:cubicBezTo>
                  <a:cubicBezTo>
                    <a:pt x="121" y="65"/>
                    <a:pt x="121" y="43"/>
                    <a:pt x="128" y="25"/>
                  </a:cubicBezTo>
                  <a:cubicBezTo>
                    <a:pt x="130" y="20"/>
                    <a:pt x="133" y="13"/>
                    <a:pt x="137" y="11"/>
                  </a:cubicBezTo>
                  <a:cubicBezTo>
                    <a:pt x="139" y="10"/>
                    <a:pt x="137" y="10"/>
                    <a:pt x="138" y="11"/>
                  </a:cubicBezTo>
                  <a:cubicBezTo>
                    <a:pt x="138" y="12"/>
                    <a:pt x="139" y="12"/>
                    <a:pt x="139" y="13"/>
                  </a:cubicBezTo>
                  <a:cubicBezTo>
                    <a:pt x="141" y="16"/>
                    <a:pt x="141" y="19"/>
                    <a:pt x="140" y="21"/>
                  </a:cubicBezTo>
                  <a:cubicBezTo>
                    <a:pt x="140" y="34"/>
                    <a:pt x="135" y="49"/>
                    <a:pt x="123" y="56"/>
                  </a:cubicBezTo>
                  <a:cubicBezTo>
                    <a:pt x="113" y="61"/>
                    <a:pt x="100" y="59"/>
                    <a:pt x="91" y="53"/>
                  </a:cubicBezTo>
                  <a:cubicBezTo>
                    <a:pt x="80" y="46"/>
                    <a:pt x="74" y="34"/>
                    <a:pt x="72" y="22"/>
                  </a:cubicBezTo>
                  <a:cubicBezTo>
                    <a:pt x="71" y="15"/>
                    <a:pt x="72" y="1"/>
                    <a:pt x="82" y="7"/>
                  </a:cubicBezTo>
                  <a:cubicBezTo>
                    <a:pt x="90" y="12"/>
                    <a:pt x="92" y="24"/>
                    <a:pt x="89" y="33"/>
                  </a:cubicBezTo>
                  <a:cubicBezTo>
                    <a:pt x="86" y="43"/>
                    <a:pt x="77" y="47"/>
                    <a:pt x="67" y="50"/>
                  </a:cubicBezTo>
                  <a:cubicBezTo>
                    <a:pt x="49" y="53"/>
                    <a:pt x="26" y="52"/>
                    <a:pt x="16" y="35"/>
                  </a:cubicBezTo>
                  <a:cubicBezTo>
                    <a:pt x="11" y="28"/>
                    <a:pt x="7" y="16"/>
                    <a:pt x="10" y="8"/>
                  </a:cubicBezTo>
                  <a:cubicBezTo>
                    <a:pt x="12" y="3"/>
                    <a:pt x="15" y="6"/>
                    <a:pt x="20" y="8"/>
                  </a:cubicBezTo>
                  <a:cubicBezTo>
                    <a:pt x="23" y="9"/>
                    <a:pt x="25" y="11"/>
                    <a:pt x="28" y="14"/>
                  </a:cubicBezTo>
                  <a:cubicBezTo>
                    <a:pt x="39" y="28"/>
                    <a:pt x="40" y="51"/>
                    <a:pt x="41" y="68"/>
                  </a:cubicBezTo>
                  <a:cubicBezTo>
                    <a:pt x="42" y="94"/>
                    <a:pt x="39" y="121"/>
                    <a:pt x="35" y="147"/>
                  </a:cubicBezTo>
                  <a:cubicBezTo>
                    <a:pt x="32" y="165"/>
                    <a:pt x="29" y="185"/>
                    <a:pt x="21" y="201"/>
                  </a:cubicBezTo>
                  <a:cubicBezTo>
                    <a:pt x="20" y="203"/>
                    <a:pt x="28" y="202"/>
                    <a:pt x="29" y="200"/>
                  </a:cubicBezTo>
                  <a:close/>
                </a:path>
              </a:pathLst>
            </a:custGeom>
            <a:solidFill>
              <a:schemeClr val="accent1"/>
            </a:solidFill>
            <a:ln>
              <a:noFill/>
            </a:ln>
          </p:spPr>
          <p:txBody>
            <a:bodyPr anchor="ctr"/>
            <a:lstStyle/>
            <a:p>
              <a:pPr algn="ctr"/>
              <a:endParaRPr sz="12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mn-lt"/>
              </a:endParaRPr>
            </a:p>
          </p:txBody>
        </p:sp>
        <p:grpSp>
          <p:nvGrpSpPr>
            <p:cNvPr id="103" name="Group 12"/>
            <p:cNvGrpSpPr/>
            <p:nvPr/>
          </p:nvGrpSpPr>
          <p:grpSpPr>
            <a:xfrm>
              <a:off x="4823608" y="2237050"/>
              <a:ext cx="2653553" cy="2000393"/>
              <a:chOff x="3525061" y="1210682"/>
              <a:chExt cx="2097079" cy="1580888"/>
            </a:xfrm>
            <a:grpFill/>
          </p:grpSpPr>
          <p:sp>
            <p:nvSpPr>
              <p:cNvPr id="105" name="Freeform: Shape 13"/>
              <p:cNvSpPr/>
              <p:nvPr/>
            </p:nvSpPr>
            <p:spPr bwMode="auto">
              <a:xfrm>
                <a:off x="5347462" y="2255820"/>
                <a:ext cx="274678" cy="47622"/>
              </a:xfrm>
              <a:custGeom>
                <a:avLst/>
                <a:gdLst>
                  <a:gd name="T0" fmla="*/ 58 w 64"/>
                  <a:gd name="T1" fmla="*/ 0 h 11"/>
                  <a:gd name="T2" fmla="*/ 6 w 64"/>
                  <a:gd name="T3" fmla="*/ 0 h 11"/>
                  <a:gd name="T4" fmla="*/ 0 w 64"/>
                  <a:gd name="T5" fmla="*/ 5 h 11"/>
                  <a:gd name="T6" fmla="*/ 6 w 64"/>
                  <a:gd name="T7" fmla="*/ 11 h 11"/>
                  <a:gd name="T8" fmla="*/ 58 w 64"/>
                  <a:gd name="T9" fmla="*/ 11 h 11"/>
                  <a:gd name="T10" fmla="*/ 64 w 64"/>
                  <a:gd name="T11" fmla="*/ 5 h 11"/>
                  <a:gd name="T12" fmla="*/ 58 w 64"/>
                  <a:gd name="T13" fmla="*/ 0 h 11"/>
                </a:gdLst>
                <a:ahLst/>
                <a:cxnLst>
                  <a:cxn ang="0">
                    <a:pos x="T0" y="T1"/>
                  </a:cxn>
                  <a:cxn ang="0">
                    <a:pos x="T2" y="T3"/>
                  </a:cxn>
                  <a:cxn ang="0">
                    <a:pos x="T4" y="T5"/>
                  </a:cxn>
                  <a:cxn ang="0">
                    <a:pos x="T6" y="T7"/>
                  </a:cxn>
                  <a:cxn ang="0">
                    <a:pos x="T8" y="T9"/>
                  </a:cxn>
                  <a:cxn ang="0">
                    <a:pos x="T10" y="T11"/>
                  </a:cxn>
                  <a:cxn ang="0">
                    <a:pos x="T12" y="T13"/>
                  </a:cxn>
                </a:cxnLst>
                <a:rect l="0" t="0" r="r" b="b"/>
                <a:pathLst>
                  <a:path w="64" h="11">
                    <a:moveTo>
                      <a:pt x="58" y="0"/>
                    </a:moveTo>
                    <a:cubicBezTo>
                      <a:pt x="6" y="0"/>
                      <a:pt x="6" y="0"/>
                      <a:pt x="6" y="0"/>
                    </a:cubicBezTo>
                    <a:cubicBezTo>
                      <a:pt x="3" y="0"/>
                      <a:pt x="0" y="2"/>
                      <a:pt x="0" y="5"/>
                    </a:cubicBezTo>
                    <a:cubicBezTo>
                      <a:pt x="0" y="9"/>
                      <a:pt x="3" y="11"/>
                      <a:pt x="6" y="11"/>
                    </a:cubicBezTo>
                    <a:cubicBezTo>
                      <a:pt x="58" y="11"/>
                      <a:pt x="58" y="11"/>
                      <a:pt x="58" y="11"/>
                    </a:cubicBezTo>
                    <a:cubicBezTo>
                      <a:pt x="62" y="11"/>
                      <a:pt x="64" y="9"/>
                      <a:pt x="64" y="5"/>
                    </a:cubicBezTo>
                    <a:cubicBezTo>
                      <a:pt x="64" y="2"/>
                      <a:pt x="62" y="0"/>
                      <a:pt x="58" y="0"/>
                    </a:cubicBezTo>
                    <a:close/>
                  </a:path>
                </a:pathLst>
              </a:custGeom>
              <a:solidFill>
                <a:schemeClr val="accent1"/>
              </a:solidFill>
              <a:ln>
                <a:noFill/>
              </a:ln>
            </p:spPr>
            <p:txBody>
              <a:bodyPr anchor="ctr"/>
              <a:lstStyle/>
              <a:p>
                <a:pPr algn="ctr"/>
                <a:endParaRPr sz="12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mn-lt"/>
                </a:endParaRPr>
              </a:p>
            </p:txBody>
          </p:sp>
          <p:sp>
            <p:nvSpPr>
              <p:cNvPr id="106" name="Freeform: Shape 14"/>
              <p:cNvSpPr/>
              <p:nvPr/>
            </p:nvSpPr>
            <p:spPr bwMode="auto">
              <a:xfrm>
                <a:off x="5275178" y="1763440"/>
                <a:ext cx="248316" cy="167528"/>
              </a:xfrm>
              <a:custGeom>
                <a:avLst/>
                <a:gdLst>
                  <a:gd name="T0" fmla="*/ 6 w 58"/>
                  <a:gd name="T1" fmla="*/ 39 h 39"/>
                  <a:gd name="T2" fmla="*/ 9 w 58"/>
                  <a:gd name="T3" fmla="*/ 38 h 39"/>
                  <a:gd name="T4" fmla="*/ 54 w 58"/>
                  <a:gd name="T5" fmla="*/ 12 h 39"/>
                  <a:gd name="T6" fmla="*/ 56 w 58"/>
                  <a:gd name="T7" fmla="*/ 4 h 39"/>
                  <a:gd name="T8" fmla="*/ 48 w 58"/>
                  <a:gd name="T9" fmla="*/ 2 h 39"/>
                  <a:gd name="T10" fmla="*/ 3 w 58"/>
                  <a:gd name="T11" fmla="*/ 28 h 39"/>
                  <a:gd name="T12" fmla="*/ 1 w 58"/>
                  <a:gd name="T13" fmla="*/ 36 h 39"/>
                  <a:gd name="T14" fmla="*/ 6 w 58"/>
                  <a:gd name="T15" fmla="*/ 39 h 3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8" h="39">
                    <a:moveTo>
                      <a:pt x="6" y="39"/>
                    </a:moveTo>
                    <a:cubicBezTo>
                      <a:pt x="7" y="39"/>
                      <a:pt x="8" y="38"/>
                      <a:pt x="9" y="38"/>
                    </a:cubicBezTo>
                    <a:cubicBezTo>
                      <a:pt x="54" y="12"/>
                      <a:pt x="54" y="12"/>
                      <a:pt x="54" y="12"/>
                    </a:cubicBezTo>
                    <a:cubicBezTo>
                      <a:pt x="57" y="10"/>
                      <a:pt x="58" y="6"/>
                      <a:pt x="56" y="4"/>
                    </a:cubicBezTo>
                    <a:cubicBezTo>
                      <a:pt x="55" y="1"/>
                      <a:pt x="51" y="0"/>
                      <a:pt x="48" y="2"/>
                    </a:cubicBezTo>
                    <a:cubicBezTo>
                      <a:pt x="3" y="28"/>
                      <a:pt x="3" y="28"/>
                      <a:pt x="3" y="28"/>
                    </a:cubicBezTo>
                    <a:cubicBezTo>
                      <a:pt x="0" y="30"/>
                      <a:pt x="0" y="33"/>
                      <a:pt x="1" y="36"/>
                    </a:cubicBezTo>
                    <a:cubicBezTo>
                      <a:pt x="2" y="38"/>
                      <a:pt x="4" y="39"/>
                      <a:pt x="6" y="39"/>
                    </a:cubicBezTo>
                    <a:close/>
                  </a:path>
                </a:pathLst>
              </a:custGeom>
              <a:solidFill>
                <a:schemeClr val="accent1"/>
              </a:solidFill>
              <a:ln>
                <a:noFill/>
              </a:ln>
            </p:spPr>
            <p:txBody>
              <a:bodyPr anchor="ctr"/>
              <a:lstStyle/>
              <a:p>
                <a:pPr algn="ctr"/>
                <a:endParaRPr sz="12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mn-lt"/>
                </a:endParaRPr>
              </a:p>
            </p:txBody>
          </p:sp>
          <p:sp>
            <p:nvSpPr>
              <p:cNvPr id="107" name="Freeform: Shape 15"/>
              <p:cNvSpPr/>
              <p:nvPr/>
            </p:nvSpPr>
            <p:spPr bwMode="auto">
              <a:xfrm>
                <a:off x="4979240" y="1351848"/>
                <a:ext cx="166678" cy="249166"/>
              </a:xfrm>
              <a:custGeom>
                <a:avLst/>
                <a:gdLst>
                  <a:gd name="T0" fmla="*/ 3 w 39"/>
                  <a:gd name="T1" fmla="*/ 57 h 58"/>
                  <a:gd name="T2" fmla="*/ 6 w 39"/>
                  <a:gd name="T3" fmla="*/ 58 h 58"/>
                  <a:gd name="T4" fmla="*/ 11 w 39"/>
                  <a:gd name="T5" fmla="*/ 55 h 58"/>
                  <a:gd name="T6" fmla="*/ 37 w 39"/>
                  <a:gd name="T7" fmla="*/ 9 h 58"/>
                  <a:gd name="T8" fmla="*/ 35 w 39"/>
                  <a:gd name="T9" fmla="*/ 1 h 58"/>
                  <a:gd name="T10" fmla="*/ 27 w 39"/>
                  <a:gd name="T11" fmla="*/ 3 h 58"/>
                  <a:gd name="T12" fmla="*/ 1 w 39"/>
                  <a:gd name="T13" fmla="*/ 49 h 58"/>
                  <a:gd name="T14" fmla="*/ 3 w 39"/>
                  <a:gd name="T15" fmla="*/ 57 h 5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58">
                    <a:moveTo>
                      <a:pt x="3" y="57"/>
                    </a:moveTo>
                    <a:cubicBezTo>
                      <a:pt x="4" y="57"/>
                      <a:pt x="5" y="58"/>
                      <a:pt x="6" y="58"/>
                    </a:cubicBezTo>
                    <a:cubicBezTo>
                      <a:pt x="8" y="58"/>
                      <a:pt x="10" y="56"/>
                      <a:pt x="11" y="55"/>
                    </a:cubicBezTo>
                    <a:cubicBezTo>
                      <a:pt x="37" y="9"/>
                      <a:pt x="37" y="9"/>
                      <a:pt x="37" y="9"/>
                    </a:cubicBezTo>
                    <a:cubicBezTo>
                      <a:pt x="39" y="6"/>
                      <a:pt x="38" y="3"/>
                      <a:pt x="35" y="1"/>
                    </a:cubicBezTo>
                    <a:cubicBezTo>
                      <a:pt x="32" y="0"/>
                      <a:pt x="29" y="1"/>
                      <a:pt x="27" y="3"/>
                    </a:cubicBezTo>
                    <a:cubicBezTo>
                      <a:pt x="1" y="49"/>
                      <a:pt x="1" y="49"/>
                      <a:pt x="1" y="49"/>
                    </a:cubicBezTo>
                    <a:cubicBezTo>
                      <a:pt x="0" y="52"/>
                      <a:pt x="1" y="55"/>
                      <a:pt x="3" y="57"/>
                    </a:cubicBezTo>
                    <a:close/>
                  </a:path>
                </a:pathLst>
              </a:custGeom>
              <a:solidFill>
                <a:schemeClr val="accent1"/>
              </a:solidFill>
              <a:ln>
                <a:noFill/>
              </a:ln>
            </p:spPr>
            <p:txBody>
              <a:bodyPr anchor="ctr"/>
              <a:lstStyle/>
              <a:p>
                <a:pPr algn="ctr"/>
                <a:endParaRPr sz="12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mn-lt"/>
                </a:endParaRPr>
              </a:p>
            </p:txBody>
          </p:sp>
          <p:sp>
            <p:nvSpPr>
              <p:cNvPr id="108" name="Freeform: Shape 16"/>
              <p:cNvSpPr/>
              <p:nvPr/>
            </p:nvSpPr>
            <p:spPr bwMode="auto">
              <a:xfrm>
                <a:off x="3576935" y="1742180"/>
                <a:ext cx="252568" cy="166678"/>
              </a:xfrm>
              <a:custGeom>
                <a:avLst/>
                <a:gdLst>
                  <a:gd name="T0" fmla="*/ 55 w 59"/>
                  <a:gd name="T1" fmla="*/ 28 h 39"/>
                  <a:gd name="T2" fmla="*/ 10 w 59"/>
                  <a:gd name="T3" fmla="*/ 1 h 39"/>
                  <a:gd name="T4" fmla="*/ 2 w 59"/>
                  <a:gd name="T5" fmla="*/ 4 h 39"/>
                  <a:gd name="T6" fmla="*/ 4 w 59"/>
                  <a:gd name="T7" fmla="*/ 11 h 39"/>
                  <a:gd name="T8" fmla="*/ 49 w 59"/>
                  <a:gd name="T9" fmla="*/ 38 h 39"/>
                  <a:gd name="T10" fmla="*/ 52 w 59"/>
                  <a:gd name="T11" fmla="*/ 39 h 39"/>
                  <a:gd name="T12" fmla="*/ 57 w 59"/>
                  <a:gd name="T13" fmla="*/ 36 h 39"/>
                  <a:gd name="T14" fmla="*/ 55 w 59"/>
                  <a:gd name="T15" fmla="*/ 28 h 3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9" h="39">
                    <a:moveTo>
                      <a:pt x="55" y="28"/>
                    </a:moveTo>
                    <a:cubicBezTo>
                      <a:pt x="10" y="1"/>
                      <a:pt x="10" y="1"/>
                      <a:pt x="10" y="1"/>
                    </a:cubicBezTo>
                    <a:cubicBezTo>
                      <a:pt x="7" y="0"/>
                      <a:pt x="4" y="1"/>
                      <a:pt x="2" y="4"/>
                    </a:cubicBezTo>
                    <a:cubicBezTo>
                      <a:pt x="0" y="6"/>
                      <a:pt x="1" y="10"/>
                      <a:pt x="4" y="11"/>
                    </a:cubicBezTo>
                    <a:cubicBezTo>
                      <a:pt x="49" y="38"/>
                      <a:pt x="49" y="38"/>
                      <a:pt x="49" y="38"/>
                    </a:cubicBezTo>
                    <a:cubicBezTo>
                      <a:pt x="50" y="38"/>
                      <a:pt x="51" y="39"/>
                      <a:pt x="52" y="39"/>
                    </a:cubicBezTo>
                    <a:cubicBezTo>
                      <a:pt x="54" y="39"/>
                      <a:pt x="56" y="38"/>
                      <a:pt x="57" y="36"/>
                    </a:cubicBezTo>
                    <a:cubicBezTo>
                      <a:pt x="59" y="33"/>
                      <a:pt x="58" y="29"/>
                      <a:pt x="55" y="28"/>
                    </a:cubicBezTo>
                    <a:close/>
                  </a:path>
                </a:pathLst>
              </a:custGeom>
              <a:solidFill>
                <a:schemeClr val="accent1"/>
              </a:solidFill>
              <a:ln>
                <a:noFill/>
              </a:ln>
            </p:spPr>
            <p:txBody>
              <a:bodyPr anchor="ctr"/>
              <a:lstStyle/>
              <a:p>
                <a:pPr algn="ctr"/>
                <a:endParaRPr sz="12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mn-lt"/>
                </a:endParaRPr>
              </a:p>
            </p:txBody>
          </p:sp>
          <p:sp>
            <p:nvSpPr>
              <p:cNvPr id="109" name="Freeform: Shape 17"/>
              <p:cNvSpPr/>
              <p:nvPr/>
            </p:nvSpPr>
            <p:spPr bwMode="auto">
              <a:xfrm>
                <a:off x="5275178" y="2603632"/>
                <a:ext cx="248316" cy="166678"/>
              </a:xfrm>
              <a:custGeom>
                <a:avLst/>
                <a:gdLst>
                  <a:gd name="T0" fmla="*/ 54 w 58"/>
                  <a:gd name="T1" fmla="*/ 28 h 39"/>
                  <a:gd name="T2" fmla="*/ 9 w 58"/>
                  <a:gd name="T3" fmla="*/ 2 h 39"/>
                  <a:gd name="T4" fmla="*/ 1 w 58"/>
                  <a:gd name="T5" fmla="*/ 4 h 39"/>
                  <a:gd name="T6" fmla="*/ 3 w 58"/>
                  <a:gd name="T7" fmla="*/ 12 h 39"/>
                  <a:gd name="T8" fmla="*/ 48 w 58"/>
                  <a:gd name="T9" fmla="*/ 38 h 39"/>
                  <a:gd name="T10" fmla="*/ 51 w 58"/>
                  <a:gd name="T11" fmla="*/ 39 h 39"/>
                  <a:gd name="T12" fmla="*/ 56 w 58"/>
                  <a:gd name="T13" fmla="*/ 36 h 39"/>
                  <a:gd name="T14" fmla="*/ 54 w 58"/>
                  <a:gd name="T15" fmla="*/ 28 h 3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8" h="39">
                    <a:moveTo>
                      <a:pt x="54" y="28"/>
                    </a:moveTo>
                    <a:cubicBezTo>
                      <a:pt x="9" y="2"/>
                      <a:pt x="9" y="2"/>
                      <a:pt x="9" y="2"/>
                    </a:cubicBezTo>
                    <a:cubicBezTo>
                      <a:pt x="6" y="0"/>
                      <a:pt x="3" y="1"/>
                      <a:pt x="1" y="4"/>
                    </a:cubicBezTo>
                    <a:cubicBezTo>
                      <a:pt x="0" y="7"/>
                      <a:pt x="0" y="10"/>
                      <a:pt x="3" y="12"/>
                    </a:cubicBezTo>
                    <a:cubicBezTo>
                      <a:pt x="48" y="38"/>
                      <a:pt x="48" y="38"/>
                      <a:pt x="48" y="38"/>
                    </a:cubicBezTo>
                    <a:cubicBezTo>
                      <a:pt x="49" y="39"/>
                      <a:pt x="50" y="39"/>
                      <a:pt x="51" y="39"/>
                    </a:cubicBezTo>
                    <a:cubicBezTo>
                      <a:pt x="53" y="39"/>
                      <a:pt x="55" y="38"/>
                      <a:pt x="56" y="36"/>
                    </a:cubicBezTo>
                    <a:cubicBezTo>
                      <a:pt x="58" y="33"/>
                      <a:pt x="57" y="30"/>
                      <a:pt x="54" y="28"/>
                    </a:cubicBezTo>
                    <a:close/>
                  </a:path>
                </a:pathLst>
              </a:custGeom>
              <a:solidFill>
                <a:schemeClr val="accent1"/>
              </a:solidFill>
              <a:ln>
                <a:noFill/>
              </a:ln>
            </p:spPr>
            <p:txBody>
              <a:bodyPr anchor="ctr"/>
              <a:lstStyle/>
              <a:p>
                <a:pPr algn="ctr"/>
                <a:endParaRPr sz="12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mn-lt"/>
                </a:endParaRPr>
              </a:p>
            </p:txBody>
          </p:sp>
          <p:sp>
            <p:nvSpPr>
              <p:cNvPr id="110" name="Freeform: Shape 18"/>
              <p:cNvSpPr/>
              <p:nvPr/>
            </p:nvSpPr>
            <p:spPr bwMode="auto">
              <a:xfrm>
                <a:off x="3576935" y="2629144"/>
                <a:ext cx="252568" cy="162426"/>
              </a:xfrm>
              <a:custGeom>
                <a:avLst/>
                <a:gdLst>
                  <a:gd name="T0" fmla="*/ 49 w 59"/>
                  <a:gd name="T1" fmla="*/ 1 h 38"/>
                  <a:gd name="T2" fmla="*/ 4 w 59"/>
                  <a:gd name="T3" fmla="*/ 27 h 38"/>
                  <a:gd name="T4" fmla="*/ 2 w 59"/>
                  <a:gd name="T5" fmla="*/ 35 h 38"/>
                  <a:gd name="T6" fmla="*/ 7 w 59"/>
                  <a:gd name="T7" fmla="*/ 38 h 38"/>
                  <a:gd name="T8" fmla="*/ 10 w 59"/>
                  <a:gd name="T9" fmla="*/ 37 h 38"/>
                  <a:gd name="T10" fmla="*/ 55 w 59"/>
                  <a:gd name="T11" fmla="*/ 11 h 38"/>
                  <a:gd name="T12" fmla="*/ 57 w 59"/>
                  <a:gd name="T13" fmla="*/ 3 h 38"/>
                  <a:gd name="T14" fmla="*/ 49 w 59"/>
                  <a:gd name="T15" fmla="*/ 1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9" h="38">
                    <a:moveTo>
                      <a:pt x="49" y="1"/>
                    </a:moveTo>
                    <a:cubicBezTo>
                      <a:pt x="4" y="27"/>
                      <a:pt x="4" y="27"/>
                      <a:pt x="4" y="27"/>
                    </a:cubicBezTo>
                    <a:cubicBezTo>
                      <a:pt x="1" y="29"/>
                      <a:pt x="0" y="33"/>
                      <a:pt x="2" y="35"/>
                    </a:cubicBezTo>
                    <a:cubicBezTo>
                      <a:pt x="3" y="37"/>
                      <a:pt x="5" y="38"/>
                      <a:pt x="7" y="38"/>
                    </a:cubicBezTo>
                    <a:cubicBezTo>
                      <a:pt x="8" y="38"/>
                      <a:pt x="9" y="38"/>
                      <a:pt x="10" y="37"/>
                    </a:cubicBezTo>
                    <a:cubicBezTo>
                      <a:pt x="55" y="11"/>
                      <a:pt x="55" y="11"/>
                      <a:pt x="55" y="11"/>
                    </a:cubicBezTo>
                    <a:cubicBezTo>
                      <a:pt x="58" y="9"/>
                      <a:pt x="59" y="6"/>
                      <a:pt x="57" y="3"/>
                    </a:cubicBezTo>
                    <a:cubicBezTo>
                      <a:pt x="56" y="0"/>
                      <a:pt x="52" y="0"/>
                      <a:pt x="49" y="1"/>
                    </a:cubicBezTo>
                    <a:close/>
                  </a:path>
                </a:pathLst>
              </a:custGeom>
              <a:solidFill>
                <a:schemeClr val="accent1"/>
              </a:solidFill>
              <a:ln>
                <a:noFill/>
              </a:ln>
            </p:spPr>
            <p:txBody>
              <a:bodyPr anchor="ctr"/>
              <a:lstStyle/>
              <a:p>
                <a:pPr algn="ctr"/>
                <a:endParaRPr sz="12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mn-lt"/>
                </a:endParaRPr>
              </a:p>
            </p:txBody>
          </p:sp>
          <p:sp>
            <p:nvSpPr>
              <p:cNvPr id="111" name="Freeform: Shape 19"/>
              <p:cNvSpPr/>
              <p:nvPr/>
            </p:nvSpPr>
            <p:spPr bwMode="auto">
              <a:xfrm>
                <a:off x="3953661" y="1330588"/>
                <a:ext cx="171780" cy="244064"/>
              </a:xfrm>
              <a:custGeom>
                <a:avLst/>
                <a:gdLst>
                  <a:gd name="T0" fmla="*/ 28 w 40"/>
                  <a:gd name="T1" fmla="*/ 55 h 57"/>
                  <a:gd name="T2" fmla="*/ 33 w 40"/>
                  <a:gd name="T3" fmla="*/ 57 h 57"/>
                  <a:gd name="T4" fmla="*/ 36 w 40"/>
                  <a:gd name="T5" fmla="*/ 57 h 57"/>
                  <a:gd name="T6" fmla="*/ 38 w 40"/>
                  <a:gd name="T7" fmla="*/ 49 h 57"/>
                  <a:gd name="T8" fmla="*/ 12 w 40"/>
                  <a:gd name="T9" fmla="*/ 3 h 57"/>
                  <a:gd name="T10" fmla="*/ 4 w 40"/>
                  <a:gd name="T11" fmla="*/ 1 h 57"/>
                  <a:gd name="T12" fmla="*/ 2 w 40"/>
                  <a:gd name="T13" fmla="*/ 9 h 57"/>
                  <a:gd name="T14" fmla="*/ 28 w 40"/>
                  <a:gd name="T15" fmla="*/ 55 h 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0" h="57">
                    <a:moveTo>
                      <a:pt x="28" y="55"/>
                    </a:moveTo>
                    <a:cubicBezTo>
                      <a:pt x="29" y="56"/>
                      <a:pt x="31" y="57"/>
                      <a:pt x="33" y="57"/>
                    </a:cubicBezTo>
                    <a:cubicBezTo>
                      <a:pt x="34" y="57"/>
                      <a:pt x="35" y="57"/>
                      <a:pt x="36" y="57"/>
                    </a:cubicBezTo>
                    <a:cubicBezTo>
                      <a:pt x="39" y="55"/>
                      <a:pt x="40" y="52"/>
                      <a:pt x="38" y="49"/>
                    </a:cubicBezTo>
                    <a:cubicBezTo>
                      <a:pt x="12" y="3"/>
                      <a:pt x="12" y="3"/>
                      <a:pt x="12" y="3"/>
                    </a:cubicBezTo>
                    <a:cubicBezTo>
                      <a:pt x="10" y="1"/>
                      <a:pt x="7" y="0"/>
                      <a:pt x="4" y="1"/>
                    </a:cubicBezTo>
                    <a:cubicBezTo>
                      <a:pt x="1" y="3"/>
                      <a:pt x="0" y="6"/>
                      <a:pt x="2" y="9"/>
                    </a:cubicBezTo>
                    <a:lnTo>
                      <a:pt x="28" y="55"/>
                    </a:lnTo>
                    <a:close/>
                  </a:path>
                </a:pathLst>
              </a:custGeom>
              <a:solidFill>
                <a:schemeClr val="accent1"/>
              </a:solidFill>
              <a:ln>
                <a:noFill/>
              </a:ln>
            </p:spPr>
            <p:txBody>
              <a:bodyPr anchor="ctr"/>
              <a:lstStyle/>
              <a:p>
                <a:pPr algn="ctr"/>
                <a:endParaRPr sz="12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mn-lt"/>
                </a:endParaRPr>
              </a:p>
            </p:txBody>
          </p:sp>
          <p:sp>
            <p:nvSpPr>
              <p:cNvPr id="112" name="Freeform: Shape 20"/>
              <p:cNvSpPr/>
              <p:nvPr/>
            </p:nvSpPr>
            <p:spPr bwMode="auto">
              <a:xfrm>
                <a:off x="4537033" y="1210682"/>
                <a:ext cx="47622" cy="274678"/>
              </a:xfrm>
              <a:custGeom>
                <a:avLst/>
                <a:gdLst>
                  <a:gd name="T0" fmla="*/ 5 w 11"/>
                  <a:gd name="T1" fmla="*/ 64 h 64"/>
                  <a:gd name="T2" fmla="*/ 11 w 11"/>
                  <a:gd name="T3" fmla="*/ 58 h 64"/>
                  <a:gd name="T4" fmla="*/ 11 w 11"/>
                  <a:gd name="T5" fmla="*/ 6 h 64"/>
                  <a:gd name="T6" fmla="*/ 5 w 11"/>
                  <a:gd name="T7" fmla="*/ 0 h 64"/>
                  <a:gd name="T8" fmla="*/ 0 w 11"/>
                  <a:gd name="T9" fmla="*/ 6 h 64"/>
                  <a:gd name="T10" fmla="*/ 0 w 11"/>
                  <a:gd name="T11" fmla="*/ 58 h 64"/>
                  <a:gd name="T12" fmla="*/ 5 w 11"/>
                  <a:gd name="T13" fmla="*/ 64 h 64"/>
                </a:gdLst>
                <a:ahLst/>
                <a:cxnLst>
                  <a:cxn ang="0">
                    <a:pos x="T0" y="T1"/>
                  </a:cxn>
                  <a:cxn ang="0">
                    <a:pos x="T2" y="T3"/>
                  </a:cxn>
                  <a:cxn ang="0">
                    <a:pos x="T4" y="T5"/>
                  </a:cxn>
                  <a:cxn ang="0">
                    <a:pos x="T6" y="T7"/>
                  </a:cxn>
                  <a:cxn ang="0">
                    <a:pos x="T8" y="T9"/>
                  </a:cxn>
                  <a:cxn ang="0">
                    <a:pos x="T10" y="T11"/>
                  </a:cxn>
                  <a:cxn ang="0">
                    <a:pos x="T12" y="T13"/>
                  </a:cxn>
                </a:cxnLst>
                <a:rect l="0" t="0" r="r" b="b"/>
                <a:pathLst>
                  <a:path w="11" h="64">
                    <a:moveTo>
                      <a:pt x="5" y="64"/>
                    </a:moveTo>
                    <a:cubicBezTo>
                      <a:pt x="8" y="64"/>
                      <a:pt x="11" y="61"/>
                      <a:pt x="11" y="58"/>
                    </a:cubicBezTo>
                    <a:cubicBezTo>
                      <a:pt x="11" y="6"/>
                      <a:pt x="11" y="6"/>
                      <a:pt x="11" y="6"/>
                    </a:cubicBezTo>
                    <a:cubicBezTo>
                      <a:pt x="11" y="3"/>
                      <a:pt x="8" y="0"/>
                      <a:pt x="5" y="0"/>
                    </a:cubicBezTo>
                    <a:cubicBezTo>
                      <a:pt x="2" y="0"/>
                      <a:pt x="0" y="3"/>
                      <a:pt x="0" y="6"/>
                    </a:cubicBezTo>
                    <a:cubicBezTo>
                      <a:pt x="0" y="58"/>
                      <a:pt x="0" y="58"/>
                      <a:pt x="0" y="58"/>
                    </a:cubicBezTo>
                    <a:cubicBezTo>
                      <a:pt x="0" y="61"/>
                      <a:pt x="2" y="64"/>
                      <a:pt x="5" y="64"/>
                    </a:cubicBezTo>
                    <a:close/>
                  </a:path>
                </a:pathLst>
              </a:custGeom>
              <a:solidFill>
                <a:schemeClr val="accent1"/>
              </a:solidFill>
              <a:ln>
                <a:noFill/>
              </a:ln>
            </p:spPr>
            <p:txBody>
              <a:bodyPr anchor="ctr"/>
              <a:lstStyle/>
              <a:p>
                <a:pPr algn="ctr"/>
                <a:endParaRPr sz="12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mn-lt"/>
                </a:endParaRPr>
              </a:p>
            </p:txBody>
          </p:sp>
          <p:sp>
            <p:nvSpPr>
              <p:cNvPr id="113" name="Freeform: Shape 21"/>
              <p:cNvSpPr/>
              <p:nvPr/>
            </p:nvSpPr>
            <p:spPr bwMode="auto">
              <a:xfrm>
                <a:off x="3525061" y="2255820"/>
                <a:ext cx="274678" cy="47622"/>
              </a:xfrm>
              <a:custGeom>
                <a:avLst/>
                <a:gdLst>
                  <a:gd name="T0" fmla="*/ 64 w 64"/>
                  <a:gd name="T1" fmla="*/ 5 h 11"/>
                  <a:gd name="T2" fmla="*/ 58 w 64"/>
                  <a:gd name="T3" fmla="*/ 0 h 11"/>
                  <a:gd name="T4" fmla="*/ 6 w 64"/>
                  <a:gd name="T5" fmla="*/ 0 h 11"/>
                  <a:gd name="T6" fmla="*/ 0 w 64"/>
                  <a:gd name="T7" fmla="*/ 5 h 11"/>
                  <a:gd name="T8" fmla="*/ 6 w 64"/>
                  <a:gd name="T9" fmla="*/ 11 h 11"/>
                  <a:gd name="T10" fmla="*/ 58 w 64"/>
                  <a:gd name="T11" fmla="*/ 11 h 11"/>
                  <a:gd name="T12" fmla="*/ 64 w 64"/>
                  <a:gd name="T13" fmla="*/ 5 h 11"/>
                </a:gdLst>
                <a:ahLst/>
                <a:cxnLst>
                  <a:cxn ang="0">
                    <a:pos x="T0" y="T1"/>
                  </a:cxn>
                  <a:cxn ang="0">
                    <a:pos x="T2" y="T3"/>
                  </a:cxn>
                  <a:cxn ang="0">
                    <a:pos x="T4" y="T5"/>
                  </a:cxn>
                  <a:cxn ang="0">
                    <a:pos x="T6" y="T7"/>
                  </a:cxn>
                  <a:cxn ang="0">
                    <a:pos x="T8" y="T9"/>
                  </a:cxn>
                  <a:cxn ang="0">
                    <a:pos x="T10" y="T11"/>
                  </a:cxn>
                  <a:cxn ang="0">
                    <a:pos x="T12" y="T13"/>
                  </a:cxn>
                </a:cxnLst>
                <a:rect l="0" t="0" r="r" b="b"/>
                <a:pathLst>
                  <a:path w="64" h="11">
                    <a:moveTo>
                      <a:pt x="64" y="5"/>
                    </a:moveTo>
                    <a:cubicBezTo>
                      <a:pt x="64" y="2"/>
                      <a:pt x="61" y="0"/>
                      <a:pt x="58" y="0"/>
                    </a:cubicBezTo>
                    <a:cubicBezTo>
                      <a:pt x="6" y="0"/>
                      <a:pt x="6" y="0"/>
                      <a:pt x="6" y="0"/>
                    </a:cubicBezTo>
                    <a:cubicBezTo>
                      <a:pt x="2" y="0"/>
                      <a:pt x="0" y="2"/>
                      <a:pt x="0" y="5"/>
                    </a:cubicBezTo>
                    <a:cubicBezTo>
                      <a:pt x="0" y="9"/>
                      <a:pt x="2" y="11"/>
                      <a:pt x="6" y="11"/>
                    </a:cubicBezTo>
                    <a:cubicBezTo>
                      <a:pt x="58" y="11"/>
                      <a:pt x="58" y="11"/>
                      <a:pt x="58" y="11"/>
                    </a:cubicBezTo>
                    <a:cubicBezTo>
                      <a:pt x="61" y="11"/>
                      <a:pt x="64" y="9"/>
                      <a:pt x="64" y="5"/>
                    </a:cubicBezTo>
                    <a:close/>
                  </a:path>
                </a:pathLst>
              </a:custGeom>
              <a:solidFill>
                <a:schemeClr val="accent1"/>
              </a:solidFill>
              <a:ln>
                <a:noFill/>
              </a:ln>
            </p:spPr>
            <p:txBody>
              <a:bodyPr anchor="ctr"/>
              <a:lstStyle/>
              <a:p>
                <a:pPr algn="ctr"/>
                <a:endParaRPr sz="12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mn-lt"/>
                </a:endParaRPr>
              </a:p>
            </p:txBody>
          </p:sp>
        </p:grpSp>
        <p:sp>
          <p:nvSpPr>
            <p:cNvPr id="104" name="Freeform: Shape 22"/>
            <p:cNvSpPr/>
            <p:nvPr/>
          </p:nvSpPr>
          <p:spPr bwMode="auto">
            <a:xfrm>
              <a:off x="5353024" y="3209502"/>
              <a:ext cx="314208" cy="744655"/>
            </a:xfrm>
            <a:custGeom>
              <a:avLst/>
              <a:gdLst>
                <a:gd name="T0" fmla="*/ 54 w 58"/>
                <a:gd name="T1" fmla="*/ 14 h 108"/>
                <a:gd name="T2" fmla="*/ 50 w 58"/>
                <a:gd name="T3" fmla="*/ 96 h 108"/>
                <a:gd name="T4" fmla="*/ 48 w 58"/>
                <a:gd name="T5" fmla="*/ 107 h 108"/>
                <a:gd name="T6" fmla="*/ 44 w 58"/>
                <a:gd name="T7" fmla="*/ 108 h 108"/>
                <a:gd name="T8" fmla="*/ 38 w 58"/>
                <a:gd name="T9" fmla="*/ 104 h 108"/>
                <a:gd name="T10" fmla="*/ 45 w 58"/>
                <a:gd name="T11" fmla="*/ 3 h 108"/>
                <a:gd name="T12" fmla="*/ 55 w 58"/>
                <a:gd name="T13" fmla="*/ 4 h 108"/>
                <a:gd name="T14" fmla="*/ 54 w 58"/>
                <a:gd name="T15" fmla="*/ 14 h 10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8" h="108">
                  <a:moveTo>
                    <a:pt x="54" y="14"/>
                  </a:moveTo>
                  <a:cubicBezTo>
                    <a:pt x="48" y="19"/>
                    <a:pt x="19" y="47"/>
                    <a:pt x="50" y="96"/>
                  </a:cubicBezTo>
                  <a:cubicBezTo>
                    <a:pt x="53" y="100"/>
                    <a:pt x="51" y="104"/>
                    <a:pt x="48" y="107"/>
                  </a:cubicBezTo>
                  <a:cubicBezTo>
                    <a:pt x="47" y="107"/>
                    <a:pt x="45" y="108"/>
                    <a:pt x="44" y="108"/>
                  </a:cubicBezTo>
                  <a:cubicBezTo>
                    <a:pt x="42" y="108"/>
                    <a:pt x="39" y="106"/>
                    <a:pt x="38" y="104"/>
                  </a:cubicBezTo>
                  <a:cubicBezTo>
                    <a:pt x="0" y="45"/>
                    <a:pt x="37" y="9"/>
                    <a:pt x="45" y="3"/>
                  </a:cubicBezTo>
                  <a:cubicBezTo>
                    <a:pt x="48" y="0"/>
                    <a:pt x="53" y="1"/>
                    <a:pt x="55" y="4"/>
                  </a:cubicBezTo>
                  <a:cubicBezTo>
                    <a:pt x="58" y="7"/>
                    <a:pt x="58" y="12"/>
                    <a:pt x="54" y="14"/>
                  </a:cubicBezTo>
                  <a:close/>
                </a:path>
              </a:pathLst>
            </a:custGeom>
            <a:solidFill>
              <a:schemeClr val="accent1"/>
            </a:solidFill>
            <a:ln>
              <a:noFill/>
            </a:ln>
          </p:spPr>
          <p:txBody>
            <a:bodyPr anchor="ctr"/>
            <a:lstStyle/>
            <a:p>
              <a:pPr algn="ctr"/>
              <a:endParaRPr sz="12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mn-lt"/>
              </a:endParaRPr>
            </a:p>
          </p:txBody>
        </p:sp>
      </p:grpSp>
      <p:grpSp>
        <p:nvGrpSpPr>
          <p:cNvPr id="7" name="组合 6"/>
          <p:cNvGrpSpPr/>
          <p:nvPr/>
        </p:nvGrpSpPr>
        <p:grpSpPr>
          <a:xfrm>
            <a:off x="7128742" y="2314841"/>
            <a:ext cx="707843" cy="707843"/>
            <a:chOff x="7037114" y="2282681"/>
            <a:chExt cx="707843" cy="707843"/>
          </a:xfrm>
        </p:grpSpPr>
        <p:sp>
          <p:nvSpPr>
            <p:cNvPr id="55" name="Oval 26"/>
            <p:cNvSpPr>
              <a:spLocks noChangeAspect="1"/>
            </p:cNvSpPr>
            <p:nvPr/>
          </p:nvSpPr>
          <p:spPr>
            <a:xfrm>
              <a:off x="7037114" y="2282681"/>
              <a:ext cx="707843" cy="707843"/>
            </a:xfrm>
            <a:prstGeom prst="ellipse">
              <a:avLst/>
            </a:prstGeom>
            <a:solidFill>
              <a:schemeClr val="accent1"/>
            </a:solidFill>
            <a:ln w="12700">
              <a:noFill/>
            </a:ln>
            <a:effectLst>
              <a:outerShdw blurRad="190500" dist="38100" dir="2700000" algn="tl" rotWithShape="0">
                <a:prstClr val="black">
                  <a:alpha val="3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algn="ctr"/>
              <a:endParaRPr sz="12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mn-lt"/>
              </a:endParaRPr>
            </a:p>
          </p:txBody>
        </p:sp>
        <p:sp>
          <p:nvSpPr>
            <p:cNvPr id="56" name="Freeform: Shape 25"/>
            <p:cNvSpPr/>
            <p:nvPr/>
          </p:nvSpPr>
          <p:spPr bwMode="auto">
            <a:xfrm>
              <a:off x="7235045" y="2507862"/>
              <a:ext cx="317623" cy="257481"/>
            </a:xfrm>
            <a:custGeom>
              <a:avLst/>
              <a:gdLst>
                <a:gd name="T0" fmla="*/ 68 w 186"/>
                <a:gd name="T1" fmla="*/ 84 h 151"/>
                <a:gd name="T2" fmla="*/ 118 w 186"/>
                <a:gd name="T3" fmla="*/ 84 h 151"/>
                <a:gd name="T4" fmla="*/ 93 w 186"/>
                <a:gd name="T5" fmla="*/ 101 h 151"/>
                <a:gd name="T6" fmla="*/ 93 w 186"/>
                <a:gd name="T7" fmla="*/ 67 h 151"/>
                <a:gd name="T8" fmla="*/ 93 w 186"/>
                <a:gd name="T9" fmla="*/ 101 h 151"/>
                <a:gd name="T10" fmla="*/ 114 w 186"/>
                <a:gd name="T11" fmla="*/ 25 h 151"/>
                <a:gd name="T12" fmla="*/ 114 w 186"/>
                <a:gd name="T13" fmla="*/ 16 h 151"/>
                <a:gd name="T14" fmla="*/ 68 w 186"/>
                <a:gd name="T15" fmla="*/ 21 h 151"/>
                <a:gd name="T16" fmla="*/ 156 w 186"/>
                <a:gd name="T17" fmla="*/ 33 h 151"/>
                <a:gd name="T18" fmla="*/ 156 w 186"/>
                <a:gd name="T19" fmla="*/ 59 h 151"/>
                <a:gd name="T20" fmla="*/ 156 w 186"/>
                <a:gd name="T21" fmla="*/ 33 h 151"/>
                <a:gd name="T22" fmla="*/ 152 w 186"/>
                <a:gd name="T23" fmla="*/ 46 h 151"/>
                <a:gd name="T24" fmla="*/ 160 w 186"/>
                <a:gd name="T25" fmla="*/ 46 h 151"/>
                <a:gd name="T26" fmla="*/ 169 w 186"/>
                <a:gd name="T27" fmla="*/ 16 h 151"/>
                <a:gd name="T28" fmla="*/ 122 w 186"/>
                <a:gd name="T29" fmla="*/ 0 h 151"/>
                <a:gd name="T30" fmla="*/ 63 w 186"/>
                <a:gd name="T31" fmla="*/ 0 h 151"/>
                <a:gd name="T32" fmla="*/ 17 w 186"/>
                <a:gd name="T33" fmla="*/ 16 h 151"/>
                <a:gd name="T34" fmla="*/ 0 w 186"/>
                <a:gd name="T35" fmla="*/ 135 h 151"/>
                <a:gd name="T36" fmla="*/ 169 w 186"/>
                <a:gd name="T37" fmla="*/ 151 h 151"/>
                <a:gd name="T38" fmla="*/ 186 w 186"/>
                <a:gd name="T39" fmla="*/ 33 h 151"/>
                <a:gd name="T40" fmla="*/ 177 w 186"/>
                <a:gd name="T41" fmla="*/ 101 h 151"/>
                <a:gd name="T42" fmla="*/ 137 w 186"/>
                <a:gd name="T43" fmla="*/ 109 h 151"/>
                <a:gd name="T44" fmla="*/ 177 w 186"/>
                <a:gd name="T45" fmla="*/ 135 h 151"/>
                <a:gd name="T46" fmla="*/ 17 w 186"/>
                <a:gd name="T47" fmla="*/ 143 h 151"/>
                <a:gd name="T48" fmla="*/ 9 w 186"/>
                <a:gd name="T49" fmla="*/ 109 h 151"/>
                <a:gd name="T50" fmla="*/ 45 w 186"/>
                <a:gd name="T51" fmla="*/ 101 h 151"/>
                <a:gd name="T52" fmla="*/ 9 w 186"/>
                <a:gd name="T53" fmla="*/ 33 h 151"/>
                <a:gd name="T54" fmla="*/ 34 w 186"/>
                <a:gd name="T55" fmla="*/ 25 h 151"/>
                <a:gd name="T56" fmla="*/ 93 w 186"/>
                <a:gd name="T57" fmla="*/ 8 h 151"/>
                <a:gd name="T58" fmla="*/ 152 w 186"/>
                <a:gd name="T59" fmla="*/ 25 h 151"/>
                <a:gd name="T60" fmla="*/ 177 w 186"/>
                <a:gd name="T61" fmla="*/ 33 h 151"/>
                <a:gd name="T62" fmla="*/ 156 w 186"/>
                <a:gd name="T63" fmla="*/ 67 h 151"/>
                <a:gd name="T64" fmla="*/ 156 w 186"/>
                <a:gd name="T65" fmla="*/ 75 h 151"/>
                <a:gd name="T66" fmla="*/ 156 w 186"/>
                <a:gd name="T67" fmla="*/ 67 h 151"/>
                <a:gd name="T68" fmla="*/ 51 w 186"/>
                <a:gd name="T69" fmla="*/ 84 h 151"/>
                <a:gd name="T70" fmla="*/ 135 w 186"/>
                <a:gd name="T71" fmla="*/ 84 h 151"/>
                <a:gd name="T72" fmla="*/ 93 w 186"/>
                <a:gd name="T73" fmla="*/ 118 h 151"/>
                <a:gd name="T74" fmla="*/ 93 w 186"/>
                <a:gd name="T75" fmla="*/ 50 h 151"/>
                <a:gd name="T76" fmla="*/ 93 w 186"/>
                <a:gd name="T77" fmla="*/ 118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86" h="151">
                  <a:moveTo>
                    <a:pt x="93" y="59"/>
                  </a:moveTo>
                  <a:cubicBezTo>
                    <a:pt x="79" y="59"/>
                    <a:pt x="68" y="70"/>
                    <a:pt x="68" y="84"/>
                  </a:cubicBezTo>
                  <a:cubicBezTo>
                    <a:pt x="68" y="98"/>
                    <a:pt x="79" y="109"/>
                    <a:pt x="93" y="109"/>
                  </a:cubicBezTo>
                  <a:cubicBezTo>
                    <a:pt x="107" y="109"/>
                    <a:pt x="118" y="98"/>
                    <a:pt x="118" y="84"/>
                  </a:cubicBezTo>
                  <a:cubicBezTo>
                    <a:pt x="118" y="70"/>
                    <a:pt x="107" y="59"/>
                    <a:pt x="93" y="59"/>
                  </a:cubicBezTo>
                  <a:close/>
                  <a:moveTo>
                    <a:pt x="93" y="101"/>
                  </a:moveTo>
                  <a:cubicBezTo>
                    <a:pt x="84" y="101"/>
                    <a:pt x="76" y="93"/>
                    <a:pt x="76" y="84"/>
                  </a:cubicBezTo>
                  <a:cubicBezTo>
                    <a:pt x="76" y="75"/>
                    <a:pt x="84" y="67"/>
                    <a:pt x="93" y="67"/>
                  </a:cubicBezTo>
                  <a:cubicBezTo>
                    <a:pt x="102" y="67"/>
                    <a:pt x="110" y="75"/>
                    <a:pt x="110" y="84"/>
                  </a:cubicBezTo>
                  <a:cubicBezTo>
                    <a:pt x="110" y="93"/>
                    <a:pt x="102" y="101"/>
                    <a:pt x="93" y="101"/>
                  </a:cubicBezTo>
                  <a:close/>
                  <a:moveTo>
                    <a:pt x="72" y="25"/>
                  </a:moveTo>
                  <a:cubicBezTo>
                    <a:pt x="114" y="25"/>
                    <a:pt x="114" y="25"/>
                    <a:pt x="114" y="25"/>
                  </a:cubicBezTo>
                  <a:cubicBezTo>
                    <a:pt x="116" y="25"/>
                    <a:pt x="118" y="23"/>
                    <a:pt x="118" y="21"/>
                  </a:cubicBezTo>
                  <a:cubicBezTo>
                    <a:pt x="118" y="18"/>
                    <a:pt x="116" y="16"/>
                    <a:pt x="114" y="16"/>
                  </a:cubicBezTo>
                  <a:cubicBezTo>
                    <a:pt x="72" y="16"/>
                    <a:pt x="72" y="16"/>
                    <a:pt x="72" y="16"/>
                  </a:cubicBezTo>
                  <a:cubicBezTo>
                    <a:pt x="70" y="16"/>
                    <a:pt x="68" y="18"/>
                    <a:pt x="68" y="21"/>
                  </a:cubicBezTo>
                  <a:cubicBezTo>
                    <a:pt x="68" y="23"/>
                    <a:pt x="70" y="25"/>
                    <a:pt x="72" y="25"/>
                  </a:cubicBezTo>
                  <a:close/>
                  <a:moveTo>
                    <a:pt x="156" y="33"/>
                  </a:moveTo>
                  <a:cubicBezTo>
                    <a:pt x="149" y="33"/>
                    <a:pt x="144" y="39"/>
                    <a:pt x="144" y="46"/>
                  </a:cubicBezTo>
                  <a:cubicBezTo>
                    <a:pt x="144" y="53"/>
                    <a:pt x="149" y="59"/>
                    <a:pt x="156" y="59"/>
                  </a:cubicBezTo>
                  <a:cubicBezTo>
                    <a:pt x="163" y="59"/>
                    <a:pt x="169" y="53"/>
                    <a:pt x="169" y="46"/>
                  </a:cubicBezTo>
                  <a:cubicBezTo>
                    <a:pt x="169" y="39"/>
                    <a:pt x="163" y="33"/>
                    <a:pt x="156" y="33"/>
                  </a:cubicBezTo>
                  <a:close/>
                  <a:moveTo>
                    <a:pt x="156" y="50"/>
                  </a:moveTo>
                  <a:cubicBezTo>
                    <a:pt x="154" y="50"/>
                    <a:pt x="152" y="48"/>
                    <a:pt x="152" y="46"/>
                  </a:cubicBezTo>
                  <a:cubicBezTo>
                    <a:pt x="152" y="44"/>
                    <a:pt x="154" y="42"/>
                    <a:pt x="156" y="42"/>
                  </a:cubicBezTo>
                  <a:cubicBezTo>
                    <a:pt x="159" y="42"/>
                    <a:pt x="160" y="44"/>
                    <a:pt x="160" y="46"/>
                  </a:cubicBezTo>
                  <a:cubicBezTo>
                    <a:pt x="160" y="48"/>
                    <a:pt x="159" y="50"/>
                    <a:pt x="156" y="50"/>
                  </a:cubicBezTo>
                  <a:close/>
                  <a:moveTo>
                    <a:pt x="169" y="16"/>
                  </a:moveTo>
                  <a:cubicBezTo>
                    <a:pt x="152" y="16"/>
                    <a:pt x="152" y="16"/>
                    <a:pt x="152" y="16"/>
                  </a:cubicBezTo>
                  <a:cubicBezTo>
                    <a:pt x="139" y="16"/>
                    <a:pt x="139" y="0"/>
                    <a:pt x="122" y="0"/>
                  </a:cubicBezTo>
                  <a:cubicBezTo>
                    <a:pt x="106" y="0"/>
                    <a:pt x="93" y="0"/>
                    <a:pt x="93" y="0"/>
                  </a:cubicBezTo>
                  <a:cubicBezTo>
                    <a:pt x="93" y="0"/>
                    <a:pt x="80" y="0"/>
                    <a:pt x="63" y="0"/>
                  </a:cubicBezTo>
                  <a:cubicBezTo>
                    <a:pt x="47" y="0"/>
                    <a:pt x="47" y="16"/>
                    <a:pt x="34" y="16"/>
                  </a:cubicBezTo>
                  <a:cubicBezTo>
                    <a:pt x="17" y="16"/>
                    <a:pt x="17" y="16"/>
                    <a:pt x="17" y="16"/>
                  </a:cubicBezTo>
                  <a:cubicBezTo>
                    <a:pt x="8" y="16"/>
                    <a:pt x="0" y="24"/>
                    <a:pt x="0" y="33"/>
                  </a:cubicBezTo>
                  <a:cubicBezTo>
                    <a:pt x="0" y="135"/>
                    <a:pt x="0" y="135"/>
                    <a:pt x="0" y="135"/>
                  </a:cubicBezTo>
                  <a:cubicBezTo>
                    <a:pt x="0" y="144"/>
                    <a:pt x="8" y="151"/>
                    <a:pt x="17" y="151"/>
                  </a:cubicBezTo>
                  <a:cubicBezTo>
                    <a:pt x="169" y="151"/>
                    <a:pt x="169" y="151"/>
                    <a:pt x="169" y="151"/>
                  </a:cubicBezTo>
                  <a:cubicBezTo>
                    <a:pt x="178" y="151"/>
                    <a:pt x="186" y="144"/>
                    <a:pt x="186" y="135"/>
                  </a:cubicBezTo>
                  <a:cubicBezTo>
                    <a:pt x="186" y="33"/>
                    <a:pt x="186" y="33"/>
                    <a:pt x="186" y="33"/>
                  </a:cubicBezTo>
                  <a:cubicBezTo>
                    <a:pt x="186" y="24"/>
                    <a:pt x="178" y="16"/>
                    <a:pt x="169" y="16"/>
                  </a:cubicBezTo>
                  <a:close/>
                  <a:moveTo>
                    <a:pt x="177" y="101"/>
                  </a:moveTo>
                  <a:cubicBezTo>
                    <a:pt x="141" y="101"/>
                    <a:pt x="141" y="101"/>
                    <a:pt x="141" y="101"/>
                  </a:cubicBezTo>
                  <a:cubicBezTo>
                    <a:pt x="140" y="104"/>
                    <a:pt x="138" y="107"/>
                    <a:pt x="137" y="109"/>
                  </a:cubicBezTo>
                  <a:cubicBezTo>
                    <a:pt x="177" y="109"/>
                    <a:pt x="177" y="109"/>
                    <a:pt x="177" y="109"/>
                  </a:cubicBezTo>
                  <a:cubicBezTo>
                    <a:pt x="177" y="135"/>
                    <a:pt x="177" y="135"/>
                    <a:pt x="177" y="135"/>
                  </a:cubicBezTo>
                  <a:cubicBezTo>
                    <a:pt x="177" y="139"/>
                    <a:pt x="174" y="143"/>
                    <a:pt x="169" y="143"/>
                  </a:cubicBezTo>
                  <a:cubicBezTo>
                    <a:pt x="17" y="143"/>
                    <a:pt x="17" y="143"/>
                    <a:pt x="17" y="143"/>
                  </a:cubicBezTo>
                  <a:cubicBezTo>
                    <a:pt x="12" y="143"/>
                    <a:pt x="9" y="139"/>
                    <a:pt x="9" y="135"/>
                  </a:cubicBezTo>
                  <a:cubicBezTo>
                    <a:pt x="9" y="109"/>
                    <a:pt x="9" y="109"/>
                    <a:pt x="9" y="109"/>
                  </a:cubicBezTo>
                  <a:cubicBezTo>
                    <a:pt x="49" y="109"/>
                    <a:pt x="49" y="109"/>
                    <a:pt x="49" y="109"/>
                  </a:cubicBezTo>
                  <a:cubicBezTo>
                    <a:pt x="48" y="107"/>
                    <a:pt x="46" y="104"/>
                    <a:pt x="45" y="101"/>
                  </a:cubicBezTo>
                  <a:cubicBezTo>
                    <a:pt x="9" y="101"/>
                    <a:pt x="9" y="101"/>
                    <a:pt x="9" y="101"/>
                  </a:cubicBezTo>
                  <a:cubicBezTo>
                    <a:pt x="9" y="33"/>
                    <a:pt x="9" y="33"/>
                    <a:pt x="9" y="33"/>
                  </a:cubicBezTo>
                  <a:cubicBezTo>
                    <a:pt x="9" y="29"/>
                    <a:pt x="12" y="25"/>
                    <a:pt x="17" y="25"/>
                  </a:cubicBezTo>
                  <a:cubicBezTo>
                    <a:pt x="34" y="25"/>
                    <a:pt x="34" y="25"/>
                    <a:pt x="34" y="25"/>
                  </a:cubicBezTo>
                  <a:cubicBezTo>
                    <a:pt x="51" y="25"/>
                    <a:pt x="51" y="8"/>
                    <a:pt x="63" y="8"/>
                  </a:cubicBezTo>
                  <a:cubicBezTo>
                    <a:pt x="72" y="8"/>
                    <a:pt x="93" y="8"/>
                    <a:pt x="93" y="8"/>
                  </a:cubicBezTo>
                  <a:cubicBezTo>
                    <a:pt x="93" y="8"/>
                    <a:pt x="114" y="8"/>
                    <a:pt x="122" y="8"/>
                  </a:cubicBezTo>
                  <a:cubicBezTo>
                    <a:pt x="135" y="8"/>
                    <a:pt x="135" y="25"/>
                    <a:pt x="152" y="25"/>
                  </a:cubicBezTo>
                  <a:cubicBezTo>
                    <a:pt x="169" y="25"/>
                    <a:pt x="169" y="25"/>
                    <a:pt x="169" y="25"/>
                  </a:cubicBezTo>
                  <a:cubicBezTo>
                    <a:pt x="174" y="25"/>
                    <a:pt x="177" y="29"/>
                    <a:pt x="177" y="33"/>
                  </a:cubicBezTo>
                  <a:lnTo>
                    <a:pt x="177" y="101"/>
                  </a:lnTo>
                  <a:close/>
                  <a:moveTo>
                    <a:pt x="156" y="67"/>
                  </a:moveTo>
                  <a:cubicBezTo>
                    <a:pt x="154" y="67"/>
                    <a:pt x="152" y="69"/>
                    <a:pt x="152" y="71"/>
                  </a:cubicBezTo>
                  <a:cubicBezTo>
                    <a:pt x="152" y="74"/>
                    <a:pt x="154" y="75"/>
                    <a:pt x="156" y="75"/>
                  </a:cubicBezTo>
                  <a:cubicBezTo>
                    <a:pt x="159" y="75"/>
                    <a:pt x="160" y="74"/>
                    <a:pt x="160" y="71"/>
                  </a:cubicBezTo>
                  <a:cubicBezTo>
                    <a:pt x="160" y="69"/>
                    <a:pt x="159" y="67"/>
                    <a:pt x="156" y="67"/>
                  </a:cubicBezTo>
                  <a:close/>
                  <a:moveTo>
                    <a:pt x="93" y="42"/>
                  </a:moveTo>
                  <a:cubicBezTo>
                    <a:pt x="70" y="42"/>
                    <a:pt x="51" y="61"/>
                    <a:pt x="51" y="84"/>
                  </a:cubicBezTo>
                  <a:cubicBezTo>
                    <a:pt x="51" y="107"/>
                    <a:pt x="70" y="126"/>
                    <a:pt x="93" y="126"/>
                  </a:cubicBezTo>
                  <a:cubicBezTo>
                    <a:pt x="116" y="126"/>
                    <a:pt x="135" y="107"/>
                    <a:pt x="135" y="84"/>
                  </a:cubicBezTo>
                  <a:cubicBezTo>
                    <a:pt x="135" y="61"/>
                    <a:pt x="116" y="42"/>
                    <a:pt x="93" y="42"/>
                  </a:cubicBezTo>
                  <a:close/>
                  <a:moveTo>
                    <a:pt x="93" y="118"/>
                  </a:moveTo>
                  <a:cubicBezTo>
                    <a:pt x="74" y="118"/>
                    <a:pt x="59" y="103"/>
                    <a:pt x="59" y="84"/>
                  </a:cubicBezTo>
                  <a:cubicBezTo>
                    <a:pt x="59" y="65"/>
                    <a:pt x="74" y="50"/>
                    <a:pt x="93" y="50"/>
                  </a:cubicBezTo>
                  <a:cubicBezTo>
                    <a:pt x="112" y="50"/>
                    <a:pt x="127" y="65"/>
                    <a:pt x="127" y="84"/>
                  </a:cubicBezTo>
                  <a:cubicBezTo>
                    <a:pt x="127" y="103"/>
                    <a:pt x="112" y="118"/>
                    <a:pt x="93" y="118"/>
                  </a:cubicBezTo>
                  <a:close/>
                </a:path>
              </a:pathLst>
            </a:custGeom>
            <a:solidFill>
              <a:schemeClr val="bg1">
                <a:lumMod val="95000"/>
              </a:schemeClr>
            </a:solidFill>
            <a:ln>
              <a:solidFill>
                <a:schemeClr val="bg1"/>
              </a:solidFill>
            </a:ln>
          </p:spPr>
          <p:txBody>
            <a:bodyPr anchor="ctr"/>
            <a:lstStyle/>
            <a:p>
              <a:pPr algn="ctr"/>
              <a:endParaRPr sz="12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mn-lt"/>
              </a:endParaRPr>
            </a:p>
          </p:txBody>
        </p:sp>
      </p:grpSp>
      <p:grpSp>
        <p:nvGrpSpPr>
          <p:cNvPr id="8" name="组合 7"/>
          <p:cNvGrpSpPr/>
          <p:nvPr/>
        </p:nvGrpSpPr>
        <p:grpSpPr>
          <a:xfrm>
            <a:off x="7638653" y="3695234"/>
            <a:ext cx="707843" cy="707843"/>
            <a:chOff x="7638653" y="3695234"/>
            <a:chExt cx="707843" cy="707843"/>
          </a:xfrm>
        </p:grpSpPr>
        <p:sp>
          <p:nvSpPr>
            <p:cNvPr id="57" name="Oval 28"/>
            <p:cNvSpPr>
              <a:spLocks noChangeAspect="1"/>
            </p:cNvSpPr>
            <p:nvPr/>
          </p:nvSpPr>
          <p:spPr>
            <a:xfrm>
              <a:off x="7638653" y="3695234"/>
              <a:ext cx="707843" cy="707843"/>
            </a:xfrm>
            <a:prstGeom prst="ellipse">
              <a:avLst/>
            </a:prstGeom>
            <a:solidFill>
              <a:srgbClr val="587DB8"/>
            </a:solidFill>
            <a:ln w="12700">
              <a:noFill/>
            </a:ln>
            <a:effectLst>
              <a:outerShdw blurRad="190500" dist="38100" dir="2700000" algn="tl" rotWithShape="0">
                <a:prstClr val="black">
                  <a:alpha val="3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algn="ctr"/>
              <a:endParaRPr sz="12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mn-lt"/>
              </a:endParaRPr>
            </a:p>
          </p:txBody>
        </p:sp>
        <p:sp>
          <p:nvSpPr>
            <p:cNvPr id="59" name="Freeform: Shape 27"/>
            <p:cNvSpPr/>
            <p:nvPr/>
          </p:nvSpPr>
          <p:spPr bwMode="auto">
            <a:xfrm>
              <a:off x="7836585" y="3948608"/>
              <a:ext cx="318562" cy="201099"/>
            </a:xfrm>
            <a:custGeom>
              <a:avLst/>
              <a:gdLst>
                <a:gd name="T0" fmla="*/ 118 w 186"/>
                <a:gd name="T1" fmla="*/ 21 h 118"/>
                <a:gd name="T2" fmla="*/ 127 w 186"/>
                <a:gd name="T3" fmla="*/ 21 h 118"/>
                <a:gd name="T4" fmla="*/ 182 w 186"/>
                <a:gd name="T5" fmla="*/ 17 h 118"/>
                <a:gd name="T6" fmla="*/ 180 w 186"/>
                <a:gd name="T7" fmla="*/ 17 h 118"/>
                <a:gd name="T8" fmla="*/ 144 w 186"/>
                <a:gd name="T9" fmla="*/ 17 h 118"/>
                <a:gd name="T10" fmla="*/ 17 w 186"/>
                <a:gd name="T11" fmla="*/ 0 h 118"/>
                <a:gd name="T12" fmla="*/ 0 w 186"/>
                <a:gd name="T13" fmla="*/ 101 h 118"/>
                <a:gd name="T14" fmla="*/ 127 w 186"/>
                <a:gd name="T15" fmla="*/ 118 h 118"/>
                <a:gd name="T16" fmla="*/ 144 w 186"/>
                <a:gd name="T17" fmla="*/ 83 h 118"/>
                <a:gd name="T18" fmla="*/ 180 w 186"/>
                <a:gd name="T19" fmla="*/ 101 h 118"/>
                <a:gd name="T20" fmla="*/ 186 w 186"/>
                <a:gd name="T21" fmla="*/ 97 h 118"/>
                <a:gd name="T22" fmla="*/ 182 w 186"/>
                <a:gd name="T23" fmla="*/ 17 h 118"/>
                <a:gd name="T24" fmla="*/ 127 w 186"/>
                <a:gd name="T25" fmla="*/ 110 h 118"/>
                <a:gd name="T26" fmla="*/ 9 w 186"/>
                <a:gd name="T27" fmla="*/ 101 h 118"/>
                <a:gd name="T28" fmla="*/ 135 w 186"/>
                <a:gd name="T29" fmla="*/ 42 h 118"/>
                <a:gd name="T30" fmla="*/ 135 w 186"/>
                <a:gd name="T31" fmla="*/ 34 h 118"/>
                <a:gd name="T32" fmla="*/ 9 w 186"/>
                <a:gd name="T33" fmla="*/ 17 h 118"/>
                <a:gd name="T34" fmla="*/ 127 w 186"/>
                <a:gd name="T35" fmla="*/ 8 h 118"/>
                <a:gd name="T36" fmla="*/ 135 w 186"/>
                <a:gd name="T37" fmla="*/ 34 h 118"/>
                <a:gd name="T38" fmla="*/ 144 w 186"/>
                <a:gd name="T39" fmla="*/ 73 h 118"/>
                <a:gd name="T40" fmla="*/ 161 w 186"/>
                <a:gd name="T41" fmla="*/ 36 h 118"/>
                <a:gd name="T42" fmla="*/ 177 w 186"/>
                <a:gd name="T43" fmla="*/ 90 h 118"/>
                <a:gd name="T44" fmla="*/ 169 w 186"/>
                <a:gd name="T45" fmla="*/ 32 h 118"/>
                <a:gd name="T46" fmla="*/ 177 w 186"/>
                <a:gd name="T47" fmla="*/ 90 h 118"/>
                <a:gd name="T48" fmla="*/ 97 w 186"/>
                <a:gd name="T49" fmla="*/ 93 h 118"/>
                <a:gd name="T50" fmla="*/ 97 w 186"/>
                <a:gd name="T51" fmla="*/ 51 h 118"/>
                <a:gd name="T52" fmla="*/ 81 w 186"/>
                <a:gd name="T53" fmla="*/ 84 h 118"/>
                <a:gd name="T54" fmla="*/ 68 w 186"/>
                <a:gd name="T55" fmla="*/ 72 h 118"/>
                <a:gd name="T56" fmla="*/ 26 w 186"/>
                <a:gd name="T57" fmla="*/ 72 h 118"/>
                <a:gd name="T58" fmla="*/ 97 w 186"/>
                <a:gd name="T59" fmla="*/ 59 h 118"/>
                <a:gd name="T60" fmla="*/ 97 w 186"/>
                <a:gd name="T61" fmla="*/ 84 h 118"/>
                <a:gd name="T62" fmla="*/ 97 w 186"/>
                <a:gd name="T63" fmla="*/ 59 h 118"/>
                <a:gd name="T64" fmla="*/ 59 w 186"/>
                <a:gd name="T65" fmla="*/ 72 h 118"/>
                <a:gd name="T66" fmla="*/ 34 w 186"/>
                <a:gd name="T67" fmla="*/ 72 h 118"/>
                <a:gd name="T68" fmla="*/ 106 w 186"/>
                <a:gd name="T69" fmla="*/ 17 h 118"/>
                <a:gd name="T70" fmla="*/ 106 w 186"/>
                <a:gd name="T71" fmla="*/ 25 h 118"/>
                <a:gd name="T72" fmla="*/ 106 w 186"/>
                <a:gd name="T73" fmla="*/ 17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86" h="118">
                  <a:moveTo>
                    <a:pt x="123" y="17"/>
                  </a:moveTo>
                  <a:cubicBezTo>
                    <a:pt x="120" y="17"/>
                    <a:pt x="118" y="19"/>
                    <a:pt x="118" y="21"/>
                  </a:cubicBezTo>
                  <a:cubicBezTo>
                    <a:pt x="118" y="23"/>
                    <a:pt x="120" y="25"/>
                    <a:pt x="123" y="25"/>
                  </a:cubicBezTo>
                  <a:cubicBezTo>
                    <a:pt x="125" y="25"/>
                    <a:pt x="127" y="23"/>
                    <a:pt x="127" y="21"/>
                  </a:cubicBezTo>
                  <a:cubicBezTo>
                    <a:pt x="127" y="19"/>
                    <a:pt x="125" y="17"/>
                    <a:pt x="123" y="17"/>
                  </a:cubicBezTo>
                  <a:close/>
                  <a:moveTo>
                    <a:pt x="182" y="17"/>
                  </a:moveTo>
                  <a:cubicBezTo>
                    <a:pt x="181" y="17"/>
                    <a:pt x="180" y="17"/>
                    <a:pt x="180" y="17"/>
                  </a:cubicBezTo>
                  <a:cubicBezTo>
                    <a:pt x="180" y="17"/>
                    <a:pt x="180" y="17"/>
                    <a:pt x="180" y="17"/>
                  </a:cubicBezTo>
                  <a:cubicBezTo>
                    <a:pt x="144" y="35"/>
                    <a:pt x="144" y="35"/>
                    <a:pt x="144" y="35"/>
                  </a:cubicBezTo>
                  <a:cubicBezTo>
                    <a:pt x="144" y="17"/>
                    <a:pt x="144" y="17"/>
                    <a:pt x="144" y="17"/>
                  </a:cubicBezTo>
                  <a:cubicBezTo>
                    <a:pt x="144" y="8"/>
                    <a:pt x="136" y="0"/>
                    <a:pt x="127" y="0"/>
                  </a:cubicBezTo>
                  <a:cubicBezTo>
                    <a:pt x="17" y="0"/>
                    <a:pt x="17" y="0"/>
                    <a:pt x="17" y="0"/>
                  </a:cubicBezTo>
                  <a:cubicBezTo>
                    <a:pt x="8" y="0"/>
                    <a:pt x="0" y="8"/>
                    <a:pt x="0" y="17"/>
                  </a:cubicBezTo>
                  <a:cubicBezTo>
                    <a:pt x="0" y="101"/>
                    <a:pt x="0" y="101"/>
                    <a:pt x="0" y="101"/>
                  </a:cubicBezTo>
                  <a:cubicBezTo>
                    <a:pt x="0" y="111"/>
                    <a:pt x="8" y="118"/>
                    <a:pt x="17" y="118"/>
                  </a:cubicBezTo>
                  <a:cubicBezTo>
                    <a:pt x="127" y="118"/>
                    <a:pt x="127" y="118"/>
                    <a:pt x="127" y="118"/>
                  </a:cubicBezTo>
                  <a:cubicBezTo>
                    <a:pt x="136" y="118"/>
                    <a:pt x="144" y="111"/>
                    <a:pt x="144" y="101"/>
                  </a:cubicBezTo>
                  <a:cubicBezTo>
                    <a:pt x="144" y="83"/>
                    <a:pt x="144" y="83"/>
                    <a:pt x="144" y="83"/>
                  </a:cubicBezTo>
                  <a:cubicBezTo>
                    <a:pt x="180" y="101"/>
                    <a:pt x="180" y="101"/>
                    <a:pt x="180" y="101"/>
                  </a:cubicBezTo>
                  <a:cubicBezTo>
                    <a:pt x="180" y="101"/>
                    <a:pt x="180" y="101"/>
                    <a:pt x="180" y="101"/>
                  </a:cubicBezTo>
                  <a:cubicBezTo>
                    <a:pt x="180" y="101"/>
                    <a:pt x="181" y="101"/>
                    <a:pt x="182" y="101"/>
                  </a:cubicBezTo>
                  <a:cubicBezTo>
                    <a:pt x="184" y="101"/>
                    <a:pt x="186" y="99"/>
                    <a:pt x="186" y="97"/>
                  </a:cubicBezTo>
                  <a:cubicBezTo>
                    <a:pt x="186" y="21"/>
                    <a:pt x="186" y="21"/>
                    <a:pt x="186" y="21"/>
                  </a:cubicBezTo>
                  <a:cubicBezTo>
                    <a:pt x="186" y="19"/>
                    <a:pt x="184" y="17"/>
                    <a:pt x="182" y="17"/>
                  </a:cubicBezTo>
                  <a:close/>
                  <a:moveTo>
                    <a:pt x="135" y="101"/>
                  </a:moveTo>
                  <a:cubicBezTo>
                    <a:pt x="135" y="106"/>
                    <a:pt x="132" y="110"/>
                    <a:pt x="127" y="110"/>
                  </a:cubicBezTo>
                  <a:cubicBezTo>
                    <a:pt x="17" y="110"/>
                    <a:pt x="17" y="110"/>
                    <a:pt x="17" y="110"/>
                  </a:cubicBezTo>
                  <a:cubicBezTo>
                    <a:pt x="13" y="110"/>
                    <a:pt x="9" y="106"/>
                    <a:pt x="9" y="101"/>
                  </a:cubicBezTo>
                  <a:cubicBezTo>
                    <a:pt x="9" y="42"/>
                    <a:pt x="9" y="42"/>
                    <a:pt x="9" y="42"/>
                  </a:cubicBezTo>
                  <a:cubicBezTo>
                    <a:pt x="135" y="42"/>
                    <a:pt x="135" y="42"/>
                    <a:pt x="135" y="42"/>
                  </a:cubicBezTo>
                  <a:lnTo>
                    <a:pt x="135" y="101"/>
                  </a:lnTo>
                  <a:close/>
                  <a:moveTo>
                    <a:pt x="135" y="34"/>
                  </a:moveTo>
                  <a:cubicBezTo>
                    <a:pt x="9" y="34"/>
                    <a:pt x="9" y="34"/>
                    <a:pt x="9" y="34"/>
                  </a:cubicBezTo>
                  <a:cubicBezTo>
                    <a:pt x="9" y="17"/>
                    <a:pt x="9" y="17"/>
                    <a:pt x="9" y="17"/>
                  </a:cubicBezTo>
                  <a:cubicBezTo>
                    <a:pt x="9" y="12"/>
                    <a:pt x="13" y="8"/>
                    <a:pt x="17" y="8"/>
                  </a:cubicBezTo>
                  <a:cubicBezTo>
                    <a:pt x="127" y="8"/>
                    <a:pt x="127" y="8"/>
                    <a:pt x="127" y="8"/>
                  </a:cubicBezTo>
                  <a:cubicBezTo>
                    <a:pt x="132" y="8"/>
                    <a:pt x="135" y="12"/>
                    <a:pt x="135" y="17"/>
                  </a:cubicBezTo>
                  <a:lnTo>
                    <a:pt x="135" y="34"/>
                  </a:lnTo>
                  <a:close/>
                  <a:moveTo>
                    <a:pt x="161" y="82"/>
                  </a:moveTo>
                  <a:cubicBezTo>
                    <a:pt x="144" y="73"/>
                    <a:pt x="144" y="73"/>
                    <a:pt x="144" y="73"/>
                  </a:cubicBezTo>
                  <a:cubicBezTo>
                    <a:pt x="144" y="45"/>
                    <a:pt x="144" y="45"/>
                    <a:pt x="144" y="45"/>
                  </a:cubicBezTo>
                  <a:cubicBezTo>
                    <a:pt x="161" y="36"/>
                    <a:pt x="161" y="36"/>
                    <a:pt x="161" y="36"/>
                  </a:cubicBezTo>
                  <a:lnTo>
                    <a:pt x="161" y="82"/>
                  </a:lnTo>
                  <a:close/>
                  <a:moveTo>
                    <a:pt x="177" y="90"/>
                  </a:moveTo>
                  <a:cubicBezTo>
                    <a:pt x="169" y="86"/>
                    <a:pt x="169" y="86"/>
                    <a:pt x="169" y="86"/>
                  </a:cubicBezTo>
                  <a:cubicBezTo>
                    <a:pt x="169" y="32"/>
                    <a:pt x="169" y="32"/>
                    <a:pt x="169" y="32"/>
                  </a:cubicBezTo>
                  <a:cubicBezTo>
                    <a:pt x="177" y="28"/>
                    <a:pt x="177" y="28"/>
                    <a:pt x="177" y="28"/>
                  </a:cubicBezTo>
                  <a:lnTo>
                    <a:pt x="177" y="90"/>
                  </a:lnTo>
                  <a:close/>
                  <a:moveTo>
                    <a:pt x="47" y="93"/>
                  </a:moveTo>
                  <a:cubicBezTo>
                    <a:pt x="97" y="93"/>
                    <a:pt x="97" y="93"/>
                    <a:pt x="97" y="93"/>
                  </a:cubicBezTo>
                  <a:cubicBezTo>
                    <a:pt x="109" y="93"/>
                    <a:pt x="118" y="83"/>
                    <a:pt x="118" y="72"/>
                  </a:cubicBezTo>
                  <a:cubicBezTo>
                    <a:pt x="118" y="60"/>
                    <a:pt x="109" y="51"/>
                    <a:pt x="97" y="51"/>
                  </a:cubicBezTo>
                  <a:cubicBezTo>
                    <a:pt x="86" y="51"/>
                    <a:pt x="76" y="60"/>
                    <a:pt x="76" y="72"/>
                  </a:cubicBezTo>
                  <a:cubicBezTo>
                    <a:pt x="76" y="77"/>
                    <a:pt x="78" y="81"/>
                    <a:pt x="81" y="84"/>
                  </a:cubicBezTo>
                  <a:cubicBezTo>
                    <a:pt x="63" y="84"/>
                    <a:pt x="63" y="84"/>
                    <a:pt x="63" y="84"/>
                  </a:cubicBezTo>
                  <a:cubicBezTo>
                    <a:pt x="66" y="81"/>
                    <a:pt x="68" y="77"/>
                    <a:pt x="68" y="72"/>
                  </a:cubicBezTo>
                  <a:cubicBezTo>
                    <a:pt x="68" y="60"/>
                    <a:pt x="58" y="51"/>
                    <a:pt x="47" y="51"/>
                  </a:cubicBezTo>
                  <a:cubicBezTo>
                    <a:pt x="35" y="51"/>
                    <a:pt x="26" y="60"/>
                    <a:pt x="26" y="72"/>
                  </a:cubicBezTo>
                  <a:cubicBezTo>
                    <a:pt x="26" y="83"/>
                    <a:pt x="35" y="93"/>
                    <a:pt x="47" y="93"/>
                  </a:cubicBezTo>
                  <a:close/>
                  <a:moveTo>
                    <a:pt x="97" y="59"/>
                  </a:moveTo>
                  <a:cubicBezTo>
                    <a:pt x="104" y="59"/>
                    <a:pt x="110" y="65"/>
                    <a:pt x="110" y="72"/>
                  </a:cubicBezTo>
                  <a:cubicBezTo>
                    <a:pt x="110" y="79"/>
                    <a:pt x="104" y="84"/>
                    <a:pt x="97" y="84"/>
                  </a:cubicBezTo>
                  <a:cubicBezTo>
                    <a:pt x="90" y="84"/>
                    <a:pt x="85" y="79"/>
                    <a:pt x="85" y="72"/>
                  </a:cubicBezTo>
                  <a:cubicBezTo>
                    <a:pt x="85" y="65"/>
                    <a:pt x="90" y="59"/>
                    <a:pt x="97" y="59"/>
                  </a:cubicBezTo>
                  <a:close/>
                  <a:moveTo>
                    <a:pt x="47" y="59"/>
                  </a:moveTo>
                  <a:cubicBezTo>
                    <a:pt x="54" y="59"/>
                    <a:pt x="59" y="65"/>
                    <a:pt x="59" y="72"/>
                  </a:cubicBezTo>
                  <a:cubicBezTo>
                    <a:pt x="59" y="79"/>
                    <a:pt x="54" y="84"/>
                    <a:pt x="47" y="84"/>
                  </a:cubicBezTo>
                  <a:cubicBezTo>
                    <a:pt x="40" y="84"/>
                    <a:pt x="34" y="79"/>
                    <a:pt x="34" y="72"/>
                  </a:cubicBezTo>
                  <a:cubicBezTo>
                    <a:pt x="34" y="65"/>
                    <a:pt x="40" y="59"/>
                    <a:pt x="47" y="59"/>
                  </a:cubicBezTo>
                  <a:close/>
                  <a:moveTo>
                    <a:pt x="106" y="17"/>
                  </a:moveTo>
                  <a:cubicBezTo>
                    <a:pt x="103" y="17"/>
                    <a:pt x="102" y="19"/>
                    <a:pt x="102" y="21"/>
                  </a:cubicBezTo>
                  <a:cubicBezTo>
                    <a:pt x="102" y="23"/>
                    <a:pt x="103" y="25"/>
                    <a:pt x="106" y="25"/>
                  </a:cubicBezTo>
                  <a:cubicBezTo>
                    <a:pt x="108" y="25"/>
                    <a:pt x="110" y="23"/>
                    <a:pt x="110" y="21"/>
                  </a:cubicBezTo>
                  <a:cubicBezTo>
                    <a:pt x="110" y="19"/>
                    <a:pt x="108" y="17"/>
                    <a:pt x="106" y="17"/>
                  </a:cubicBezTo>
                  <a:close/>
                </a:path>
              </a:pathLst>
            </a:custGeom>
            <a:solidFill>
              <a:schemeClr val="bg1"/>
            </a:solidFill>
            <a:ln>
              <a:noFill/>
            </a:ln>
          </p:spPr>
          <p:txBody>
            <a:bodyPr anchor="ctr"/>
            <a:lstStyle/>
            <a:p>
              <a:pPr algn="ctr"/>
              <a:endParaRPr sz="12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mn-lt"/>
              </a:endParaRPr>
            </a:p>
          </p:txBody>
        </p:sp>
      </p:grpSp>
      <p:grpSp>
        <p:nvGrpSpPr>
          <p:cNvPr id="5" name="组合 4"/>
          <p:cNvGrpSpPr/>
          <p:nvPr/>
        </p:nvGrpSpPr>
        <p:grpSpPr>
          <a:xfrm>
            <a:off x="3845513" y="3705774"/>
            <a:ext cx="707843" cy="707843"/>
            <a:chOff x="3845513" y="3705774"/>
            <a:chExt cx="707843" cy="707843"/>
          </a:xfrm>
        </p:grpSpPr>
        <p:sp>
          <p:nvSpPr>
            <p:cNvPr id="60" name="Oval 32"/>
            <p:cNvSpPr>
              <a:spLocks noChangeAspect="1"/>
            </p:cNvSpPr>
            <p:nvPr/>
          </p:nvSpPr>
          <p:spPr>
            <a:xfrm>
              <a:off x="3845513" y="3705774"/>
              <a:ext cx="707843" cy="707843"/>
            </a:xfrm>
            <a:prstGeom prst="ellipse">
              <a:avLst/>
            </a:prstGeom>
            <a:solidFill>
              <a:schemeClr val="accent1"/>
            </a:solidFill>
            <a:ln w="12700">
              <a:noFill/>
            </a:ln>
            <a:effectLst>
              <a:outerShdw blurRad="190500" dist="38100" dir="2700000" algn="tl" rotWithShape="0">
                <a:prstClr val="black">
                  <a:alpha val="3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algn="ctr"/>
              <a:endParaRPr sz="12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mn-lt"/>
              </a:endParaRPr>
            </a:p>
          </p:txBody>
        </p:sp>
        <p:sp>
          <p:nvSpPr>
            <p:cNvPr id="61" name="Freeform: Shape 33"/>
            <p:cNvSpPr/>
            <p:nvPr/>
          </p:nvSpPr>
          <p:spPr bwMode="auto">
            <a:xfrm>
              <a:off x="4041490" y="3933479"/>
              <a:ext cx="313052" cy="257316"/>
            </a:xfrm>
            <a:custGeom>
              <a:avLst/>
              <a:gdLst>
                <a:gd name="T0" fmla="*/ 17 w 185"/>
                <a:gd name="T1" fmla="*/ 109 h 152"/>
                <a:gd name="T2" fmla="*/ 25 w 185"/>
                <a:gd name="T3" fmla="*/ 109 h 152"/>
                <a:gd name="T4" fmla="*/ 46 w 185"/>
                <a:gd name="T5" fmla="*/ 88 h 152"/>
                <a:gd name="T6" fmla="*/ 181 w 185"/>
                <a:gd name="T7" fmla="*/ 91 h 152"/>
                <a:gd name="T8" fmla="*/ 150 w 185"/>
                <a:gd name="T9" fmla="*/ 17 h 152"/>
                <a:gd name="T10" fmla="*/ 101 w 185"/>
                <a:gd name="T11" fmla="*/ 25 h 152"/>
                <a:gd name="T12" fmla="*/ 59 w 185"/>
                <a:gd name="T13" fmla="*/ 0 h 152"/>
                <a:gd name="T14" fmla="*/ 35 w 185"/>
                <a:gd name="T15" fmla="*/ 17 h 152"/>
                <a:gd name="T16" fmla="*/ 0 w 185"/>
                <a:gd name="T17" fmla="*/ 109 h 152"/>
                <a:gd name="T18" fmla="*/ 83 w 185"/>
                <a:gd name="T19" fmla="*/ 118 h 152"/>
                <a:gd name="T20" fmla="*/ 143 w 185"/>
                <a:gd name="T21" fmla="*/ 152 h 152"/>
                <a:gd name="T22" fmla="*/ 181 w 185"/>
                <a:gd name="T23" fmla="*/ 91 h 152"/>
                <a:gd name="T24" fmla="*/ 8 w 185"/>
                <a:gd name="T25" fmla="*/ 109 h 152"/>
                <a:gd name="T26" fmla="*/ 76 w 185"/>
                <a:gd name="T27" fmla="*/ 109 h 152"/>
                <a:gd name="T28" fmla="*/ 76 w 185"/>
                <a:gd name="T29" fmla="*/ 84 h 152"/>
                <a:gd name="T30" fmla="*/ 21 w 185"/>
                <a:gd name="T31" fmla="*/ 73 h 152"/>
                <a:gd name="T32" fmla="*/ 44 w 185"/>
                <a:gd name="T33" fmla="*/ 18 h 152"/>
                <a:gd name="T34" fmla="*/ 76 w 185"/>
                <a:gd name="T35" fmla="*/ 24 h 152"/>
                <a:gd name="T36" fmla="*/ 76 w 185"/>
                <a:gd name="T37" fmla="*/ 84 h 152"/>
                <a:gd name="T38" fmla="*/ 84 w 185"/>
                <a:gd name="T39" fmla="*/ 109 h 152"/>
                <a:gd name="T40" fmla="*/ 101 w 185"/>
                <a:gd name="T41" fmla="*/ 101 h 152"/>
                <a:gd name="T42" fmla="*/ 101 w 185"/>
                <a:gd name="T43" fmla="*/ 93 h 152"/>
                <a:gd name="T44" fmla="*/ 84 w 185"/>
                <a:gd name="T45" fmla="*/ 33 h 152"/>
                <a:gd name="T46" fmla="*/ 101 w 185"/>
                <a:gd name="T47" fmla="*/ 93 h 152"/>
                <a:gd name="T48" fmla="*/ 110 w 185"/>
                <a:gd name="T49" fmla="*/ 24 h 152"/>
                <a:gd name="T50" fmla="*/ 142 w 185"/>
                <a:gd name="T51" fmla="*/ 18 h 152"/>
                <a:gd name="T52" fmla="*/ 164 w 185"/>
                <a:gd name="T53" fmla="*/ 73 h 152"/>
                <a:gd name="T54" fmla="*/ 109 w 185"/>
                <a:gd name="T55" fmla="*/ 84 h 152"/>
                <a:gd name="T56" fmla="*/ 143 w 185"/>
                <a:gd name="T57" fmla="*/ 143 h 152"/>
                <a:gd name="T58" fmla="*/ 143 w 185"/>
                <a:gd name="T59" fmla="*/ 76 h 152"/>
                <a:gd name="T60" fmla="*/ 143 w 185"/>
                <a:gd name="T61" fmla="*/ 143 h 152"/>
                <a:gd name="T62" fmla="*/ 118 w 185"/>
                <a:gd name="T63" fmla="*/ 109 h 152"/>
                <a:gd name="T64" fmla="*/ 126 w 185"/>
                <a:gd name="T65" fmla="*/ 109 h 152"/>
                <a:gd name="T66" fmla="*/ 147 w 185"/>
                <a:gd name="T67" fmla="*/ 88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85" h="152">
                  <a:moveTo>
                    <a:pt x="42" y="84"/>
                  </a:moveTo>
                  <a:cubicBezTo>
                    <a:pt x="28" y="84"/>
                    <a:pt x="17" y="95"/>
                    <a:pt x="17" y="109"/>
                  </a:cubicBezTo>
                  <a:cubicBezTo>
                    <a:pt x="17" y="112"/>
                    <a:pt x="19" y="114"/>
                    <a:pt x="21" y="114"/>
                  </a:cubicBezTo>
                  <a:cubicBezTo>
                    <a:pt x="23" y="114"/>
                    <a:pt x="25" y="112"/>
                    <a:pt x="25" y="109"/>
                  </a:cubicBezTo>
                  <a:cubicBezTo>
                    <a:pt x="25" y="100"/>
                    <a:pt x="33" y="93"/>
                    <a:pt x="42" y="93"/>
                  </a:cubicBezTo>
                  <a:cubicBezTo>
                    <a:pt x="44" y="93"/>
                    <a:pt x="46" y="91"/>
                    <a:pt x="46" y="88"/>
                  </a:cubicBezTo>
                  <a:cubicBezTo>
                    <a:pt x="46" y="86"/>
                    <a:pt x="44" y="84"/>
                    <a:pt x="42" y="84"/>
                  </a:cubicBezTo>
                  <a:close/>
                  <a:moveTo>
                    <a:pt x="181" y="91"/>
                  </a:moveTo>
                  <a:cubicBezTo>
                    <a:pt x="150" y="17"/>
                    <a:pt x="150" y="17"/>
                    <a:pt x="150" y="17"/>
                  </a:cubicBezTo>
                  <a:cubicBezTo>
                    <a:pt x="150" y="17"/>
                    <a:pt x="150" y="17"/>
                    <a:pt x="150" y="17"/>
                  </a:cubicBezTo>
                  <a:cubicBezTo>
                    <a:pt x="147" y="7"/>
                    <a:pt x="137" y="0"/>
                    <a:pt x="126" y="0"/>
                  </a:cubicBezTo>
                  <a:cubicBezTo>
                    <a:pt x="112" y="0"/>
                    <a:pt x="101" y="11"/>
                    <a:pt x="101" y="25"/>
                  </a:cubicBezTo>
                  <a:cubicBezTo>
                    <a:pt x="84" y="25"/>
                    <a:pt x="84" y="25"/>
                    <a:pt x="84" y="25"/>
                  </a:cubicBezTo>
                  <a:cubicBezTo>
                    <a:pt x="84" y="11"/>
                    <a:pt x="73" y="0"/>
                    <a:pt x="59" y="0"/>
                  </a:cubicBezTo>
                  <a:cubicBezTo>
                    <a:pt x="48" y="0"/>
                    <a:pt x="39" y="7"/>
                    <a:pt x="35" y="17"/>
                  </a:cubicBezTo>
                  <a:cubicBezTo>
                    <a:pt x="35" y="17"/>
                    <a:pt x="35" y="17"/>
                    <a:pt x="35" y="17"/>
                  </a:cubicBezTo>
                  <a:cubicBezTo>
                    <a:pt x="4" y="91"/>
                    <a:pt x="4" y="91"/>
                    <a:pt x="4" y="91"/>
                  </a:cubicBezTo>
                  <a:cubicBezTo>
                    <a:pt x="1" y="97"/>
                    <a:pt x="0" y="103"/>
                    <a:pt x="0" y="109"/>
                  </a:cubicBezTo>
                  <a:cubicBezTo>
                    <a:pt x="0" y="133"/>
                    <a:pt x="19" y="152"/>
                    <a:pt x="42" y="152"/>
                  </a:cubicBezTo>
                  <a:cubicBezTo>
                    <a:pt x="62" y="152"/>
                    <a:pt x="79" y="137"/>
                    <a:pt x="83" y="118"/>
                  </a:cubicBezTo>
                  <a:cubicBezTo>
                    <a:pt x="102" y="118"/>
                    <a:pt x="102" y="118"/>
                    <a:pt x="102" y="118"/>
                  </a:cubicBezTo>
                  <a:cubicBezTo>
                    <a:pt x="106" y="137"/>
                    <a:pt x="123" y="152"/>
                    <a:pt x="143" y="152"/>
                  </a:cubicBezTo>
                  <a:cubicBezTo>
                    <a:pt x="167" y="152"/>
                    <a:pt x="185" y="133"/>
                    <a:pt x="185" y="109"/>
                  </a:cubicBezTo>
                  <a:cubicBezTo>
                    <a:pt x="185" y="103"/>
                    <a:pt x="184" y="97"/>
                    <a:pt x="181" y="91"/>
                  </a:cubicBezTo>
                  <a:close/>
                  <a:moveTo>
                    <a:pt x="42" y="143"/>
                  </a:moveTo>
                  <a:cubicBezTo>
                    <a:pt x="23" y="143"/>
                    <a:pt x="8" y="128"/>
                    <a:pt x="8" y="109"/>
                  </a:cubicBezTo>
                  <a:cubicBezTo>
                    <a:pt x="8" y="91"/>
                    <a:pt x="23" y="76"/>
                    <a:pt x="42" y="76"/>
                  </a:cubicBezTo>
                  <a:cubicBezTo>
                    <a:pt x="61" y="76"/>
                    <a:pt x="76" y="91"/>
                    <a:pt x="76" y="109"/>
                  </a:cubicBezTo>
                  <a:cubicBezTo>
                    <a:pt x="76" y="128"/>
                    <a:pt x="61" y="143"/>
                    <a:pt x="42" y="143"/>
                  </a:cubicBezTo>
                  <a:close/>
                  <a:moveTo>
                    <a:pt x="76" y="84"/>
                  </a:moveTo>
                  <a:cubicBezTo>
                    <a:pt x="68" y="74"/>
                    <a:pt x="56" y="67"/>
                    <a:pt x="42" y="67"/>
                  </a:cubicBezTo>
                  <a:cubicBezTo>
                    <a:pt x="34" y="67"/>
                    <a:pt x="27" y="69"/>
                    <a:pt x="21" y="73"/>
                  </a:cubicBezTo>
                  <a:cubicBezTo>
                    <a:pt x="44" y="18"/>
                    <a:pt x="44" y="18"/>
                    <a:pt x="44" y="18"/>
                  </a:cubicBezTo>
                  <a:cubicBezTo>
                    <a:pt x="44" y="18"/>
                    <a:pt x="44" y="18"/>
                    <a:pt x="44" y="18"/>
                  </a:cubicBezTo>
                  <a:cubicBezTo>
                    <a:pt x="46" y="12"/>
                    <a:pt x="52" y="8"/>
                    <a:pt x="59" y="8"/>
                  </a:cubicBezTo>
                  <a:cubicBezTo>
                    <a:pt x="68" y="8"/>
                    <a:pt x="75" y="15"/>
                    <a:pt x="76" y="24"/>
                  </a:cubicBezTo>
                  <a:cubicBezTo>
                    <a:pt x="76" y="24"/>
                    <a:pt x="76" y="24"/>
                    <a:pt x="76" y="24"/>
                  </a:cubicBezTo>
                  <a:lnTo>
                    <a:pt x="76" y="84"/>
                  </a:lnTo>
                  <a:close/>
                  <a:moveTo>
                    <a:pt x="101" y="109"/>
                  </a:moveTo>
                  <a:cubicBezTo>
                    <a:pt x="84" y="109"/>
                    <a:pt x="84" y="109"/>
                    <a:pt x="84" y="109"/>
                  </a:cubicBezTo>
                  <a:cubicBezTo>
                    <a:pt x="84" y="101"/>
                    <a:pt x="84" y="101"/>
                    <a:pt x="84" y="101"/>
                  </a:cubicBezTo>
                  <a:cubicBezTo>
                    <a:pt x="101" y="101"/>
                    <a:pt x="101" y="101"/>
                    <a:pt x="101" y="101"/>
                  </a:cubicBezTo>
                  <a:lnTo>
                    <a:pt x="101" y="109"/>
                  </a:lnTo>
                  <a:close/>
                  <a:moveTo>
                    <a:pt x="101" y="93"/>
                  </a:moveTo>
                  <a:cubicBezTo>
                    <a:pt x="84" y="93"/>
                    <a:pt x="84" y="93"/>
                    <a:pt x="84" y="93"/>
                  </a:cubicBezTo>
                  <a:cubicBezTo>
                    <a:pt x="84" y="33"/>
                    <a:pt x="84" y="33"/>
                    <a:pt x="84" y="33"/>
                  </a:cubicBezTo>
                  <a:cubicBezTo>
                    <a:pt x="101" y="33"/>
                    <a:pt x="101" y="33"/>
                    <a:pt x="101" y="33"/>
                  </a:cubicBezTo>
                  <a:lnTo>
                    <a:pt x="101" y="93"/>
                  </a:lnTo>
                  <a:close/>
                  <a:moveTo>
                    <a:pt x="109" y="24"/>
                  </a:moveTo>
                  <a:cubicBezTo>
                    <a:pt x="110" y="24"/>
                    <a:pt x="110" y="24"/>
                    <a:pt x="110" y="24"/>
                  </a:cubicBezTo>
                  <a:cubicBezTo>
                    <a:pt x="110" y="15"/>
                    <a:pt x="118" y="8"/>
                    <a:pt x="126" y="8"/>
                  </a:cubicBezTo>
                  <a:cubicBezTo>
                    <a:pt x="133" y="8"/>
                    <a:pt x="139" y="12"/>
                    <a:pt x="142" y="18"/>
                  </a:cubicBezTo>
                  <a:cubicBezTo>
                    <a:pt x="142" y="18"/>
                    <a:pt x="142" y="18"/>
                    <a:pt x="142" y="18"/>
                  </a:cubicBezTo>
                  <a:cubicBezTo>
                    <a:pt x="164" y="73"/>
                    <a:pt x="164" y="73"/>
                    <a:pt x="164" y="73"/>
                  </a:cubicBezTo>
                  <a:cubicBezTo>
                    <a:pt x="158" y="69"/>
                    <a:pt x="151" y="67"/>
                    <a:pt x="143" y="67"/>
                  </a:cubicBezTo>
                  <a:cubicBezTo>
                    <a:pt x="129" y="67"/>
                    <a:pt x="117" y="74"/>
                    <a:pt x="109" y="84"/>
                  </a:cubicBezTo>
                  <a:lnTo>
                    <a:pt x="109" y="24"/>
                  </a:lnTo>
                  <a:close/>
                  <a:moveTo>
                    <a:pt x="143" y="143"/>
                  </a:moveTo>
                  <a:cubicBezTo>
                    <a:pt x="125" y="143"/>
                    <a:pt x="109" y="128"/>
                    <a:pt x="109" y="109"/>
                  </a:cubicBezTo>
                  <a:cubicBezTo>
                    <a:pt x="109" y="91"/>
                    <a:pt x="125" y="76"/>
                    <a:pt x="143" y="76"/>
                  </a:cubicBezTo>
                  <a:cubicBezTo>
                    <a:pt x="162" y="76"/>
                    <a:pt x="177" y="91"/>
                    <a:pt x="177" y="109"/>
                  </a:cubicBezTo>
                  <a:cubicBezTo>
                    <a:pt x="177" y="128"/>
                    <a:pt x="162" y="143"/>
                    <a:pt x="143" y="143"/>
                  </a:cubicBezTo>
                  <a:close/>
                  <a:moveTo>
                    <a:pt x="143" y="84"/>
                  </a:moveTo>
                  <a:cubicBezTo>
                    <a:pt x="129" y="84"/>
                    <a:pt x="118" y="95"/>
                    <a:pt x="118" y="109"/>
                  </a:cubicBezTo>
                  <a:cubicBezTo>
                    <a:pt x="118" y="112"/>
                    <a:pt x="120" y="114"/>
                    <a:pt x="122" y="114"/>
                  </a:cubicBezTo>
                  <a:cubicBezTo>
                    <a:pt x="124" y="114"/>
                    <a:pt x="126" y="112"/>
                    <a:pt x="126" y="109"/>
                  </a:cubicBezTo>
                  <a:cubicBezTo>
                    <a:pt x="126" y="100"/>
                    <a:pt x="134" y="93"/>
                    <a:pt x="143" y="93"/>
                  </a:cubicBezTo>
                  <a:cubicBezTo>
                    <a:pt x="146" y="93"/>
                    <a:pt x="147" y="91"/>
                    <a:pt x="147" y="88"/>
                  </a:cubicBezTo>
                  <a:cubicBezTo>
                    <a:pt x="147" y="86"/>
                    <a:pt x="146" y="84"/>
                    <a:pt x="143" y="84"/>
                  </a:cubicBezTo>
                  <a:close/>
                </a:path>
              </a:pathLst>
            </a:custGeom>
            <a:solidFill>
              <a:schemeClr val="bg1"/>
            </a:solidFill>
            <a:ln>
              <a:noFill/>
            </a:ln>
          </p:spPr>
          <p:txBody>
            <a:bodyPr anchor="ctr"/>
            <a:lstStyle/>
            <a:p>
              <a:pPr algn="ctr"/>
              <a:endParaRPr sz="12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mn-lt"/>
              </a:endParaRPr>
            </a:p>
          </p:txBody>
        </p:sp>
      </p:grpSp>
      <p:grpSp>
        <p:nvGrpSpPr>
          <p:cNvPr id="4" name="组合 3"/>
          <p:cNvGrpSpPr/>
          <p:nvPr/>
        </p:nvGrpSpPr>
        <p:grpSpPr>
          <a:xfrm>
            <a:off x="4430940" y="2282681"/>
            <a:ext cx="707843" cy="707843"/>
            <a:chOff x="4430940" y="2282681"/>
            <a:chExt cx="707843" cy="707843"/>
          </a:xfrm>
        </p:grpSpPr>
        <p:sp>
          <p:nvSpPr>
            <p:cNvPr id="62" name="Oval 31"/>
            <p:cNvSpPr>
              <a:spLocks noChangeAspect="1"/>
            </p:cNvSpPr>
            <p:nvPr/>
          </p:nvSpPr>
          <p:spPr>
            <a:xfrm>
              <a:off x="4430940" y="2282681"/>
              <a:ext cx="707843" cy="707843"/>
            </a:xfrm>
            <a:prstGeom prst="ellipse">
              <a:avLst/>
            </a:prstGeom>
            <a:solidFill>
              <a:srgbClr val="587DB8"/>
            </a:solidFill>
            <a:ln w="12700">
              <a:noFill/>
            </a:ln>
            <a:effectLst>
              <a:outerShdw blurRad="190500" dist="38100" dir="2700000" algn="tl" rotWithShape="0">
                <a:prstClr val="black">
                  <a:alpha val="3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algn="ctr"/>
              <a:endParaRPr sz="12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mn-lt"/>
              </a:endParaRPr>
            </a:p>
          </p:txBody>
        </p:sp>
        <p:sp>
          <p:nvSpPr>
            <p:cNvPr id="65" name="Freeform: Shape 34"/>
            <p:cNvSpPr/>
            <p:nvPr/>
          </p:nvSpPr>
          <p:spPr bwMode="auto">
            <a:xfrm>
              <a:off x="4627407" y="2494464"/>
              <a:ext cx="314910" cy="313052"/>
            </a:xfrm>
            <a:custGeom>
              <a:avLst/>
              <a:gdLst>
                <a:gd name="T0" fmla="*/ 85 w 186"/>
                <a:gd name="T1" fmla="*/ 93 h 185"/>
                <a:gd name="T2" fmla="*/ 101 w 186"/>
                <a:gd name="T3" fmla="*/ 93 h 185"/>
                <a:gd name="T4" fmla="*/ 186 w 186"/>
                <a:gd name="T5" fmla="*/ 93 h 185"/>
                <a:gd name="T6" fmla="*/ 159 w 186"/>
                <a:gd name="T7" fmla="*/ 27 h 185"/>
                <a:gd name="T8" fmla="*/ 93 w 186"/>
                <a:gd name="T9" fmla="*/ 0 h 185"/>
                <a:gd name="T10" fmla="*/ 27 w 186"/>
                <a:gd name="T11" fmla="*/ 27 h 185"/>
                <a:gd name="T12" fmla="*/ 0 w 186"/>
                <a:gd name="T13" fmla="*/ 93 h 185"/>
                <a:gd name="T14" fmla="*/ 27 w 186"/>
                <a:gd name="T15" fmla="*/ 158 h 185"/>
                <a:gd name="T16" fmla="*/ 93 w 186"/>
                <a:gd name="T17" fmla="*/ 185 h 185"/>
                <a:gd name="T18" fmla="*/ 159 w 186"/>
                <a:gd name="T19" fmla="*/ 158 h 185"/>
                <a:gd name="T20" fmla="*/ 186 w 186"/>
                <a:gd name="T21" fmla="*/ 93 h 185"/>
                <a:gd name="T22" fmla="*/ 36 w 186"/>
                <a:gd name="T23" fmla="*/ 74 h 185"/>
                <a:gd name="T24" fmla="*/ 36 w 186"/>
                <a:gd name="T25" fmla="*/ 111 h 185"/>
                <a:gd name="T26" fmla="*/ 60 w 186"/>
                <a:gd name="T27" fmla="*/ 79 h 185"/>
                <a:gd name="T28" fmla="*/ 44 w 186"/>
                <a:gd name="T29" fmla="*/ 72 h 185"/>
                <a:gd name="T30" fmla="*/ 60 w 186"/>
                <a:gd name="T31" fmla="*/ 79 h 185"/>
                <a:gd name="T32" fmla="*/ 44 w 186"/>
                <a:gd name="T33" fmla="*/ 113 h 185"/>
                <a:gd name="T34" fmla="*/ 60 w 186"/>
                <a:gd name="T35" fmla="*/ 107 h 185"/>
                <a:gd name="T36" fmla="*/ 33 w 186"/>
                <a:gd name="T37" fmla="*/ 152 h 185"/>
                <a:gd name="T38" fmla="*/ 61 w 186"/>
                <a:gd name="T39" fmla="*/ 124 h 185"/>
                <a:gd name="T40" fmla="*/ 33 w 186"/>
                <a:gd name="T41" fmla="*/ 152 h 185"/>
                <a:gd name="T42" fmla="*/ 39 w 186"/>
                <a:gd name="T43" fmla="*/ 65 h 185"/>
                <a:gd name="T44" fmla="*/ 66 w 186"/>
                <a:gd name="T45" fmla="*/ 39 h 185"/>
                <a:gd name="T46" fmla="*/ 116 w 186"/>
                <a:gd name="T47" fmla="*/ 60 h 185"/>
                <a:gd name="T48" fmla="*/ 100 w 186"/>
                <a:gd name="T49" fmla="*/ 53 h 185"/>
                <a:gd name="T50" fmla="*/ 116 w 186"/>
                <a:gd name="T51" fmla="*/ 60 h 185"/>
                <a:gd name="T52" fmla="*/ 112 w 186"/>
                <a:gd name="T53" fmla="*/ 35 h 185"/>
                <a:gd name="T54" fmla="*/ 74 w 186"/>
                <a:gd name="T55" fmla="*/ 35 h 185"/>
                <a:gd name="T56" fmla="*/ 73 w 186"/>
                <a:gd name="T57" fmla="*/ 43 h 185"/>
                <a:gd name="T58" fmla="*/ 79 w 186"/>
                <a:gd name="T59" fmla="*/ 59 h 185"/>
                <a:gd name="T60" fmla="*/ 73 w 186"/>
                <a:gd name="T61" fmla="*/ 43 h 185"/>
                <a:gd name="T62" fmla="*/ 79 w 186"/>
                <a:gd name="T63" fmla="*/ 126 h 185"/>
                <a:gd name="T64" fmla="*/ 73 w 186"/>
                <a:gd name="T65" fmla="*/ 142 h 185"/>
                <a:gd name="T66" fmla="*/ 93 w 186"/>
                <a:gd name="T67" fmla="*/ 177 h 185"/>
                <a:gd name="T68" fmla="*/ 93 w 186"/>
                <a:gd name="T69" fmla="*/ 137 h 185"/>
                <a:gd name="T70" fmla="*/ 93 w 186"/>
                <a:gd name="T71" fmla="*/ 177 h 185"/>
                <a:gd name="T72" fmla="*/ 100 w 186"/>
                <a:gd name="T73" fmla="*/ 132 h 185"/>
                <a:gd name="T74" fmla="*/ 116 w 186"/>
                <a:gd name="T75" fmla="*/ 125 h 185"/>
                <a:gd name="T76" fmla="*/ 118 w 186"/>
                <a:gd name="T77" fmla="*/ 103 h 185"/>
                <a:gd name="T78" fmla="*/ 103 w 186"/>
                <a:gd name="T79" fmla="*/ 118 h 185"/>
                <a:gd name="T80" fmla="*/ 83 w 186"/>
                <a:gd name="T81" fmla="*/ 118 h 185"/>
                <a:gd name="T82" fmla="*/ 68 w 186"/>
                <a:gd name="T83" fmla="*/ 103 h 185"/>
                <a:gd name="T84" fmla="*/ 68 w 186"/>
                <a:gd name="T85" fmla="*/ 82 h 185"/>
                <a:gd name="T86" fmla="*/ 83 w 186"/>
                <a:gd name="T87" fmla="*/ 68 h 185"/>
                <a:gd name="T88" fmla="*/ 103 w 186"/>
                <a:gd name="T89" fmla="*/ 68 h 185"/>
                <a:gd name="T90" fmla="*/ 118 w 186"/>
                <a:gd name="T91" fmla="*/ 82 h 185"/>
                <a:gd name="T92" fmla="*/ 118 w 186"/>
                <a:gd name="T93" fmla="*/ 103 h 185"/>
                <a:gd name="T94" fmla="*/ 147 w 186"/>
                <a:gd name="T95" fmla="*/ 65 h 185"/>
                <a:gd name="T96" fmla="*/ 120 w 186"/>
                <a:gd name="T97" fmla="*/ 39 h 185"/>
                <a:gd name="T98" fmla="*/ 133 w 186"/>
                <a:gd name="T99" fmla="*/ 86 h 185"/>
                <a:gd name="T100" fmla="*/ 126 w 186"/>
                <a:gd name="T101" fmla="*/ 69 h 185"/>
                <a:gd name="T102" fmla="*/ 133 w 186"/>
                <a:gd name="T103" fmla="*/ 86 h 185"/>
                <a:gd name="T104" fmla="*/ 142 w 186"/>
                <a:gd name="T105" fmla="*/ 113 h 185"/>
                <a:gd name="T106" fmla="*/ 126 w 186"/>
                <a:gd name="T107" fmla="*/ 107 h 185"/>
                <a:gd name="T108" fmla="*/ 153 w 186"/>
                <a:gd name="T109" fmla="*/ 152 h 185"/>
                <a:gd name="T110" fmla="*/ 125 w 186"/>
                <a:gd name="T111" fmla="*/ 124 h 185"/>
                <a:gd name="T112" fmla="*/ 153 w 186"/>
                <a:gd name="T113" fmla="*/ 152 h 185"/>
                <a:gd name="T114" fmla="*/ 138 w 186"/>
                <a:gd name="T115" fmla="*/ 93 h 185"/>
                <a:gd name="T116" fmla="*/ 177 w 186"/>
                <a:gd name="T117" fmla="*/ 93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86" h="185">
                  <a:moveTo>
                    <a:pt x="93" y="84"/>
                  </a:moveTo>
                  <a:cubicBezTo>
                    <a:pt x="88" y="84"/>
                    <a:pt x="85" y="88"/>
                    <a:pt x="85" y="93"/>
                  </a:cubicBezTo>
                  <a:cubicBezTo>
                    <a:pt x="85" y="97"/>
                    <a:pt x="88" y="101"/>
                    <a:pt x="93" y="101"/>
                  </a:cubicBezTo>
                  <a:cubicBezTo>
                    <a:pt x="98" y="101"/>
                    <a:pt x="101" y="97"/>
                    <a:pt x="101" y="93"/>
                  </a:cubicBezTo>
                  <a:cubicBezTo>
                    <a:pt x="101" y="88"/>
                    <a:pt x="98" y="84"/>
                    <a:pt x="93" y="84"/>
                  </a:cubicBezTo>
                  <a:close/>
                  <a:moveTo>
                    <a:pt x="186" y="93"/>
                  </a:moveTo>
                  <a:cubicBezTo>
                    <a:pt x="186" y="83"/>
                    <a:pt x="174" y="74"/>
                    <a:pt x="154" y="67"/>
                  </a:cubicBezTo>
                  <a:cubicBezTo>
                    <a:pt x="163" y="49"/>
                    <a:pt x="166" y="34"/>
                    <a:pt x="159" y="27"/>
                  </a:cubicBezTo>
                  <a:cubicBezTo>
                    <a:pt x="151" y="20"/>
                    <a:pt x="136" y="22"/>
                    <a:pt x="118" y="32"/>
                  </a:cubicBezTo>
                  <a:cubicBezTo>
                    <a:pt x="112" y="12"/>
                    <a:pt x="103" y="0"/>
                    <a:pt x="93" y="0"/>
                  </a:cubicBezTo>
                  <a:cubicBezTo>
                    <a:pt x="83" y="0"/>
                    <a:pt x="74" y="12"/>
                    <a:pt x="68" y="32"/>
                  </a:cubicBezTo>
                  <a:cubicBezTo>
                    <a:pt x="50" y="22"/>
                    <a:pt x="35" y="20"/>
                    <a:pt x="27" y="27"/>
                  </a:cubicBezTo>
                  <a:cubicBezTo>
                    <a:pt x="20" y="34"/>
                    <a:pt x="23" y="49"/>
                    <a:pt x="32" y="67"/>
                  </a:cubicBezTo>
                  <a:cubicBezTo>
                    <a:pt x="12" y="74"/>
                    <a:pt x="0" y="83"/>
                    <a:pt x="0" y="93"/>
                  </a:cubicBezTo>
                  <a:cubicBezTo>
                    <a:pt x="0" y="103"/>
                    <a:pt x="12" y="112"/>
                    <a:pt x="32" y="118"/>
                  </a:cubicBezTo>
                  <a:cubicBezTo>
                    <a:pt x="23" y="136"/>
                    <a:pt x="20" y="151"/>
                    <a:pt x="27" y="158"/>
                  </a:cubicBezTo>
                  <a:cubicBezTo>
                    <a:pt x="35" y="165"/>
                    <a:pt x="50" y="163"/>
                    <a:pt x="68" y="154"/>
                  </a:cubicBezTo>
                  <a:cubicBezTo>
                    <a:pt x="74" y="173"/>
                    <a:pt x="83" y="185"/>
                    <a:pt x="93" y="185"/>
                  </a:cubicBezTo>
                  <a:cubicBezTo>
                    <a:pt x="103" y="185"/>
                    <a:pt x="112" y="173"/>
                    <a:pt x="118" y="154"/>
                  </a:cubicBezTo>
                  <a:cubicBezTo>
                    <a:pt x="136" y="163"/>
                    <a:pt x="151" y="165"/>
                    <a:pt x="159" y="158"/>
                  </a:cubicBezTo>
                  <a:cubicBezTo>
                    <a:pt x="166" y="151"/>
                    <a:pt x="163" y="136"/>
                    <a:pt x="154" y="118"/>
                  </a:cubicBezTo>
                  <a:cubicBezTo>
                    <a:pt x="174" y="112"/>
                    <a:pt x="186" y="103"/>
                    <a:pt x="186" y="93"/>
                  </a:cubicBezTo>
                  <a:close/>
                  <a:moveTo>
                    <a:pt x="9" y="93"/>
                  </a:moveTo>
                  <a:cubicBezTo>
                    <a:pt x="9" y="85"/>
                    <a:pt x="19" y="79"/>
                    <a:pt x="36" y="74"/>
                  </a:cubicBezTo>
                  <a:cubicBezTo>
                    <a:pt x="39" y="80"/>
                    <a:pt x="43" y="86"/>
                    <a:pt x="48" y="93"/>
                  </a:cubicBezTo>
                  <a:cubicBezTo>
                    <a:pt x="43" y="99"/>
                    <a:pt x="39" y="105"/>
                    <a:pt x="36" y="111"/>
                  </a:cubicBezTo>
                  <a:cubicBezTo>
                    <a:pt x="19" y="107"/>
                    <a:pt x="9" y="100"/>
                    <a:pt x="9" y="93"/>
                  </a:cubicBezTo>
                  <a:close/>
                  <a:moveTo>
                    <a:pt x="60" y="79"/>
                  </a:moveTo>
                  <a:cubicBezTo>
                    <a:pt x="58" y="81"/>
                    <a:pt x="55" y="84"/>
                    <a:pt x="53" y="86"/>
                  </a:cubicBezTo>
                  <a:cubicBezTo>
                    <a:pt x="50" y="81"/>
                    <a:pt x="46" y="77"/>
                    <a:pt x="44" y="72"/>
                  </a:cubicBezTo>
                  <a:cubicBezTo>
                    <a:pt x="49" y="71"/>
                    <a:pt x="54" y="70"/>
                    <a:pt x="60" y="69"/>
                  </a:cubicBezTo>
                  <a:cubicBezTo>
                    <a:pt x="60" y="72"/>
                    <a:pt x="60" y="76"/>
                    <a:pt x="60" y="79"/>
                  </a:cubicBezTo>
                  <a:close/>
                  <a:moveTo>
                    <a:pt x="60" y="116"/>
                  </a:moveTo>
                  <a:cubicBezTo>
                    <a:pt x="54" y="115"/>
                    <a:pt x="49" y="114"/>
                    <a:pt x="44" y="113"/>
                  </a:cubicBezTo>
                  <a:cubicBezTo>
                    <a:pt x="46" y="109"/>
                    <a:pt x="50" y="104"/>
                    <a:pt x="53" y="99"/>
                  </a:cubicBezTo>
                  <a:cubicBezTo>
                    <a:pt x="55" y="102"/>
                    <a:pt x="58" y="104"/>
                    <a:pt x="60" y="107"/>
                  </a:cubicBezTo>
                  <a:cubicBezTo>
                    <a:pt x="60" y="110"/>
                    <a:pt x="60" y="113"/>
                    <a:pt x="60" y="116"/>
                  </a:cubicBezTo>
                  <a:close/>
                  <a:moveTo>
                    <a:pt x="33" y="152"/>
                  </a:moveTo>
                  <a:cubicBezTo>
                    <a:pt x="28" y="147"/>
                    <a:pt x="31" y="135"/>
                    <a:pt x="39" y="120"/>
                  </a:cubicBezTo>
                  <a:cubicBezTo>
                    <a:pt x="46" y="122"/>
                    <a:pt x="53" y="123"/>
                    <a:pt x="61" y="124"/>
                  </a:cubicBezTo>
                  <a:cubicBezTo>
                    <a:pt x="62" y="132"/>
                    <a:pt x="64" y="140"/>
                    <a:pt x="66" y="146"/>
                  </a:cubicBezTo>
                  <a:cubicBezTo>
                    <a:pt x="51" y="155"/>
                    <a:pt x="39" y="158"/>
                    <a:pt x="33" y="152"/>
                  </a:cubicBezTo>
                  <a:close/>
                  <a:moveTo>
                    <a:pt x="61" y="61"/>
                  </a:moveTo>
                  <a:cubicBezTo>
                    <a:pt x="53" y="62"/>
                    <a:pt x="46" y="63"/>
                    <a:pt x="39" y="65"/>
                  </a:cubicBezTo>
                  <a:cubicBezTo>
                    <a:pt x="31" y="50"/>
                    <a:pt x="28" y="38"/>
                    <a:pt x="33" y="33"/>
                  </a:cubicBezTo>
                  <a:cubicBezTo>
                    <a:pt x="39" y="28"/>
                    <a:pt x="51" y="31"/>
                    <a:pt x="66" y="39"/>
                  </a:cubicBezTo>
                  <a:cubicBezTo>
                    <a:pt x="64" y="46"/>
                    <a:pt x="62" y="53"/>
                    <a:pt x="61" y="61"/>
                  </a:cubicBezTo>
                  <a:close/>
                  <a:moveTo>
                    <a:pt x="116" y="60"/>
                  </a:moveTo>
                  <a:cubicBezTo>
                    <a:pt x="113" y="60"/>
                    <a:pt x="110" y="60"/>
                    <a:pt x="107" y="59"/>
                  </a:cubicBezTo>
                  <a:cubicBezTo>
                    <a:pt x="104" y="57"/>
                    <a:pt x="102" y="55"/>
                    <a:pt x="100" y="53"/>
                  </a:cubicBezTo>
                  <a:cubicBezTo>
                    <a:pt x="104" y="49"/>
                    <a:pt x="109" y="46"/>
                    <a:pt x="114" y="43"/>
                  </a:cubicBezTo>
                  <a:cubicBezTo>
                    <a:pt x="115" y="48"/>
                    <a:pt x="116" y="54"/>
                    <a:pt x="116" y="60"/>
                  </a:cubicBezTo>
                  <a:close/>
                  <a:moveTo>
                    <a:pt x="93" y="8"/>
                  </a:moveTo>
                  <a:cubicBezTo>
                    <a:pt x="100" y="8"/>
                    <a:pt x="107" y="19"/>
                    <a:pt x="112" y="35"/>
                  </a:cubicBezTo>
                  <a:cubicBezTo>
                    <a:pt x="106" y="39"/>
                    <a:pt x="99" y="43"/>
                    <a:pt x="93" y="48"/>
                  </a:cubicBezTo>
                  <a:cubicBezTo>
                    <a:pt x="87" y="43"/>
                    <a:pt x="80" y="39"/>
                    <a:pt x="74" y="35"/>
                  </a:cubicBezTo>
                  <a:cubicBezTo>
                    <a:pt x="79" y="19"/>
                    <a:pt x="86" y="8"/>
                    <a:pt x="93" y="8"/>
                  </a:cubicBezTo>
                  <a:close/>
                  <a:moveTo>
                    <a:pt x="73" y="43"/>
                  </a:moveTo>
                  <a:cubicBezTo>
                    <a:pt x="77" y="46"/>
                    <a:pt x="82" y="49"/>
                    <a:pt x="86" y="53"/>
                  </a:cubicBezTo>
                  <a:cubicBezTo>
                    <a:pt x="84" y="55"/>
                    <a:pt x="82" y="57"/>
                    <a:pt x="79" y="59"/>
                  </a:cubicBezTo>
                  <a:cubicBezTo>
                    <a:pt x="76" y="60"/>
                    <a:pt x="73" y="60"/>
                    <a:pt x="70" y="60"/>
                  </a:cubicBezTo>
                  <a:cubicBezTo>
                    <a:pt x="70" y="54"/>
                    <a:pt x="71" y="48"/>
                    <a:pt x="73" y="43"/>
                  </a:cubicBezTo>
                  <a:close/>
                  <a:moveTo>
                    <a:pt x="70" y="125"/>
                  </a:moveTo>
                  <a:cubicBezTo>
                    <a:pt x="73" y="126"/>
                    <a:pt x="76" y="126"/>
                    <a:pt x="79" y="126"/>
                  </a:cubicBezTo>
                  <a:cubicBezTo>
                    <a:pt x="82" y="128"/>
                    <a:pt x="84" y="130"/>
                    <a:pt x="86" y="132"/>
                  </a:cubicBezTo>
                  <a:cubicBezTo>
                    <a:pt x="82" y="136"/>
                    <a:pt x="77" y="139"/>
                    <a:pt x="73" y="142"/>
                  </a:cubicBezTo>
                  <a:cubicBezTo>
                    <a:pt x="71" y="137"/>
                    <a:pt x="70" y="131"/>
                    <a:pt x="70" y="125"/>
                  </a:cubicBezTo>
                  <a:close/>
                  <a:moveTo>
                    <a:pt x="93" y="177"/>
                  </a:moveTo>
                  <a:cubicBezTo>
                    <a:pt x="86" y="177"/>
                    <a:pt x="79" y="167"/>
                    <a:pt x="74" y="150"/>
                  </a:cubicBezTo>
                  <a:cubicBezTo>
                    <a:pt x="80" y="147"/>
                    <a:pt x="87" y="142"/>
                    <a:pt x="93" y="137"/>
                  </a:cubicBezTo>
                  <a:cubicBezTo>
                    <a:pt x="99" y="142"/>
                    <a:pt x="106" y="147"/>
                    <a:pt x="112" y="150"/>
                  </a:cubicBezTo>
                  <a:cubicBezTo>
                    <a:pt x="107" y="167"/>
                    <a:pt x="100" y="177"/>
                    <a:pt x="93" y="177"/>
                  </a:cubicBezTo>
                  <a:close/>
                  <a:moveTo>
                    <a:pt x="114" y="142"/>
                  </a:moveTo>
                  <a:cubicBezTo>
                    <a:pt x="109" y="139"/>
                    <a:pt x="104" y="136"/>
                    <a:pt x="100" y="132"/>
                  </a:cubicBezTo>
                  <a:cubicBezTo>
                    <a:pt x="102" y="130"/>
                    <a:pt x="104" y="128"/>
                    <a:pt x="107" y="126"/>
                  </a:cubicBezTo>
                  <a:cubicBezTo>
                    <a:pt x="110" y="126"/>
                    <a:pt x="113" y="126"/>
                    <a:pt x="116" y="125"/>
                  </a:cubicBezTo>
                  <a:cubicBezTo>
                    <a:pt x="116" y="131"/>
                    <a:pt x="115" y="137"/>
                    <a:pt x="114" y="142"/>
                  </a:cubicBezTo>
                  <a:close/>
                  <a:moveTo>
                    <a:pt x="118" y="103"/>
                  </a:moveTo>
                  <a:cubicBezTo>
                    <a:pt x="116" y="106"/>
                    <a:pt x="113" y="108"/>
                    <a:pt x="111" y="111"/>
                  </a:cubicBezTo>
                  <a:cubicBezTo>
                    <a:pt x="108" y="113"/>
                    <a:pt x="106" y="115"/>
                    <a:pt x="103" y="118"/>
                  </a:cubicBezTo>
                  <a:cubicBezTo>
                    <a:pt x="100" y="118"/>
                    <a:pt x="97" y="118"/>
                    <a:pt x="93" y="118"/>
                  </a:cubicBezTo>
                  <a:cubicBezTo>
                    <a:pt x="89" y="118"/>
                    <a:pt x="86" y="118"/>
                    <a:pt x="83" y="118"/>
                  </a:cubicBezTo>
                  <a:cubicBezTo>
                    <a:pt x="80" y="115"/>
                    <a:pt x="78" y="113"/>
                    <a:pt x="75" y="111"/>
                  </a:cubicBezTo>
                  <a:cubicBezTo>
                    <a:pt x="73" y="108"/>
                    <a:pt x="70" y="106"/>
                    <a:pt x="68" y="103"/>
                  </a:cubicBezTo>
                  <a:cubicBezTo>
                    <a:pt x="68" y="100"/>
                    <a:pt x="68" y="96"/>
                    <a:pt x="68" y="93"/>
                  </a:cubicBezTo>
                  <a:cubicBezTo>
                    <a:pt x="68" y="89"/>
                    <a:pt x="68" y="86"/>
                    <a:pt x="68" y="82"/>
                  </a:cubicBezTo>
                  <a:cubicBezTo>
                    <a:pt x="70" y="80"/>
                    <a:pt x="73" y="77"/>
                    <a:pt x="75" y="75"/>
                  </a:cubicBezTo>
                  <a:cubicBezTo>
                    <a:pt x="78" y="72"/>
                    <a:pt x="80" y="70"/>
                    <a:pt x="83" y="68"/>
                  </a:cubicBezTo>
                  <a:cubicBezTo>
                    <a:pt x="86" y="67"/>
                    <a:pt x="89" y="67"/>
                    <a:pt x="93" y="67"/>
                  </a:cubicBezTo>
                  <a:cubicBezTo>
                    <a:pt x="97" y="67"/>
                    <a:pt x="100" y="67"/>
                    <a:pt x="103" y="68"/>
                  </a:cubicBezTo>
                  <a:cubicBezTo>
                    <a:pt x="106" y="70"/>
                    <a:pt x="108" y="72"/>
                    <a:pt x="111" y="75"/>
                  </a:cubicBezTo>
                  <a:cubicBezTo>
                    <a:pt x="113" y="77"/>
                    <a:pt x="116" y="80"/>
                    <a:pt x="118" y="82"/>
                  </a:cubicBezTo>
                  <a:cubicBezTo>
                    <a:pt x="118" y="86"/>
                    <a:pt x="118" y="89"/>
                    <a:pt x="118" y="93"/>
                  </a:cubicBezTo>
                  <a:cubicBezTo>
                    <a:pt x="118" y="96"/>
                    <a:pt x="118" y="100"/>
                    <a:pt x="118" y="103"/>
                  </a:cubicBezTo>
                  <a:close/>
                  <a:moveTo>
                    <a:pt x="153" y="33"/>
                  </a:moveTo>
                  <a:cubicBezTo>
                    <a:pt x="158" y="38"/>
                    <a:pt x="155" y="50"/>
                    <a:pt x="147" y="65"/>
                  </a:cubicBezTo>
                  <a:cubicBezTo>
                    <a:pt x="140" y="63"/>
                    <a:pt x="133" y="62"/>
                    <a:pt x="125" y="61"/>
                  </a:cubicBezTo>
                  <a:cubicBezTo>
                    <a:pt x="124" y="53"/>
                    <a:pt x="122" y="46"/>
                    <a:pt x="120" y="39"/>
                  </a:cubicBezTo>
                  <a:cubicBezTo>
                    <a:pt x="135" y="31"/>
                    <a:pt x="147" y="28"/>
                    <a:pt x="153" y="33"/>
                  </a:cubicBezTo>
                  <a:close/>
                  <a:moveTo>
                    <a:pt x="133" y="86"/>
                  </a:moveTo>
                  <a:cubicBezTo>
                    <a:pt x="131" y="84"/>
                    <a:pt x="128" y="81"/>
                    <a:pt x="126" y="79"/>
                  </a:cubicBezTo>
                  <a:cubicBezTo>
                    <a:pt x="126" y="76"/>
                    <a:pt x="126" y="72"/>
                    <a:pt x="126" y="69"/>
                  </a:cubicBezTo>
                  <a:cubicBezTo>
                    <a:pt x="132" y="70"/>
                    <a:pt x="137" y="71"/>
                    <a:pt x="142" y="72"/>
                  </a:cubicBezTo>
                  <a:cubicBezTo>
                    <a:pt x="140" y="77"/>
                    <a:pt x="136" y="81"/>
                    <a:pt x="133" y="86"/>
                  </a:cubicBezTo>
                  <a:close/>
                  <a:moveTo>
                    <a:pt x="133" y="99"/>
                  </a:moveTo>
                  <a:cubicBezTo>
                    <a:pt x="136" y="104"/>
                    <a:pt x="140" y="109"/>
                    <a:pt x="142" y="113"/>
                  </a:cubicBezTo>
                  <a:cubicBezTo>
                    <a:pt x="137" y="114"/>
                    <a:pt x="132" y="115"/>
                    <a:pt x="126" y="116"/>
                  </a:cubicBezTo>
                  <a:cubicBezTo>
                    <a:pt x="126" y="113"/>
                    <a:pt x="126" y="110"/>
                    <a:pt x="126" y="107"/>
                  </a:cubicBezTo>
                  <a:cubicBezTo>
                    <a:pt x="129" y="104"/>
                    <a:pt x="131" y="102"/>
                    <a:pt x="133" y="99"/>
                  </a:cubicBezTo>
                  <a:close/>
                  <a:moveTo>
                    <a:pt x="153" y="152"/>
                  </a:moveTo>
                  <a:cubicBezTo>
                    <a:pt x="147" y="158"/>
                    <a:pt x="135" y="155"/>
                    <a:pt x="120" y="146"/>
                  </a:cubicBezTo>
                  <a:cubicBezTo>
                    <a:pt x="122" y="140"/>
                    <a:pt x="124" y="132"/>
                    <a:pt x="125" y="124"/>
                  </a:cubicBezTo>
                  <a:cubicBezTo>
                    <a:pt x="133" y="123"/>
                    <a:pt x="140" y="122"/>
                    <a:pt x="147" y="120"/>
                  </a:cubicBezTo>
                  <a:cubicBezTo>
                    <a:pt x="155" y="135"/>
                    <a:pt x="158" y="147"/>
                    <a:pt x="153" y="152"/>
                  </a:cubicBezTo>
                  <a:close/>
                  <a:moveTo>
                    <a:pt x="150" y="111"/>
                  </a:moveTo>
                  <a:cubicBezTo>
                    <a:pt x="147" y="105"/>
                    <a:pt x="143" y="99"/>
                    <a:pt x="138" y="93"/>
                  </a:cubicBezTo>
                  <a:cubicBezTo>
                    <a:pt x="143" y="86"/>
                    <a:pt x="147" y="80"/>
                    <a:pt x="150" y="74"/>
                  </a:cubicBezTo>
                  <a:cubicBezTo>
                    <a:pt x="167" y="79"/>
                    <a:pt x="177" y="85"/>
                    <a:pt x="177" y="93"/>
                  </a:cubicBezTo>
                  <a:cubicBezTo>
                    <a:pt x="177" y="100"/>
                    <a:pt x="167" y="107"/>
                    <a:pt x="150" y="111"/>
                  </a:cubicBezTo>
                  <a:close/>
                </a:path>
              </a:pathLst>
            </a:custGeom>
            <a:solidFill>
              <a:schemeClr val="bg1"/>
            </a:solidFill>
            <a:ln>
              <a:noFill/>
            </a:ln>
          </p:spPr>
          <p:txBody>
            <a:bodyPr anchor="ctr"/>
            <a:lstStyle/>
            <a:p>
              <a:pPr algn="ctr"/>
              <a:endParaRPr sz="12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mn-lt"/>
              </a:endParaRPr>
            </a:p>
          </p:txBody>
        </p:sp>
      </p:grpSp>
      <p:grpSp>
        <p:nvGrpSpPr>
          <p:cNvPr id="9" name="组合 8"/>
          <p:cNvGrpSpPr/>
          <p:nvPr/>
        </p:nvGrpSpPr>
        <p:grpSpPr>
          <a:xfrm>
            <a:off x="7037114" y="5104659"/>
            <a:ext cx="707843" cy="707843"/>
            <a:chOff x="7037114" y="5104659"/>
            <a:chExt cx="707843" cy="707843"/>
          </a:xfrm>
        </p:grpSpPr>
        <p:sp>
          <p:nvSpPr>
            <p:cNvPr id="66" name="Oval 37"/>
            <p:cNvSpPr>
              <a:spLocks noChangeAspect="1"/>
            </p:cNvSpPr>
            <p:nvPr/>
          </p:nvSpPr>
          <p:spPr>
            <a:xfrm>
              <a:off x="7037114" y="5104659"/>
              <a:ext cx="707843" cy="707843"/>
            </a:xfrm>
            <a:prstGeom prst="ellipse">
              <a:avLst/>
            </a:prstGeom>
            <a:solidFill>
              <a:schemeClr val="accent1"/>
            </a:solidFill>
            <a:ln w="12700">
              <a:noFill/>
            </a:ln>
            <a:effectLst>
              <a:outerShdw blurRad="190500" dist="38100" dir="2700000" algn="tl" rotWithShape="0">
                <a:prstClr val="black">
                  <a:alpha val="3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algn="ctr"/>
              <a:endParaRPr sz="12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mn-lt"/>
              </a:endParaRPr>
            </a:p>
          </p:txBody>
        </p:sp>
        <p:sp>
          <p:nvSpPr>
            <p:cNvPr id="67" name="Freeform: Shape 36"/>
            <p:cNvSpPr/>
            <p:nvPr/>
          </p:nvSpPr>
          <p:spPr bwMode="auto">
            <a:xfrm>
              <a:off x="7229407" y="5296012"/>
              <a:ext cx="323262" cy="325139"/>
            </a:xfrm>
            <a:custGeom>
              <a:avLst/>
              <a:gdLst>
                <a:gd name="T0" fmla="*/ 173 w 189"/>
                <a:gd name="T1" fmla="*/ 17 h 190"/>
                <a:gd name="T2" fmla="*/ 113 w 189"/>
                <a:gd name="T3" fmla="*/ 17 h 190"/>
                <a:gd name="T4" fmla="*/ 101 w 189"/>
                <a:gd name="T5" fmla="*/ 45 h 190"/>
                <a:gd name="T6" fmla="*/ 37 w 189"/>
                <a:gd name="T7" fmla="*/ 117 h 190"/>
                <a:gd name="T8" fmla="*/ 29 w 189"/>
                <a:gd name="T9" fmla="*/ 135 h 190"/>
                <a:gd name="T10" fmla="*/ 33 w 189"/>
                <a:gd name="T11" fmla="*/ 148 h 190"/>
                <a:gd name="T12" fmla="*/ 21 w 189"/>
                <a:gd name="T13" fmla="*/ 174 h 190"/>
                <a:gd name="T14" fmla="*/ 21 w 189"/>
                <a:gd name="T15" fmla="*/ 177 h 190"/>
                <a:gd name="T16" fmla="*/ 4 w 189"/>
                <a:gd name="T17" fmla="*/ 182 h 190"/>
                <a:gd name="T18" fmla="*/ 4 w 189"/>
                <a:gd name="T19" fmla="*/ 181 h 190"/>
                <a:gd name="T20" fmla="*/ 0 w 189"/>
                <a:gd name="T21" fmla="*/ 186 h 190"/>
                <a:gd name="T22" fmla="*/ 4 w 189"/>
                <a:gd name="T23" fmla="*/ 190 h 190"/>
                <a:gd name="T24" fmla="*/ 4 w 189"/>
                <a:gd name="T25" fmla="*/ 190 h 190"/>
                <a:gd name="T26" fmla="*/ 28 w 189"/>
                <a:gd name="T27" fmla="*/ 182 h 190"/>
                <a:gd name="T28" fmla="*/ 29 w 189"/>
                <a:gd name="T29" fmla="*/ 172 h 190"/>
                <a:gd name="T30" fmla="*/ 38 w 189"/>
                <a:gd name="T31" fmla="*/ 154 h 190"/>
                <a:gd name="T32" fmla="*/ 54 w 189"/>
                <a:gd name="T33" fmla="*/ 160 h 190"/>
                <a:gd name="T34" fmla="*/ 72 w 189"/>
                <a:gd name="T35" fmla="*/ 153 h 190"/>
                <a:gd name="T36" fmla="*/ 144 w 189"/>
                <a:gd name="T37" fmla="*/ 89 h 190"/>
                <a:gd name="T38" fmla="*/ 173 w 189"/>
                <a:gd name="T39" fmla="*/ 76 h 190"/>
                <a:gd name="T40" fmla="*/ 173 w 189"/>
                <a:gd name="T41" fmla="*/ 17 h 190"/>
                <a:gd name="T42" fmla="*/ 66 w 189"/>
                <a:gd name="T43" fmla="*/ 147 h 190"/>
                <a:gd name="T44" fmla="*/ 54 w 189"/>
                <a:gd name="T45" fmla="*/ 152 h 190"/>
                <a:gd name="T46" fmla="*/ 38 w 189"/>
                <a:gd name="T47" fmla="*/ 135 h 190"/>
                <a:gd name="T48" fmla="*/ 42 w 189"/>
                <a:gd name="T49" fmla="*/ 123 h 190"/>
                <a:gd name="T50" fmla="*/ 102 w 189"/>
                <a:gd name="T51" fmla="*/ 57 h 190"/>
                <a:gd name="T52" fmla="*/ 113 w 189"/>
                <a:gd name="T53" fmla="*/ 76 h 190"/>
                <a:gd name="T54" fmla="*/ 133 w 189"/>
                <a:gd name="T55" fmla="*/ 87 h 190"/>
                <a:gd name="T56" fmla="*/ 66 w 189"/>
                <a:gd name="T57" fmla="*/ 147 h 190"/>
                <a:gd name="T58" fmla="*/ 167 w 189"/>
                <a:gd name="T59" fmla="*/ 70 h 190"/>
                <a:gd name="T60" fmla="*/ 119 w 189"/>
                <a:gd name="T61" fmla="*/ 70 h 190"/>
                <a:gd name="T62" fmla="*/ 119 w 189"/>
                <a:gd name="T63" fmla="*/ 23 h 190"/>
                <a:gd name="T64" fmla="*/ 167 w 189"/>
                <a:gd name="T65" fmla="*/ 23 h 190"/>
                <a:gd name="T66" fmla="*/ 167 w 189"/>
                <a:gd name="T67" fmla="*/ 70 h 190"/>
                <a:gd name="T68" fmla="*/ 78 w 189"/>
                <a:gd name="T69" fmla="*/ 105 h 190"/>
                <a:gd name="T70" fmla="*/ 84 w 189"/>
                <a:gd name="T71" fmla="*/ 111 h 190"/>
                <a:gd name="T72" fmla="*/ 111 w 189"/>
                <a:gd name="T73" fmla="*/ 90 h 190"/>
                <a:gd name="T74" fmla="*/ 99 w 189"/>
                <a:gd name="T75" fmla="*/ 78 h 190"/>
                <a:gd name="T76" fmla="*/ 78 w 189"/>
                <a:gd name="T77" fmla="*/ 105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89" h="190">
                  <a:moveTo>
                    <a:pt x="173" y="17"/>
                  </a:moveTo>
                  <a:cubicBezTo>
                    <a:pt x="156" y="0"/>
                    <a:pt x="130" y="0"/>
                    <a:pt x="113" y="17"/>
                  </a:cubicBezTo>
                  <a:cubicBezTo>
                    <a:pt x="105" y="25"/>
                    <a:pt x="101" y="35"/>
                    <a:pt x="101" y="45"/>
                  </a:cubicBezTo>
                  <a:cubicBezTo>
                    <a:pt x="37" y="117"/>
                    <a:pt x="37" y="117"/>
                    <a:pt x="37" y="117"/>
                  </a:cubicBezTo>
                  <a:cubicBezTo>
                    <a:pt x="32" y="122"/>
                    <a:pt x="29" y="128"/>
                    <a:pt x="29" y="135"/>
                  </a:cubicBezTo>
                  <a:cubicBezTo>
                    <a:pt x="29" y="140"/>
                    <a:pt x="30" y="144"/>
                    <a:pt x="33" y="148"/>
                  </a:cubicBezTo>
                  <a:cubicBezTo>
                    <a:pt x="21" y="155"/>
                    <a:pt x="16" y="161"/>
                    <a:pt x="21" y="174"/>
                  </a:cubicBezTo>
                  <a:cubicBezTo>
                    <a:pt x="21" y="176"/>
                    <a:pt x="21" y="177"/>
                    <a:pt x="21" y="177"/>
                  </a:cubicBezTo>
                  <a:cubicBezTo>
                    <a:pt x="19" y="180"/>
                    <a:pt x="10" y="181"/>
                    <a:pt x="4" y="182"/>
                  </a:cubicBezTo>
                  <a:cubicBezTo>
                    <a:pt x="4" y="182"/>
                    <a:pt x="4" y="181"/>
                    <a:pt x="4" y="181"/>
                  </a:cubicBezTo>
                  <a:cubicBezTo>
                    <a:pt x="1" y="181"/>
                    <a:pt x="0" y="183"/>
                    <a:pt x="0" y="186"/>
                  </a:cubicBezTo>
                  <a:cubicBezTo>
                    <a:pt x="0" y="188"/>
                    <a:pt x="1" y="190"/>
                    <a:pt x="4" y="190"/>
                  </a:cubicBezTo>
                  <a:cubicBezTo>
                    <a:pt x="4" y="190"/>
                    <a:pt x="4" y="190"/>
                    <a:pt x="4" y="190"/>
                  </a:cubicBezTo>
                  <a:cubicBezTo>
                    <a:pt x="7" y="190"/>
                    <a:pt x="22" y="190"/>
                    <a:pt x="28" y="182"/>
                  </a:cubicBezTo>
                  <a:cubicBezTo>
                    <a:pt x="29" y="180"/>
                    <a:pt x="30" y="176"/>
                    <a:pt x="29" y="172"/>
                  </a:cubicBezTo>
                  <a:cubicBezTo>
                    <a:pt x="26" y="164"/>
                    <a:pt x="27" y="161"/>
                    <a:pt x="38" y="154"/>
                  </a:cubicBezTo>
                  <a:cubicBezTo>
                    <a:pt x="43" y="158"/>
                    <a:pt x="48" y="160"/>
                    <a:pt x="54" y="160"/>
                  </a:cubicBezTo>
                  <a:cubicBezTo>
                    <a:pt x="61" y="160"/>
                    <a:pt x="68" y="158"/>
                    <a:pt x="72" y="153"/>
                  </a:cubicBezTo>
                  <a:cubicBezTo>
                    <a:pt x="144" y="89"/>
                    <a:pt x="144" y="89"/>
                    <a:pt x="144" y="89"/>
                  </a:cubicBezTo>
                  <a:cubicBezTo>
                    <a:pt x="155" y="88"/>
                    <a:pt x="165" y="84"/>
                    <a:pt x="173" y="76"/>
                  </a:cubicBezTo>
                  <a:cubicBezTo>
                    <a:pt x="189" y="60"/>
                    <a:pt x="189" y="33"/>
                    <a:pt x="173" y="17"/>
                  </a:cubicBezTo>
                  <a:close/>
                  <a:moveTo>
                    <a:pt x="66" y="147"/>
                  </a:moveTo>
                  <a:cubicBezTo>
                    <a:pt x="63" y="150"/>
                    <a:pt x="59" y="152"/>
                    <a:pt x="54" y="152"/>
                  </a:cubicBezTo>
                  <a:cubicBezTo>
                    <a:pt x="45" y="152"/>
                    <a:pt x="38" y="144"/>
                    <a:pt x="38" y="135"/>
                  </a:cubicBezTo>
                  <a:cubicBezTo>
                    <a:pt x="38" y="130"/>
                    <a:pt x="39" y="126"/>
                    <a:pt x="42" y="123"/>
                  </a:cubicBezTo>
                  <a:cubicBezTo>
                    <a:pt x="102" y="57"/>
                    <a:pt x="102" y="57"/>
                    <a:pt x="102" y="57"/>
                  </a:cubicBezTo>
                  <a:cubicBezTo>
                    <a:pt x="104" y="64"/>
                    <a:pt x="108" y="71"/>
                    <a:pt x="113" y="76"/>
                  </a:cubicBezTo>
                  <a:cubicBezTo>
                    <a:pt x="119" y="82"/>
                    <a:pt x="126" y="86"/>
                    <a:pt x="133" y="87"/>
                  </a:cubicBezTo>
                  <a:lnTo>
                    <a:pt x="66" y="147"/>
                  </a:lnTo>
                  <a:close/>
                  <a:moveTo>
                    <a:pt x="167" y="70"/>
                  </a:moveTo>
                  <a:cubicBezTo>
                    <a:pt x="154" y="84"/>
                    <a:pt x="132" y="84"/>
                    <a:pt x="119" y="70"/>
                  </a:cubicBezTo>
                  <a:cubicBezTo>
                    <a:pt x="106" y="57"/>
                    <a:pt x="106" y="36"/>
                    <a:pt x="119" y="23"/>
                  </a:cubicBezTo>
                  <a:cubicBezTo>
                    <a:pt x="132" y="10"/>
                    <a:pt x="154" y="10"/>
                    <a:pt x="167" y="23"/>
                  </a:cubicBezTo>
                  <a:cubicBezTo>
                    <a:pt x="180" y="36"/>
                    <a:pt x="180" y="57"/>
                    <a:pt x="167" y="70"/>
                  </a:cubicBezTo>
                  <a:close/>
                  <a:moveTo>
                    <a:pt x="78" y="105"/>
                  </a:moveTo>
                  <a:cubicBezTo>
                    <a:pt x="84" y="111"/>
                    <a:pt x="84" y="111"/>
                    <a:pt x="84" y="111"/>
                  </a:cubicBezTo>
                  <a:cubicBezTo>
                    <a:pt x="111" y="90"/>
                    <a:pt x="111" y="90"/>
                    <a:pt x="111" y="90"/>
                  </a:cubicBezTo>
                  <a:cubicBezTo>
                    <a:pt x="99" y="78"/>
                    <a:pt x="99" y="78"/>
                    <a:pt x="99" y="78"/>
                  </a:cubicBezTo>
                  <a:lnTo>
                    <a:pt x="78" y="105"/>
                  </a:lnTo>
                  <a:close/>
                </a:path>
              </a:pathLst>
            </a:custGeom>
            <a:solidFill>
              <a:schemeClr val="bg1"/>
            </a:solidFill>
            <a:ln>
              <a:noFill/>
            </a:ln>
          </p:spPr>
          <p:txBody>
            <a:bodyPr anchor="ctr"/>
            <a:lstStyle/>
            <a:p>
              <a:pPr algn="ctr"/>
              <a:endParaRPr sz="12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mn-lt"/>
              </a:endParaRPr>
            </a:p>
          </p:txBody>
        </p:sp>
      </p:grpSp>
      <p:grpSp>
        <p:nvGrpSpPr>
          <p:cNvPr id="6" name="组合 5"/>
          <p:cNvGrpSpPr/>
          <p:nvPr/>
        </p:nvGrpSpPr>
        <p:grpSpPr>
          <a:xfrm>
            <a:off x="4430940" y="5104659"/>
            <a:ext cx="707843" cy="707843"/>
            <a:chOff x="4430940" y="5104659"/>
            <a:chExt cx="707843" cy="707843"/>
          </a:xfrm>
        </p:grpSpPr>
        <p:sp>
          <p:nvSpPr>
            <p:cNvPr id="68" name="Oval 39"/>
            <p:cNvSpPr>
              <a:spLocks noChangeAspect="1"/>
            </p:cNvSpPr>
            <p:nvPr/>
          </p:nvSpPr>
          <p:spPr>
            <a:xfrm>
              <a:off x="4430940" y="5104659"/>
              <a:ext cx="707843" cy="707843"/>
            </a:xfrm>
            <a:prstGeom prst="ellipse">
              <a:avLst/>
            </a:prstGeom>
            <a:solidFill>
              <a:srgbClr val="587DB8"/>
            </a:solidFill>
            <a:ln w="12700">
              <a:noFill/>
            </a:ln>
            <a:effectLst>
              <a:outerShdw blurRad="190500" dist="38100" dir="2700000" algn="tl" rotWithShape="0">
                <a:prstClr val="black">
                  <a:alpha val="3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algn="ctr"/>
              <a:endParaRPr sz="12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mn-lt"/>
              </a:endParaRPr>
            </a:p>
          </p:txBody>
        </p:sp>
        <p:sp>
          <p:nvSpPr>
            <p:cNvPr id="69" name="Freeform: Shape 40"/>
            <p:cNvSpPr/>
            <p:nvPr/>
          </p:nvSpPr>
          <p:spPr bwMode="auto">
            <a:xfrm>
              <a:off x="4685001" y="5302710"/>
              <a:ext cx="199722" cy="312123"/>
            </a:xfrm>
            <a:custGeom>
              <a:avLst/>
              <a:gdLst>
                <a:gd name="T0" fmla="*/ 55 w 118"/>
                <a:gd name="T1" fmla="*/ 118 h 185"/>
                <a:gd name="T2" fmla="*/ 51 w 118"/>
                <a:gd name="T3" fmla="*/ 122 h 185"/>
                <a:gd name="T4" fmla="*/ 55 w 118"/>
                <a:gd name="T5" fmla="*/ 126 h 185"/>
                <a:gd name="T6" fmla="*/ 59 w 118"/>
                <a:gd name="T7" fmla="*/ 122 h 185"/>
                <a:gd name="T8" fmla="*/ 55 w 118"/>
                <a:gd name="T9" fmla="*/ 118 h 185"/>
                <a:gd name="T10" fmla="*/ 46 w 118"/>
                <a:gd name="T11" fmla="*/ 152 h 185"/>
                <a:gd name="T12" fmla="*/ 42 w 118"/>
                <a:gd name="T13" fmla="*/ 156 h 185"/>
                <a:gd name="T14" fmla="*/ 46 w 118"/>
                <a:gd name="T15" fmla="*/ 160 h 185"/>
                <a:gd name="T16" fmla="*/ 51 w 118"/>
                <a:gd name="T17" fmla="*/ 156 h 185"/>
                <a:gd name="T18" fmla="*/ 46 w 118"/>
                <a:gd name="T19" fmla="*/ 152 h 185"/>
                <a:gd name="T20" fmla="*/ 51 w 118"/>
                <a:gd name="T21" fmla="*/ 93 h 185"/>
                <a:gd name="T22" fmla="*/ 42 w 118"/>
                <a:gd name="T23" fmla="*/ 84 h 185"/>
                <a:gd name="T24" fmla="*/ 34 w 118"/>
                <a:gd name="T25" fmla="*/ 93 h 185"/>
                <a:gd name="T26" fmla="*/ 42 w 118"/>
                <a:gd name="T27" fmla="*/ 101 h 185"/>
                <a:gd name="T28" fmla="*/ 51 w 118"/>
                <a:gd name="T29" fmla="*/ 93 h 185"/>
                <a:gd name="T30" fmla="*/ 110 w 118"/>
                <a:gd name="T31" fmla="*/ 0 h 185"/>
                <a:gd name="T32" fmla="*/ 8 w 118"/>
                <a:gd name="T33" fmla="*/ 0 h 185"/>
                <a:gd name="T34" fmla="*/ 0 w 118"/>
                <a:gd name="T35" fmla="*/ 8 h 185"/>
                <a:gd name="T36" fmla="*/ 0 w 118"/>
                <a:gd name="T37" fmla="*/ 17 h 185"/>
                <a:gd name="T38" fmla="*/ 8 w 118"/>
                <a:gd name="T39" fmla="*/ 25 h 185"/>
                <a:gd name="T40" fmla="*/ 17 w 118"/>
                <a:gd name="T41" fmla="*/ 25 h 185"/>
                <a:gd name="T42" fmla="*/ 17 w 118"/>
                <a:gd name="T43" fmla="*/ 143 h 185"/>
                <a:gd name="T44" fmla="*/ 59 w 118"/>
                <a:gd name="T45" fmla="*/ 185 h 185"/>
                <a:gd name="T46" fmla="*/ 101 w 118"/>
                <a:gd name="T47" fmla="*/ 143 h 185"/>
                <a:gd name="T48" fmla="*/ 101 w 118"/>
                <a:gd name="T49" fmla="*/ 25 h 185"/>
                <a:gd name="T50" fmla="*/ 110 w 118"/>
                <a:gd name="T51" fmla="*/ 25 h 185"/>
                <a:gd name="T52" fmla="*/ 118 w 118"/>
                <a:gd name="T53" fmla="*/ 17 h 185"/>
                <a:gd name="T54" fmla="*/ 118 w 118"/>
                <a:gd name="T55" fmla="*/ 8 h 185"/>
                <a:gd name="T56" fmla="*/ 110 w 118"/>
                <a:gd name="T57" fmla="*/ 0 h 185"/>
                <a:gd name="T58" fmla="*/ 93 w 118"/>
                <a:gd name="T59" fmla="*/ 143 h 185"/>
                <a:gd name="T60" fmla="*/ 59 w 118"/>
                <a:gd name="T61" fmla="*/ 177 h 185"/>
                <a:gd name="T62" fmla="*/ 25 w 118"/>
                <a:gd name="T63" fmla="*/ 143 h 185"/>
                <a:gd name="T64" fmla="*/ 25 w 118"/>
                <a:gd name="T65" fmla="*/ 55 h 185"/>
                <a:gd name="T66" fmla="*/ 45 w 118"/>
                <a:gd name="T67" fmla="*/ 59 h 185"/>
                <a:gd name="T68" fmla="*/ 57 w 118"/>
                <a:gd name="T69" fmla="*/ 57 h 185"/>
                <a:gd name="T70" fmla="*/ 82 w 118"/>
                <a:gd name="T71" fmla="*/ 47 h 185"/>
                <a:gd name="T72" fmla="*/ 93 w 118"/>
                <a:gd name="T73" fmla="*/ 43 h 185"/>
                <a:gd name="T74" fmla="*/ 93 w 118"/>
                <a:gd name="T75" fmla="*/ 143 h 185"/>
                <a:gd name="T76" fmla="*/ 93 w 118"/>
                <a:gd name="T77" fmla="*/ 34 h 185"/>
                <a:gd name="T78" fmla="*/ 79 w 118"/>
                <a:gd name="T79" fmla="*/ 40 h 185"/>
                <a:gd name="T80" fmla="*/ 55 w 118"/>
                <a:gd name="T81" fmla="*/ 50 h 185"/>
                <a:gd name="T82" fmla="*/ 25 w 118"/>
                <a:gd name="T83" fmla="*/ 46 h 185"/>
                <a:gd name="T84" fmla="*/ 25 w 118"/>
                <a:gd name="T85" fmla="*/ 25 h 185"/>
                <a:gd name="T86" fmla="*/ 93 w 118"/>
                <a:gd name="T87" fmla="*/ 25 h 185"/>
                <a:gd name="T88" fmla="*/ 93 w 118"/>
                <a:gd name="T89" fmla="*/ 34 h 185"/>
                <a:gd name="T90" fmla="*/ 110 w 118"/>
                <a:gd name="T91" fmla="*/ 17 h 185"/>
                <a:gd name="T92" fmla="*/ 8 w 118"/>
                <a:gd name="T93" fmla="*/ 17 h 185"/>
                <a:gd name="T94" fmla="*/ 8 w 118"/>
                <a:gd name="T95" fmla="*/ 8 h 185"/>
                <a:gd name="T96" fmla="*/ 110 w 118"/>
                <a:gd name="T97" fmla="*/ 8 h 185"/>
                <a:gd name="T98" fmla="*/ 110 w 118"/>
                <a:gd name="T99" fmla="*/ 17 h 185"/>
                <a:gd name="T100" fmla="*/ 72 w 118"/>
                <a:gd name="T101" fmla="*/ 135 h 185"/>
                <a:gd name="T102" fmla="*/ 68 w 118"/>
                <a:gd name="T103" fmla="*/ 139 h 185"/>
                <a:gd name="T104" fmla="*/ 72 w 118"/>
                <a:gd name="T105" fmla="*/ 143 h 185"/>
                <a:gd name="T106" fmla="*/ 76 w 118"/>
                <a:gd name="T107" fmla="*/ 139 h 185"/>
                <a:gd name="T108" fmla="*/ 72 w 118"/>
                <a:gd name="T109" fmla="*/ 135 h 185"/>
                <a:gd name="T110" fmla="*/ 76 w 118"/>
                <a:gd name="T111" fmla="*/ 67 h 185"/>
                <a:gd name="T112" fmla="*/ 68 w 118"/>
                <a:gd name="T113" fmla="*/ 76 h 185"/>
                <a:gd name="T114" fmla="*/ 76 w 118"/>
                <a:gd name="T115" fmla="*/ 84 h 185"/>
                <a:gd name="T116" fmla="*/ 84 w 118"/>
                <a:gd name="T117" fmla="*/ 76 h 185"/>
                <a:gd name="T118" fmla="*/ 76 w 118"/>
                <a:gd name="T119" fmla="*/ 67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18" h="185">
                  <a:moveTo>
                    <a:pt x="55" y="118"/>
                  </a:moveTo>
                  <a:cubicBezTo>
                    <a:pt x="53" y="118"/>
                    <a:pt x="51" y="120"/>
                    <a:pt x="51" y="122"/>
                  </a:cubicBezTo>
                  <a:cubicBezTo>
                    <a:pt x="51" y="124"/>
                    <a:pt x="53" y="126"/>
                    <a:pt x="55" y="126"/>
                  </a:cubicBezTo>
                  <a:cubicBezTo>
                    <a:pt x="57" y="126"/>
                    <a:pt x="59" y="124"/>
                    <a:pt x="59" y="122"/>
                  </a:cubicBezTo>
                  <a:cubicBezTo>
                    <a:pt x="59" y="120"/>
                    <a:pt x="57" y="118"/>
                    <a:pt x="55" y="118"/>
                  </a:cubicBezTo>
                  <a:close/>
                  <a:moveTo>
                    <a:pt x="46" y="152"/>
                  </a:moveTo>
                  <a:cubicBezTo>
                    <a:pt x="44" y="152"/>
                    <a:pt x="42" y="154"/>
                    <a:pt x="42" y="156"/>
                  </a:cubicBezTo>
                  <a:cubicBezTo>
                    <a:pt x="42" y="158"/>
                    <a:pt x="44" y="160"/>
                    <a:pt x="46" y="160"/>
                  </a:cubicBezTo>
                  <a:cubicBezTo>
                    <a:pt x="49" y="160"/>
                    <a:pt x="51" y="158"/>
                    <a:pt x="51" y="156"/>
                  </a:cubicBezTo>
                  <a:cubicBezTo>
                    <a:pt x="51" y="154"/>
                    <a:pt x="49" y="152"/>
                    <a:pt x="46" y="152"/>
                  </a:cubicBezTo>
                  <a:close/>
                  <a:moveTo>
                    <a:pt x="51" y="93"/>
                  </a:moveTo>
                  <a:cubicBezTo>
                    <a:pt x="51" y="88"/>
                    <a:pt x="47" y="84"/>
                    <a:pt x="42" y="84"/>
                  </a:cubicBezTo>
                  <a:cubicBezTo>
                    <a:pt x="38" y="84"/>
                    <a:pt x="34" y="88"/>
                    <a:pt x="34" y="93"/>
                  </a:cubicBezTo>
                  <a:cubicBezTo>
                    <a:pt x="34" y="97"/>
                    <a:pt x="38" y="101"/>
                    <a:pt x="42" y="101"/>
                  </a:cubicBezTo>
                  <a:cubicBezTo>
                    <a:pt x="47" y="101"/>
                    <a:pt x="51" y="97"/>
                    <a:pt x="51" y="93"/>
                  </a:cubicBezTo>
                  <a:close/>
                  <a:moveTo>
                    <a:pt x="110" y="0"/>
                  </a:moveTo>
                  <a:cubicBezTo>
                    <a:pt x="8" y="0"/>
                    <a:pt x="8" y="0"/>
                    <a:pt x="8" y="0"/>
                  </a:cubicBezTo>
                  <a:cubicBezTo>
                    <a:pt x="4" y="0"/>
                    <a:pt x="0" y="4"/>
                    <a:pt x="0" y="8"/>
                  </a:cubicBezTo>
                  <a:cubicBezTo>
                    <a:pt x="0" y="17"/>
                    <a:pt x="0" y="17"/>
                    <a:pt x="0" y="17"/>
                  </a:cubicBezTo>
                  <a:cubicBezTo>
                    <a:pt x="0" y="21"/>
                    <a:pt x="4" y="25"/>
                    <a:pt x="8" y="25"/>
                  </a:cubicBezTo>
                  <a:cubicBezTo>
                    <a:pt x="17" y="25"/>
                    <a:pt x="17" y="25"/>
                    <a:pt x="17" y="25"/>
                  </a:cubicBezTo>
                  <a:cubicBezTo>
                    <a:pt x="17" y="143"/>
                    <a:pt x="17" y="143"/>
                    <a:pt x="17" y="143"/>
                  </a:cubicBezTo>
                  <a:cubicBezTo>
                    <a:pt x="17" y="166"/>
                    <a:pt x="36" y="185"/>
                    <a:pt x="59" y="185"/>
                  </a:cubicBezTo>
                  <a:cubicBezTo>
                    <a:pt x="82" y="185"/>
                    <a:pt x="101" y="166"/>
                    <a:pt x="101" y="143"/>
                  </a:cubicBezTo>
                  <a:cubicBezTo>
                    <a:pt x="101" y="25"/>
                    <a:pt x="101" y="25"/>
                    <a:pt x="101" y="25"/>
                  </a:cubicBezTo>
                  <a:cubicBezTo>
                    <a:pt x="110" y="25"/>
                    <a:pt x="110" y="25"/>
                    <a:pt x="110" y="25"/>
                  </a:cubicBezTo>
                  <a:cubicBezTo>
                    <a:pt x="114" y="25"/>
                    <a:pt x="118" y="21"/>
                    <a:pt x="118" y="17"/>
                  </a:cubicBezTo>
                  <a:cubicBezTo>
                    <a:pt x="118" y="8"/>
                    <a:pt x="118" y="8"/>
                    <a:pt x="118" y="8"/>
                  </a:cubicBezTo>
                  <a:cubicBezTo>
                    <a:pt x="118" y="4"/>
                    <a:pt x="114" y="0"/>
                    <a:pt x="110" y="0"/>
                  </a:cubicBezTo>
                  <a:close/>
                  <a:moveTo>
                    <a:pt x="93" y="143"/>
                  </a:moveTo>
                  <a:cubicBezTo>
                    <a:pt x="93" y="162"/>
                    <a:pt x="78" y="177"/>
                    <a:pt x="59" y="177"/>
                  </a:cubicBezTo>
                  <a:cubicBezTo>
                    <a:pt x="40" y="177"/>
                    <a:pt x="25" y="162"/>
                    <a:pt x="25" y="143"/>
                  </a:cubicBezTo>
                  <a:cubicBezTo>
                    <a:pt x="25" y="55"/>
                    <a:pt x="25" y="55"/>
                    <a:pt x="25" y="55"/>
                  </a:cubicBezTo>
                  <a:cubicBezTo>
                    <a:pt x="31" y="57"/>
                    <a:pt x="38" y="59"/>
                    <a:pt x="45" y="59"/>
                  </a:cubicBezTo>
                  <a:cubicBezTo>
                    <a:pt x="49" y="59"/>
                    <a:pt x="53" y="58"/>
                    <a:pt x="57" y="57"/>
                  </a:cubicBezTo>
                  <a:cubicBezTo>
                    <a:pt x="68" y="54"/>
                    <a:pt x="76" y="50"/>
                    <a:pt x="82" y="47"/>
                  </a:cubicBezTo>
                  <a:cubicBezTo>
                    <a:pt x="86" y="45"/>
                    <a:pt x="90" y="44"/>
                    <a:pt x="93" y="43"/>
                  </a:cubicBezTo>
                  <a:lnTo>
                    <a:pt x="93" y="143"/>
                  </a:lnTo>
                  <a:close/>
                  <a:moveTo>
                    <a:pt x="93" y="34"/>
                  </a:moveTo>
                  <a:cubicBezTo>
                    <a:pt x="88" y="36"/>
                    <a:pt x="84" y="38"/>
                    <a:pt x="79" y="40"/>
                  </a:cubicBezTo>
                  <a:cubicBezTo>
                    <a:pt x="72" y="43"/>
                    <a:pt x="65" y="46"/>
                    <a:pt x="55" y="50"/>
                  </a:cubicBezTo>
                  <a:cubicBezTo>
                    <a:pt x="44" y="53"/>
                    <a:pt x="34" y="50"/>
                    <a:pt x="25" y="46"/>
                  </a:cubicBezTo>
                  <a:cubicBezTo>
                    <a:pt x="25" y="25"/>
                    <a:pt x="25" y="25"/>
                    <a:pt x="25" y="25"/>
                  </a:cubicBezTo>
                  <a:cubicBezTo>
                    <a:pt x="93" y="25"/>
                    <a:pt x="93" y="25"/>
                    <a:pt x="93" y="25"/>
                  </a:cubicBezTo>
                  <a:lnTo>
                    <a:pt x="93" y="34"/>
                  </a:lnTo>
                  <a:close/>
                  <a:moveTo>
                    <a:pt x="110" y="17"/>
                  </a:moveTo>
                  <a:cubicBezTo>
                    <a:pt x="8" y="17"/>
                    <a:pt x="8" y="17"/>
                    <a:pt x="8" y="17"/>
                  </a:cubicBezTo>
                  <a:cubicBezTo>
                    <a:pt x="8" y="8"/>
                    <a:pt x="8" y="8"/>
                    <a:pt x="8" y="8"/>
                  </a:cubicBezTo>
                  <a:cubicBezTo>
                    <a:pt x="110" y="8"/>
                    <a:pt x="110" y="8"/>
                    <a:pt x="110" y="8"/>
                  </a:cubicBezTo>
                  <a:lnTo>
                    <a:pt x="110" y="17"/>
                  </a:lnTo>
                  <a:close/>
                  <a:moveTo>
                    <a:pt x="72" y="135"/>
                  </a:moveTo>
                  <a:cubicBezTo>
                    <a:pt x="69" y="135"/>
                    <a:pt x="68" y="137"/>
                    <a:pt x="68" y="139"/>
                  </a:cubicBezTo>
                  <a:cubicBezTo>
                    <a:pt x="68" y="141"/>
                    <a:pt x="69" y="143"/>
                    <a:pt x="72" y="143"/>
                  </a:cubicBezTo>
                  <a:cubicBezTo>
                    <a:pt x="74" y="143"/>
                    <a:pt x="76" y="141"/>
                    <a:pt x="76" y="139"/>
                  </a:cubicBezTo>
                  <a:cubicBezTo>
                    <a:pt x="76" y="137"/>
                    <a:pt x="74" y="135"/>
                    <a:pt x="72" y="135"/>
                  </a:cubicBezTo>
                  <a:close/>
                  <a:moveTo>
                    <a:pt x="76" y="67"/>
                  </a:moveTo>
                  <a:cubicBezTo>
                    <a:pt x="71" y="67"/>
                    <a:pt x="68" y="71"/>
                    <a:pt x="68" y="76"/>
                  </a:cubicBezTo>
                  <a:cubicBezTo>
                    <a:pt x="68" y="80"/>
                    <a:pt x="71" y="84"/>
                    <a:pt x="76" y="84"/>
                  </a:cubicBezTo>
                  <a:cubicBezTo>
                    <a:pt x="81" y="84"/>
                    <a:pt x="84" y="80"/>
                    <a:pt x="84" y="76"/>
                  </a:cubicBezTo>
                  <a:cubicBezTo>
                    <a:pt x="84" y="71"/>
                    <a:pt x="81" y="67"/>
                    <a:pt x="76" y="67"/>
                  </a:cubicBezTo>
                  <a:close/>
                </a:path>
              </a:pathLst>
            </a:custGeom>
            <a:solidFill>
              <a:schemeClr val="bg1"/>
            </a:solidFill>
            <a:ln>
              <a:noFill/>
            </a:ln>
          </p:spPr>
          <p:txBody>
            <a:bodyPr anchor="ctr"/>
            <a:lstStyle/>
            <a:p>
              <a:pPr algn="ctr"/>
              <a:endParaRPr sz="12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mn-lt"/>
              </a:endParaRPr>
            </a:p>
          </p:txBody>
        </p:sp>
      </p:grpSp>
      <p:grpSp>
        <p:nvGrpSpPr>
          <p:cNvPr id="70" name="组合 69"/>
          <p:cNvGrpSpPr/>
          <p:nvPr/>
        </p:nvGrpSpPr>
        <p:grpSpPr>
          <a:xfrm>
            <a:off x="7942888" y="2056656"/>
            <a:ext cx="2888656" cy="915997"/>
            <a:chOff x="8539843" y="2130483"/>
            <a:chExt cx="2775857" cy="880227"/>
          </a:xfrm>
        </p:grpSpPr>
        <p:sp>
          <p:nvSpPr>
            <p:cNvPr id="95" name="矩形 94"/>
            <p:cNvSpPr/>
            <p:nvPr/>
          </p:nvSpPr>
          <p:spPr>
            <a:xfrm>
              <a:off x="8539844" y="2514021"/>
              <a:ext cx="2775856" cy="496689"/>
            </a:xfrm>
            <a:prstGeom prst="rect">
              <a:avLst/>
            </a:prstGeom>
          </p:spPr>
          <p:txBody>
            <a:bodyPr wrap="square">
              <a:spAutoFit/>
              <a:scene3d>
                <a:camera prst="orthographicFront"/>
                <a:lightRig rig="threePt" dir="t"/>
              </a:scene3d>
              <a:sp3d contourW="12700"/>
            </a:bodyPr>
            <a:lstStyle/>
            <a:p>
              <a:pPr>
                <a:lnSpc>
                  <a:spcPct val="120000"/>
                </a:lnSpc>
                <a:defRPr/>
              </a:pPr>
              <a:r>
                <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mn-lt"/>
                </a:rPr>
                <a:t>用户可以在投影仪或者计算机上进行演示也可以将文稿打印出来</a:t>
              </a:r>
              <a:endPar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mn-lt"/>
              </a:endParaRPr>
            </a:p>
          </p:txBody>
        </p:sp>
        <p:sp>
          <p:nvSpPr>
            <p:cNvPr id="96" name="矩形 95"/>
            <p:cNvSpPr/>
            <p:nvPr/>
          </p:nvSpPr>
          <p:spPr>
            <a:xfrm>
              <a:off x="8539843" y="2130483"/>
              <a:ext cx="2164600" cy="413753"/>
            </a:xfrm>
            <a:prstGeom prst="rect">
              <a:avLst/>
            </a:prstGeom>
          </p:spPr>
          <p:txBody>
            <a:bodyPr wrap="square">
              <a:spAutoFit/>
              <a:scene3d>
                <a:camera prst="orthographicFront"/>
                <a:lightRig rig="threePt" dir="t"/>
              </a:scene3d>
              <a:sp3d contourW="12700"/>
            </a:bodyPr>
            <a:lstStyle/>
            <a:p>
              <a:pPr>
                <a:lnSpc>
                  <a:spcPct val="120000"/>
                </a:lnSpc>
                <a:defRPr/>
              </a:pPr>
              <a:r>
                <a:rPr lang="zh-CN" altLang="en-US" sz="2000" b="1"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mn-lt"/>
                </a:rPr>
                <a:t>添加标题</a:t>
              </a:r>
              <a:endParaRPr lang="zh-CN" altLang="en-US" sz="2000" b="1"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mn-lt"/>
              </a:endParaRPr>
            </a:p>
          </p:txBody>
        </p:sp>
      </p:grpSp>
      <p:grpSp>
        <p:nvGrpSpPr>
          <p:cNvPr id="71" name="组合 70"/>
          <p:cNvGrpSpPr/>
          <p:nvPr/>
        </p:nvGrpSpPr>
        <p:grpSpPr>
          <a:xfrm>
            <a:off x="8544427" y="3458396"/>
            <a:ext cx="2888656" cy="1012940"/>
            <a:chOff x="8539843" y="2037326"/>
            <a:chExt cx="2775857" cy="973384"/>
          </a:xfrm>
        </p:grpSpPr>
        <p:sp>
          <p:nvSpPr>
            <p:cNvPr id="93" name="矩形 92"/>
            <p:cNvSpPr/>
            <p:nvPr/>
          </p:nvSpPr>
          <p:spPr>
            <a:xfrm>
              <a:off x="8539844" y="2514021"/>
              <a:ext cx="2775856" cy="496689"/>
            </a:xfrm>
            <a:prstGeom prst="rect">
              <a:avLst/>
            </a:prstGeom>
          </p:spPr>
          <p:txBody>
            <a:bodyPr wrap="square">
              <a:spAutoFit/>
              <a:scene3d>
                <a:camera prst="orthographicFront"/>
                <a:lightRig rig="threePt" dir="t"/>
              </a:scene3d>
              <a:sp3d contourW="12700"/>
            </a:bodyPr>
            <a:lstStyle/>
            <a:p>
              <a:pPr>
                <a:lnSpc>
                  <a:spcPct val="120000"/>
                </a:lnSpc>
                <a:defRPr/>
              </a:pPr>
              <a:r>
                <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mn-lt"/>
                </a:rPr>
                <a:t>用户可以在投影仪或者计算机上进行演示也可以将文稿打印出来</a:t>
              </a:r>
              <a:endPar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mn-lt"/>
              </a:endParaRPr>
            </a:p>
          </p:txBody>
        </p:sp>
        <p:sp>
          <p:nvSpPr>
            <p:cNvPr id="94" name="矩形 93"/>
            <p:cNvSpPr/>
            <p:nvPr/>
          </p:nvSpPr>
          <p:spPr>
            <a:xfrm>
              <a:off x="8539843" y="2037326"/>
              <a:ext cx="2164600" cy="413753"/>
            </a:xfrm>
            <a:prstGeom prst="rect">
              <a:avLst/>
            </a:prstGeom>
          </p:spPr>
          <p:txBody>
            <a:bodyPr wrap="square">
              <a:spAutoFit/>
              <a:scene3d>
                <a:camera prst="orthographicFront"/>
                <a:lightRig rig="threePt" dir="t"/>
              </a:scene3d>
              <a:sp3d contourW="12700"/>
            </a:bodyPr>
            <a:lstStyle/>
            <a:p>
              <a:pPr>
                <a:lnSpc>
                  <a:spcPct val="120000"/>
                </a:lnSpc>
                <a:defRPr/>
              </a:pPr>
              <a:r>
                <a:rPr lang="zh-CN" altLang="en-US" sz="2000" b="1"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mn-lt"/>
                </a:rPr>
                <a:t>添加标题</a:t>
              </a:r>
              <a:endParaRPr lang="zh-CN" altLang="en-US" sz="2000" b="1"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mn-lt"/>
              </a:endParaRPr>
            </a:p>
          </p:txBody>
        </p:sp>
      </p:grpSp>
      <p:grpSp>
        <p:nvGrpSpPr>
          <p:cNvPr id="77" name="组合 76"/>
          <p:cNvGrpSpPr/>
          <p:nvPr/>
        </p:nvGrpSpPr>
        <p:grpSpPr>
          <a:xfrm>
            <a:off x="7942888" y="4958109"/>
            <a:ext cx="2888656" cy="964157"/>
            <a:chOff x="8539843" y="2084204"/>
            <a:chExt cx="2775857" cy="926506"/>
          </a:xfrm>
        </p:grpSpPr>
        <p:sp>
          <p:nvSpPr>
            <p:cNvPr id="91" name="矩形 90"/>
            <p:cNvSpPr/>
            <p:nvPr/>
          </p:nvSpPr>
          <p:spPr>
            <a:xfrm>
              <a:off x="8539844" y="2514021"/>
              <a:ext cx="2775856" cy="496689"/>
            </a:xfrm>
            <a:prstGeom prst="rect">
              <a:avLst/>
            </a:prstGeom>
          </p:spPr>
          <p:txBody>
            <a:bodyPr wrap="square">
              <a:spAutoFit/>
              <a:scene3d>
                <a:camera prst="orthographicFront"/>
                <a:lightRig rig="threePt" dir="t"/>
              </a:scene3d>
              <a:sp3d contourW="12700"/>
            </a:bodyPr>
            <a:lstStyle/>
            <a:p>
              <a:pPr>
                <a:lnSpc>
                  <a:spcPct val="120000"/>
                </a:lnSpc>
                <a:defRPr/>
              </a:pPr>
              <a:r>
                <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mn-lt"/>
                </a:rPr>
                <a:t>用户可以在投影仪或者计算机上进行演示也可以将文稿打印出来</a:t>
              </a:r>
              <a:endPar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mn-lt"/>
              </a:endParaRPr>
            </a:p>
          </p:txBody>
        </p:sp>
        <p:sp>
          <p:nvSpPr>
            <p:cNvPr id="92" name="矩形 91"/>
            <p:cNvSpPr/>
            <p:nvPr/>
          </p:nvSpPr>
          <p:spPr>
            <a:xfrm>
              <a:off x="8539843" y="2084204"/>
              <a:ext cx="2164600" cy="413753"/>
            </a:xfrm>
            <a:prstGeom prst="rect">
              <a:avLst/>
            </a:prstGeom>
          </p:spPr>
          <p:txBody>
            <a:bodyPr wrap="square">
              <a:spAutoFit/>
              <a:scene3d>
                <a:camera prst="orthographicFront"/>
                <a:lightRig rig="threePt" dir="t"/>
              </a:scene3d>
              <a:sp3d contourW="12700"/>
            </a:bodyPr>
            <a:lstStyle/>
            <a:p>
              <a:pPr>
                <a:lnSpc>
                  <a:spcPct val="120000"/>
                </a:lnSpc>
                <a:defRPr/>
              </a:pPr>
              <a:r>
                <a:rPr lang="zh-CN" altLang="en-US" sz="2000" b="1"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mn-lt"/>
                </a:rPr>
                <a:t>添加标题</a:t>
              </a:r>
              <a:endParaRPr lang="zh-CN" altLang="en-US" sz="2000" b="1"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mn-lt"/>
              </a:endParaRPr>
            </a:p>
          </p:txBody>
        </p:sp>
      </p:grpSp>
      <p:grpSp>
        <p:nvGrpSpPr>
          <p:cNvPr id="78" name="组合 77"/>
          <p:cNvGrpSpPr/>
          <p:nvPr/>
        </p:nvGrpSpPr>
        <p:grpSpPr>
          <a:xfrm>
            <a:off x="1344354" y="1923023"/>
            <a:ext cx="2888655" cy="1038424"/>
            <a:chOff x="8539844" y="2012837"/>
            <a:chExt cx="2775856" cy="997873"/>
          </a:xfrm>
        </p:grpSpPr>
        <p:sp>
          <p:nvSpPr>
            <p:cNvPr id="89" name="矩形 88"/>
            <p:cNvSpPr/>
            <p:nvPr/>
          </p:nvSpPr>
          <p:spPr>
            <a:xfrm>
              <a:off x="8539844" y="2514021"/>
              <a:ext cx="2775856" cy="496689"/>
            </a:xfrm>
            <a:prstGeom prst="rect">
              <a:avLst/>
            </a:prstGeom>
          </p:spPr>
          <p:txBody>
            <a:bodyPr wrap="square">
              <a:spAutoFit/>
              <a:scene3d>
                <a:camera prst="orthographicFront"/>
                <a:lightRig rig="threePt" dir="t"/>
              </a:scene3d>
              <a:sp3d contourW="12700"/>
            </a:bodyPr>
            <a:lstStyle/>
            <a:p>
              <a:pPr algn="r">
                <a:lnSpc>
                  <a:spcPct val="120000"/>
                </a:lnSpc>
                <a:defRPr/>
              </a:pPr>
              <a:r>
                <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mn-lt"/>
                </a:rPr>
                <a:t>用户可以在投影仪或者计算机上进行演示也可以将文稿打印出来</a:t>
              </a:r>
              <a:endPar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mn-lt"/>
              </a:endParaRPr>
            </a:p>
          </p:txBody>
        </p:sp>
        <p:sp>
          <p:nvSpPr>
            <p:cNvPr id="90" name="矩形 89"/>
            <p:cNvSpPr/>
            <p:nvPr/>
          </p:nvSpPr>
          <p:spPr>
            <a:xfrm>
              <a:off x="9151100" y="2012837"/>
              <a:ext cx="2164600" cy="413753"/>
            </a:xfrm>
            <a:prstGeom prst="rect">
              <a:avLst/>
            </a:prstGeom>
          </p:spPr>
          <p:txBody>
            <a:bodyPr wrap="square">
              <a:spAutoFit/>
              <a:scene3d>
                <a:camera prst="orthographicFront"/>
                <a:lightRig rig="threePt" dir="t"/>
              </a:scene3d>
              <a:sp3d contourW="12700"/>
            </a:bodyPr>
            <a:lstStyle/>
            <a:p>
              <a:pPr algn="r">
                <a:lnSpc>
                  <a:spcPct val="120000"/>
                </a:lnSpc>
                <a:defRPr/>
              </a:pPr>
              <a:r>
                <a:rPr lang="zh-CN" altLang="en-US" sz="2000" b="1"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mn-lt"/>
                </a:rPr>
                <a:t>添加标题</a:t>
              </a:r>
              <a:endParaRPr lang="zh-CN" altLang="en-US" sz="2000" b="1"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mn-lt"/>
              </a:endParaRPr>
            </a:p>
          </p:txBody>
        </p:sp>
      </p:grpSp>
      <p:grpSp>
        <p:nvGrpSpPr>
          <p:cNvPr id="82" name="组合 81"/>
          <p:cNvGrpSpPr/>
          <p:nvPr/>
        </p:nvGrpSpPr>
        <p:grpSpPr>
          <a:xfrm>
            <a:off x="1344354" y="5005861"/>
            <a:ext cx="2888655" cy="964157"/>
            <a:chOff x="8539844" y="2084204"/>
            <a:chExt cx="2775856" cy="926506"/>
          </a:xfrm>
        </p:grpSpPr>
        <p:sp>
          <p:nvSpPr>
            <p:cNvPr id="87" name="矩形 86"/>
            <p:cNvSpPr/>
            <p:nvPr/>
          </p:nvSpPr>
          <p:spPr>
            <a:xfrm>
              <a:off x="8539844" y="2514021"/>
              <a:ext cx="2775856" cy="496689"/>
            </a:xfrm>
            <a:prstGeom prst="rect">
              <a:avLst/>
            </a:prstGeom>
          </p:spPr>
          <p:txBody>
            <a:bodyPr wrap="square">
              <a:spAutoFit/>
              <a:scene3d>
                <a:camera prst="orthographicFront"/>
                <a:lightRig rig="threePt" dir="t"/>
              </a:scene3d>
              <a:sp3d contourW="12700"/>
            </a:bodyPr>
            <a:lstStyle/>
            <a:p>
              <a:pPr algn="r">
                <a:lnSpc>
                  <a:spcPct val="120000"/>
                </a:lnSpc>
                <a:defRPr/>
              </a:pPr>
              <a:r>
                <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mn-lt"/>
                </a:rPr>
                <a:t>用户可以在投影仪或者计算机上进行演示也可以将文稿打印出来</a:t>
              </a:r>
              <a:endPar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mn-lt"/>
              </a:endParaRPr>
            </a:p>
          </p:txBody>
        </p:sp>
        <p:sp>
          <p:nvSpPr>
            <p:cNvPr id="88" name="矩形 87"/>
            <p:cNvSpPr/>
            <p:nvPr/>
          </p:nvSpPr>
          <p:spPr>
            <a:xfrm>
              <a:off x="9151100" y="2084204"/>
              <a:ext cx="2164600" cy="413753"/>
            </a:xfrm>
            <a:prstGeom prst="rect">
              <a:avLst/>
            </a:prstGeom>
          </p:spPr>
          <p:txBody>
            <a:bodyPr wrap="square">
              <a:spAutoFit/>
              <a:scene3d>
                <a:camera prst="orthographicFront"/>
                <a:lightRig rig="threePt" dir="t"/>
              </a:scene3d>
              <a:sp3d contourW="12700"/>
            </a:bodyPr>
            <a:lstStyle/>
            <a:p>
              <a:pPr algn="r">
                <a:lnSpc>
                  <a:spcPct val="120000"/>
                </a:lnSpc>
                <a:defRPr/>
              </a:pPr>
              <a:r>
                <a:rPr lang="zh-CN" altLang="en-US" sz="2000" b="1"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mn-lt"/>
                </a:rPr>
                <a:t>添加标题</a:t>
              </a:r>
              <a:endParaRPr lang="zh-CN" altLang="en-US" sz="2000" b="1"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mn-lt"/>
              </a:endParaRPr>
            </a:p>
          </p:txBody>
        </p:sp>
      </p:grpSp>
      <p:grpSp>
        <p:nvGrpSpPr>
          <p:cNvPr id="83" name="组合 82"/>
          <p:cNvGrpSpPr/>
          <p:nvPr/>
        </p:nvGrpSpPr>
        <p:grpSpPr>
          <a:xfrm>
            <a:off x="758917" y="3471424"/>
            <a:ext cx="2888655" cy="999912"/>
            <a:chOff x="8539844" y="2049845"/>
            <a:chExt cx="2775856" cy="960865"/>
          </a:xfrm>
        </p:grpSpPr>
        <p:sp>
          <p:nvSpPr>
            <p:cNvPr id="84" name="矩形 83"/>
            <p:cNvSpPr/>
            <p:nvPr/>
          </p:nvSpPr>
          <p:spPr>
            <a:xfrm>
              <a:off x="8539844" y="2514021"/>
              <a:ext cx="2775856" cy="496689"/>
            </a:xfrm>
            <a:prstGeom prst="rect">
              <a:avLst/>
            </a:prstGeom>
          </p:spPr>
          <p:txBody>
            <a:bodyPr wrap="square">
              <a:spAutoFit/>
              <a:scene3d>
                <a:camera prst="orthographicFront"/>
                <a:lightRig rig="threePt" dir="t"/>
              </a:scene3d>
              <a:sp3d contourW="12700"/>
            </a:bodyPr>
            <a:lstStyle/>
            <a:p>
              <a:pPr algn="r">
                <a:lnSpc>
                  <a:spcPct val="120000"/>
                </a:lnSpc>
                <a:defRPr/>
              </a:pPr>
              <a:r>
                <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mn-lt"/>
                </a:rPr>
                <a:t>用户可以在投影仪或者计算机上进行演示也可以将文稿打印出来</a:t>
              </a:r>
              <a:endPar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mn-lt"/>
              </a:endParaRPr>
            </a:p>
          </p:txBody>
        </p:sp>
        <p:sp>
          <p:nvSpPr>
            <p:cNvPr id="86" name="矩形 85"/>
            <p:cNvSpPr/>
            <p:nvPr/>
          </p:nvSpPr>
          <p:spPr>
            <a:xfrm>
              <a:off x="9151100" y="2049845"/>
              <a:ext cx="2164600" cy="413753"/>
            </a:xfrm>
            <a:prstGeom prst="rect">
              <a:avLst/>
            </a:prstGeom>
          </p:spPr>
          <p:txBody>
            <a:bodyPr wrap="square">
              <a:spAutoFit/>
              <a:scene3d>
                <a:camera prst="orthographicFront"/>
                <a:lightRig rig="threePt" dir="t"/>
              </a:scene3d>
              <a:sp3d contourW="12700"/>
            </a:bodyPr>
            <a:lstStyle/>
            <a:p>
              <a:pPr algn="r">
                <a:lnSpc>
                  <a:spcPct val="120000"/>
                </a:lnSpc>
                <a:defRPr/>
              </a:pPr>
              <a:r>
                <a:rPr lang="zh-CN" altLang="en-US" sz="2000" b="1"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mn-lt"/>
                </a:rPr>
                <a:t>添加标题</a:t>
              </a:r>
              <a:endParaRPr lang="zh-CN" altLang="en-US" sz="2000" b="1"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mn-lt"/>
              </a:endParaRPr>
            </a:p>
          </p:txBody>
        </p:sp>
      </p:grpSp>
      <p:grpSp>
        <p:nvGrpSpPr>
          <p:cNvPr id="114" name="组合 113"/>
          <p:cNvGrpSpPr/>
          <p:nvPr/>
        </p:nvGrpSpPr>
        <p:grpSpPr>
          <a:xfrm>
            <a:off x="942702" y="876582"/>
            <a:ext cx="2483440" cy="677108"/>
            <a:chOff x="250371" y="432445"/>
            <a:chExt cx="2483440" cy="677108"/>
          </a:xfrm>
        </p:grpSpPr>
        <p:sp>
          <p:nvSpPr>
            <p:cNvPr id="115" name="1"/>
            <p:cNvSpPr/>
            <p:nvPr/>
          </p:nvSpPr>
          <p:spPr>
            <a:xfrm flipV="1">
              <a:off x="250371" y="503428"/>
              <a:ext cx="144000" cy="527747"/>
            </a:xfrm>
            <a:prstGeom prst="rect">
              <a:avLst/>
            </a:prstGeom>
            <a:solidFill>
              <a:srgbClr val="587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panose="020B0500000000000000" pitchFamily="34" charset="-122"/>
                <a:ea typeface="思源黑体" panose="020B0500000000000000" pitchFamily="34" charset="-122"/>
              </a:endParaRPr>
            </a:p>
          </p:txBody>
        </p:sp>
        <p:sp>
          <p:nvSpPr>
            <p:cNvPr id="116" name="文本框 115"/>
            <p:cNvSpPr txBox="1"/>
            <p:nvPr/>
          </p:nvSpPr>
          <p:spPr>
            <a:xfrm>
              <a:off x="468735" y="432445"/>
              <a:ext cx="2265076" cy="523220"/>
            </a:xfrm>
            <a:prstGeom prst="rect">
              <a:avLst/>
            </a:prstGeom>
            <a:noFill/>
          </p:spPr>
          <p:txBody>
            <a:bodyPr wrap="square" rtlCol="0">
              <a:spAutoFit/>
            </a:bodyPr>
            <a:lstStyle/>
            <a:p>
              <a:r>
                <a:rPr lang="en-US" altLang="zh-CN" sz="2800" b="1" dirty="0">
                  <a:solidFill>
                    <a:srgbClr val="2E5596"/>
                  </a:solidFill>
                  <a:latin typeface="思源黑体" panose="020B0500000000000000" pitchFamily="34" charset="-122"/>
                  <a:ea typeface="思源黑体" panose="020B0500000000000000" pitchFamily="34" charset="-122"/>
                </a:rPr>
                <a:t>01/</a:t>
              </a:r>
              <a:r>
                <a:rPr lang="zh-CN" altLang="en-US" sz="2800" b="1" dirty="0">
                  <a:solidFill>
                    <a:srgbClr val="2E5596"/>
                  </a:solidFill>
                  <a:latin typeface="思源黑体" panose="020B0500000000000000" pitchFamily="34" charset="-122"/>
                  <a:ea typeface="思源黑体" panose="020B0500000000000000" pitchFamily="34" charset="-122"/>
                </a:rPr>
                <a:t>工作回顾</a:t>
              </a:r>
              <a:endParaRPr lang="zh-CN" altLang="en-US" sz="2800" b="1" dirty="0">
                <a:solidFill>
                  <a:srgbClr val="2E5596"/>
                </a:solidFill>
                <a:latin typeface="思源黑体" panose="020B0500000000000000" pitchFamily="34" charset="-122"/>
                <a:ea typeface="思源黑体" panose="020B0500000000000000" pitchFamily="34" charset="-122"/>
              </a:endParaRPr>
            </a:p>
          </p:txBody>
        </p:sp>
        <p:sp>
          <p:nvSpPr>
            <p:cNvPr id="117" name="文本框 116"/>
            <p:cNvSpPr txBox="1"/>
            <p:nvPr/>
          </p:nvSpPr>
          <p:spPr>
            <a:xfrm>
              <a:off x="468735" y="801776"/>
              <a:ext cx="2265076" cy="307777"/>
            </a:xfrm>
            <a:prstGeom prst="rect">
              <a:avLst/>
            </a:prstGeom>
            <a:noFill/>
          </p:spPr>
          <p:txBody>
            <a:bodyPr wrap="square" rtlCol="0">
              <a:spAutoFit/>
            </a:bodyPr>
            <a:lstStyle/>
            <a:p>
              <a:r>
                <a:rPr lang="en-US" altLang="zh-CN" sz="1400" dirty="0">
                  <a:solidFill>
                    <a:schemeClr val="tx1">
                      <a:lumMod val="65000"/>
                      <a:lumOff val="35000"/>
                    </a:schemeClr>
                  </a:solidFill>
                  <a:latin typeface="思源黑体" panose="020B0500000000000000" pitchFamily="34" charset="-122"/>
                  <a:ea typeface="思源黑体" panose="020B0500000000000000" pitchFamily="34" charset="-122"/>
                </a:rPr>
                <a:t>Mid year work summary</a:t>
              </a:r>
              <a:endParaRPr lang="en-US" altLang="zh-CN" sz="1400" dirty="0">
                <a:solidFill>
                  <a:schemeClr val="tx1">
                    <a:lumMod val="65000"/>
                    <a:lumOff val="35000"/>
                  </a:schemeClr>
                </a:solidFill>
                <a:latin typeface="思源黑体" panose="020B0500000000000000" pitchFamily="34" charset="-122"/>
                <a:ea typeface="思源黑体" panose="020B0500000000000000"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4"/>
                                        </p:tgtEl>
                                        <p:attrNameLst>
                                          <p:attrName>style.visibility</p:attrName>
                                        </p:attrNameLst>
                                      </p:cBhvr>
                                      <p:to>
                                        <p:strVal val="visible"/>
                                      </p:to>
                                    </p:set>
                                    <p:animEffect transition="in" filter="fade">
                                      <p:cBhvr>
                                        <p:cTn id="7" dur="500"/>
                                        <p:tgtEl>
                                          <p:spTgt spid="1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4"/>
                                        </p:tgtEl>
                                        <p:attrNameLst>
                                          <p:attrName>style.visibility</p:attrName>
                                        </p:attrNameLst>
                                      </p:cBhvr>
                                      <p:to>
                                        <p:strVal val="visible"/>
                                      </p:to>
                                    </p:set>
                                    <p:animEffect transition="in" filter="fade">
                                      <p:cBhvr>
                                        <p:cTn id="12" dur="500"/>
                                        <p:tgtEl>
                                          <p:spTgt spid="54"/>
                                        </p:tgtEl>
                                      </p:cBhvr>
                                    </p:animEffect>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500"/>
                                        <p:tgtEl>
                                          <p:spTgt spid="4"/>
                                        </p:tgtEl>
                                      </p:cBhvr>
                                    </p:animEffect>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500"/>
                                        <p:tgtEl>
                                          <p:spTgt spid="5"/>
                                        </p:tgtEl>
                                      </p:cBhvr>
                                    </p:animEffect>
                                  </p:childTnLst>
                                </p:cTn>
                              </p:par>
                            </p:childTnLst>
                          </p:cTn>
                        </p:par>
                        <p:par>
                          <p:cTn id="21" fill="hold">
                            <p:stCondLst>
                              <p:cond delay="1500"/>
                            </p:stCondLst>
                            <p:childTnLst>
                              <p:par>
                                <p:cTn id="22" presetID="10" presetClass="entr" presetSubtype="0" fill="hold" nodeType="after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500"/>
                                        <p:tgtEl>
                                          <p:spTgt spid="6"/>
                                        </p:tgtEl>
                                      </p:cBhvr>
                                    </p:animEffect>
                                  </p:childTnLst>
                                </p:cTn>
                              </p:par>
                            </p:childTnLst>
                          </p:cTn>
                        </p:par>
                        <p:par>
                          <p:cTn id="25" fill="hold">
                            <p:stCondLst>
                              <p:cond delay="2000"/>
                            </p:stCondLst>
                            <p:childTnLst>
                              <p:par>
                                <p:cTn id="26" presetID="10" presetClass="entr" presetSubtype="0" fill="hold" nodeType="after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500"/>
                                        <p:tgtEl>
                                          <p:spTgt spid="7"/>
                                        </p:tgtEl>
                                      </p:cBhvr>
                                    </p:animEffect>
                                  </p:childTnLst>
                                </p:cTn>
                              </p:par>
                            </p:childTnLst>
                          </p:cTn>
                        </p:par>
                        <p:par>
                          <p:cTn id="29" fill="hold">
                            <p:stCondLst>
                              <p:cond delay="2500"/>
                            </p:stCondLst>
                            <p:childTnLst>
                              <p:par>
                                <p:cTn id="30" presetID="10" presetClass="entr" presetSubtype="0" fill="hold" nodeType="after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childTnLst>
                          </p:cTn>
                        </p:par>
                        <p:par>
                          <p:cTn id="33" fill="hold">
                            <p:stCondLst>
                              <p:cond delay="3000"/>
                            </p:stCondLst>
                            <p:childTnLst>
                              <p:par>
                                <p:cTn id="34" presetID="10" presetClass="entr" presetSubtype="0" fill="hold" nodeType="after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fade">
                                      <p:cBhvr>
                                        <p:cTn id="36" dur="500"/>
                                        <p:tgtEl>
                                          <p:spTgt spid="9"/>
                                        </p:tgtEl>
                                      </p:cBhvr>
                                    </p:animEffect>
                                  </p:childTnLst>
                                </p:cTn>
                              </p:par>
                            </p:childTnLst>
                          </p:cTn>
                        </p:par>
                        <p:par>
                          <p:cTn id="37" fill="hold">
                            <p:stCondLst>
                              <p:cond delay="3500"/>
                            </p:stCondLst>
                            <p:childTnLst>
                              <p:par>
                                <p:cTn id="38" presetID="10" presetClass="entr" presetSubtype="0" fill="hold" nodeType="afterEffect">
                                  <p:stCondLst>
                                    <p:cond delay="0"/>
                                  </p:stCondLst>
                                  <p:childTnLst>
                                    <p:set>
                                      <p:cBhvr>
                                        <p:cTn id="39" dur="1" fill="hold">
                                          <p:stCondLst>
                                            <p:cond delay="0"/>
                                          </p:stCondLst>
                                        </p:cTn>
                                        <p:tgtEl>
                                          <p:spTgt spid="78"/>
                                        </p:tgtEl>
                                        <p:attrNameLst>
                                          <p:attrName>style.visibility</p:attrName>
                                        </p:attrNameLst>
                                      </p:cBhvr>
                                      <p:to>
                                        <p:strVal val="visible"/>
                                      </p:to>
                                    </p:set>
                                    <p:animEffect transition="in" filter="fade">
                                      <p:cBhvr>
                                        <p:cTn id="40" dur="500"/>
                                        <p:tgtEl>
                                          <p:spTgt spid="78"/>
                                        </p:tgtEl>
                                      </p:cBhvr>
                                    </p:animEffect>
                                  </p:childTnLst>
                                </p:cTn>
                              </p:par>
                            </p:childTnLst>
                          </p:cTn>
                        </p:par>
                        <p:par>
                          <p:cTn id="41" fill="hold">
                            <p:stCondLst>
                              <p:cond delay="4000"/>
                            </p:stCondLst>
                            <p:childTnLst>
                              <p:par>
                                <p:cTn id="42" presetID="10" presetClass="entr" presetSubtype="0" fill="hold" nodeType="afterEffect">
                                  <p:stCondLst>
                                    <p:cond delay="0"/>
                                  </p:stCondLst>
                                  <p:childTnLst>
                                    <p:set>
                                      <p:cBhvr>
                                        <p:cTn id="43" dur="1" fill="hold">
                                          <p:stCondLst>
                                            <p:cond delay="0"/>
                                          </p:stCondLst>
                                        </p:cTn>
                                        <p:tgtEl>
                                          <p:spTgt spid="83"/>
                                        </p:tgtEl>
                                        <p:attrNameLst>
                                          <p:attrName>style.visibility</p:attrName>
                                        </p:attrNameLst>
                                      </p:cBhvr>
                                      <p:to>
                                        <p:strVal val="visible"/>
                                      </p:to>
                                    </p:set>
                                    <p:animEffect transition="in" filter="fade">
                                      <p:cBhvr>
                                        <p:cTn id="44" dur="500"/>
                                        <p:tgtEl>
                                          <p:spTgt spid="83"/>
                                        </p:tgtEl>
                                      </p:cBhvr>
                                    </p:animEffect>
                                  </p:childTnLst>
                                </p:cTn>
                              </p:par>
                            </p:childTnLst>
                          </p:cTn>
                        </p:par>
                        <p:par>
                          <p:cTn id="45" fill="hold">
                            <p:stCondLst>
                              <p:cond delay="4500"/>
                            </p:stCondLst>
                            <p:childTnLst>
                              <p:par>
                                <p:cTn id="46" presetID="10" presetClass="entr" presetSubtype="0" fill="hold" nodeType="afterEffect">
                                  <p:stCondLst>
                                    <p:cond delay="0"/>
                                  </p:stCondLst>
                                  <p:childTnLst>
                                    <p:set>
                                      <p:cBhvr>
                                        <p:cTn id="47" dur="1" fill="hold">
                                          <p:stCondLst>
                                            <p:cond delay="0"/>
                                          </p:stCondLst>
                                        </p:cTn>
                                        <p:tgtEl>
                                          <p:spTgt spid="82"/>
                                        </p:tgtEl>
                                        <p:attrNameLst>
                                          <p:attrName>style.visibility</p:attrName>
                                        </p:attrNameLst>
                                      </p:cBhvr>
                                      <p:to>
                                        <p:strVal val="visible"/>
                                      </p:to>
                                    </p:set>
                                    <p:animEffect transition="in" filter="fade">
                                      <p:cBhvr>
                                        <p:cTn id="48" dur="500"/>
                                        <p:tgtEl>
                                          <p:spTgt spid="82"/>
                                        </p:tgtEl>
                                      </p:cBhvr>
                                    </p:animEffect>
                                  </p:childTnLst>
                                </p:cTn>
                              </p:par>
                            </p:childTnLst>
                          </p:cTn>
                        </p:par>
                        <p:par>
                          <p:cTn id="49" fill="hold">
                            <p:stCondLst>
                              <p:cond delay="5000"/>
                            </p:stCondLst>
                            <p:childTnLst>
                              <p:par>
                                <p:cTn id="50" presetID="10" presetClass="entr" presetSubtype="0" fill="hold" nodeType="afterEffect">
                                  <p:stCondLst>
                                    <p:cond delay="0"/>
                                  </p:stCondLst>
                                  <p:childTnLst>
                                    <p:set>
                                      <p:cBhvr>
                                        <p:cTn id="51" dur="1" fill="hold">
                                          <p:stCondLst>
                                            <p:cond delay="0"/>
                                          </p:stCondLst>
                                        </p:cTn>
                                        <p:tgtEl>
                                          <p:spTgt spid="70"/>
                                        </p:tgtEl>
                                        <p:attrNameLst>
                                          <p:attrName>style.visibility</p:attrName>
                                        </p:attrNameLst>
                                      </p:cBhvr>
                                      <p:to>
                                        <p:strVal val="visible"/>
                                      </p:to>
                                    </p:set>
                                    <p:animEffect transition="in" filter="fade">
                                      <p:cBhvr>
                                        <p:cTn id="52" dur="500"/>
                                        <p:tgtEl>
                                          <p:spTgt spid="70"/>
                                        </p:tgtEl>
                                      </p:cBhvr>
                                    </p:animEffect>
                                  </p:childTnLst>
                                </p:cTn>
                              </p:par>
                            </p:childTnLst>
                          </p:cTn>
                        </p:par>
                        <p:par>
                          <p:cTn id="53" fill="hold">
                            <p:stCondLst>
                              <p:cond delay="5500"/>
                            </p:stCondLst>
                            <p:childTnLst>
                              <p:par>
                                <p:cTn id="54" presetID="10" presetClass="entr" presetSubtype="0" fill="hold" nodeType="afterEffect">
                                  <p:stCondLst>
                                    <p:cond delay="0"/>
                                  </p:stCondLst>
                                  <p:childTnLst>
                                    <p:set>
                                      <p:cBhvr>
                                        <p:cTn id="55" dur="1" fill="hold">
                                          <p:stCondLst>
                                            <p:cond delay="0"/>
                                          </p:stCondLst>
                                        </p:cTn>
                                        <p:tgtEl>
                                          <p:spTgt spid="71"/>
                                        </p:tgtEl>
                                        <p:attrNameLst>
                                          <p:attrName>style.visibility</p:attrName>
                                        </p:attrNameLst>
                                      </p:cBhvr>
                                      <p:to>
                                        <p:strVal val="visible"/>
                                      </p:to>
                                    </p:set>
                                    <p:animEffect transition="in" filter="fade">
                                      <p:cBhvr>
                                        <p:cTn id="56" dur="500"/>
                                        <p:tgtEl>
                                          <p:spTgt spid="71"/>
                                        </p:tgtEl>
                                      </p:cBhvr>
                                    </p:animEffect>
                                  </p:childTnLst>
                                </p:cTn>
                              </p:par>
                            </p:childTnLst>
                          </p:cTn>
                        </p:par>
                        <p:par>
                          <p:cTn id="57" fill="hold">
                            <p:stCondLst>
                              <p:cond delay="6000"/>
                            </p:stCondLst>
                            <p:childTnLst>
                              <p:par>
                                <p:cTn id="58" presetID="10" presetClass="entr" presetSubtype="0" fill="hold" nodeType="afterEffect">
                                  <p:stCondLst>
                                    <p:cond delay="0"/>
                                  </p:stCondLst>
                                  <p:childTnLst>
                                    <p:set>
                                      <p:cBhvr>
                                        <p:cTn id="59" dur="1" fill="hold">
                                          <p:stCondLst>
                                            <p:cond delay="0"/>
                                          </p:stCondLst>
                                        </p:cTn>
                                        <p:tgtEl>
                                          <p:spTgt spid="77"/>
                                        </p:tgtEl>
                                        <p:attrNameLst>
                                          <p:attrName>style.visibility</p:attrName>
                                        </p:attrNameLst>
                                      </p:cBhvr>
                                      <p:to>
                                        <p:strVal val="visible"/>
                                      </p:to>
                                    </p:set>
                                    <p:animEffect transition="in" filter="fade">
                                      <p:cBhvr>
                                        <p:cTn id="60" dur="500"/>
                                        <p:tgtEl>
                                          <p:spTgt spid="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 y="-2"/>
            <a:ext cx="12191999" cy="6858000"/>
            <a:chOff x="1" y="-2"/>
            <a:chExt cx="12191999" cy="6858000"/>
          </a:xfrm>
        </p:grpSpPr>
        <p:pic>
          <p:nvPicPr>
            <p:cNvPr id="85" name="图片 84"/>
            <p:cNvPicPr>
              <a:picLocks noChangeAspect="1"/>
            </p:cNvPicPr>
            <p:nvPr/>
          </p:nvPicPr>
          <p:blipFill>
            <a:blip r:embed="rId1">
              <a:extLst>
                <a:ext uri="{BEBA8EAE-BF5A-486C-A8C5-ECC9F3942E4B}">
                  <a14:imgProps xmlns:a14="http://schemas.microsoft.com/office/drawing/2010/main">
                    <a14:imgLayer r:embed="rId2">
                      <a14:imgEffect>
                        <a14:brightnessContrast contrast="40000"/>
                      </a14:imgEffect>
                      <a14:imgEffect>
                        <a14:saturation sat="400000"/>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1" y="-2"/>
              <a:ext cx="12191999" cy="6858000"/>
            </a:xfrm>
            <a:prstGeom prst="rect">
              <a:avLst/>
            </a:prstGeom>
          </p:spPr>
        </p:pic>
        <p:sp>
          <p:nvSpPr>
            <p:cNvPr id="2" name="矩形 1"/>
            <p:cNvSpPr/>
            <p:nvPr/>
          </p:nvSpPr>
          <p:spPr>
            <a:xfrm>
              <a:off x="250371" y="267786"/>
              <a:ext cx="11691258" cy="632242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lumMod val="75000"/>
                    <a:lumOff val="25000"/>
                  </a:schemeClr>
                </a:solidFill>
                <a:latin typeface="思源黑体" panose="020B0500000000000000" pitchFamily="34" charset="-122"/>
                <a:ea typeface="思源黑体" panose="020B0500000000000000" pitchFamily="34" charset="-122"/>
              </a:endParaRPr>
            </a:p>
          </p:txBody>
        </p:sp>
      </p:grpSp>
      <p:grpSp>
        <p:nvGrpSpPr>
          <p:cNvPr id="6" name="组合 5"/>
          <p:cNvGrpSpPr/>
          <p:nvPr/>
        </p:nvGrpSpPr>
        <p:grpSpPr>
          <a:xfrm>
            <a:off x="942702" y="876582"/>
            <a:ext cx="2483440" cy="677108"/>
            <a:chOff x="250371" y="432445"/>
            <a:chExt cx="2483440" cy="677108"/>
          </a:xfrm>
        </p:grpSpPr>
        <p:sp>
          <p:nvSpPr>
            <p:cNvPr id="58" name="1"/>
            <p:cNvSpPr/>
            <p:nvPr/>
          </p:nvSpPr>
          <p:spPr>
            <a:xfrm flipV="1">
              <a:off x="250371" y="503428"/>
              <a:ext cx="144000" cy="527747"/>
            </a:xfrm>
            <a:prstGeom prst="rect">
              <a:avLst/>
            </a:prstGeom>
            <a:solidFill>
              <a:srgbClr val="587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panose="020B0500000000000000" pitchFamily="34" charset="-122"/>
                <a:ea typeface="思源黑体" panose="020B0500000000000000" pitchFamily="34" charset="-122"/>
              </a:endParaRPr>
            </a:p>
          </p:txBody>
        </p:sp>
        <p:sp>
          <p:nvSpPr>
            <p:cNvPr id="63" name="文本框 62"/>
            <p:cNvSpPr txBox="1"/>
            <p:nvPr/>
          </p:nvSpPr>
          <p:spPr>
            <a:xfrm>
              <a:off x="468735" y="432445"/>
              <a:ext cx="2265076" cy="523220"/>
            </a:xfrm>
            <a:prstGeom prst="rect">
              <a:avLst/>
            </a:prstGeom>
            <a:noFill/>
          </p:spPr>
          <p:txBody>
            <a:bodyPr wrap="square" rtlCol="0">
              <a:spAutoFit/>
            </a:bodyPr>
            <a:lstStyle/>
            <a:p>
              <a:r>
                <a:rPr lang="en-US" altLang="zh-CN" sz="2800" b="1" dirty="0">
                  <a:solidFill>
                    <a:srgbClr val="2E5596"/>
                  </a:solidFill>
                  <a:latin typeface="思源黑体" panose="020B0500000000000000" pitchFamily="34" charset="-122"/>
                  <a:ea typeface="思源黑体" panose="020B0500000000000000" pitchFamily="34" charset="-122"/>
                </a:rPr>
                <a:t>01/</a:t>
              </a:r>
              <a:r>
                <a:rPr lang="zh-CN" altLang="en-US" sz="2800" b="1" dirty="0">
                  <a:solidFill>
                    <a:srgbClr val="2E5596"/>
                  </a:solidFill>
                  <a:latin typeface="思源黑体" panose="020B0500000000000000" pitchFamily="34" charset="-122"/>
                  <a:ea typeface="思源黑体" panose="020B0500000000000000" pitchFamily="34" charset="-122"/>
                </a:rPr>
                <a:t>工作回顾</a:t>
              </a:r>
              <a:endParaRPr lang="zh-CN" altLang="en-US" sz="2800" b="1" dirty="0">
                <a:solidFill>
                  <a:srgbClr val="2E5596"/>
                </a:solidFill>
                <a:latin typeface="思源黑体" panose="020B0500000000000000" pitchFamily="34" charset="-122"/>
                <a:ea typeface="思源黑体" panose="020B0500000000000000" pitchFamily="34" charset="-122"/>
              </a:endParaRPr>
            </a:p>
          </p:txBody>
        </p:sp>
        <p:sp>
          <p:nvSpPr>
            <p:cNvPr id="64" name="文本框 63"/>
            <p:cNvSpPr txBox="1"/>
            <p:nvPr/>
          </p:nvSpPr>
          <p:spPr>
            <a:xfrm>
              <a:off x="468735" y="801776"/>
              <a:ext cx="2265076" cy="307777"/>
            </a:xfrm>
            <a:prstGeom prst="rect">
              <a:avLst/>
            </a:prstGeom>
            <a:noFill/>
          </p:spPr>
          <p:txBody>
            <a:bodyPr wrap="square" rtlCol="0">
              <a:spAutoFit/>
            </a:bodyPr>
            <a:lstStyle/>
            <a:p>
              <a:r>
                <a:rPr lang="en-US" altLang="zh-CN" sz="1400" dirty="0">
                  <a:solidFill>
                    <a:schemeClr val="tx1">
                      <a:lumMod val="65000"/>
                      <a:lumOff val="35000"/>
                    </a:schemeClr>
                  </a:solidFill>
                  <a:latin typeface="思源黑体" panose="020B0500000000000000" pitchFamily="34" charset="-122"/>
                  <a:ea typeface="思源黑体" panose="020B0500000000000000" pitchFamily="34" charset="-122"/>
                </a:rPr>
                <a:t>Mid year work summary</a:t>
              </a:r>
              <a:endParaRPr lang="en-US" altLang="zh-CN" sz="1400" dirty="0">
                <a:solidFill>
                  <a:schemeClr val="tx1">
                    <a:lumMod val="65000"/>
                    <a:lumOff val="35000"/>
                  </a:schemeClr>
                </a:solidFill>
                <a:latin typeface="思源黑体" panose="020B0500000000000000" pitchFamily="34" charset="-122"/>
                <a:ea typeface="思源黑体" panose="020B0500000000000000" pitchFamily="34" charset="-122"/>
              </a:endParaRPr>
            </a:p>
          </p:txBody>
        </p:sp>
      </p:grpSp>
      <p:sp>
        <p:nvSpPr>
          <p:cNvPr id="9" name="TextBox 193"/>
          <p:cNvSpPr txBox="1"/>
          <p:nvPr/>
        </p:nvSpPr>
        <p:spPr>
          <a:xfrm>
            <a:off x="13510893" y="7029355"/>
            <a:ext cx="876935" cy="369236"/>
          </a:xfrm>
          <a:prstGeom prst="rect">
            <a:avLst/>
          </a:prstGeom>
          <a:noFill/>
        </p:spPr>
        <p:txBody>
          <a:bodyPr wrap="none" rtlCol="0">
            <a:spAutoFit/>
          </a:bodyPr>
          <a:lstStyle/>
          <a:p>
            <a:r>
              <a:rPr lang="zh-CN" altLang="en-US" sz="1800" dirty="0">
                <a:solidFill>
                  <a:schemeClr val="tx1">
                    <a:lumMod val="75000"/>
                    <a:lumOff val="25000"/>
                  </a:schemeClr>
                </a:solidFill>
                <a:latin typeface="思源黑体" panose="020B0500000000000000" pitchFamily="34" charset="-122"/>
                <a:ea typeface="思源黑体" panose="020B0500000000000000" pitchFamily="34" charset="-122"/>
                <a:sym typeface="思源黑体" panose="020B0500000000000000" pitchFamily="34" charset="-122"/>
              </a:rPr>
              <a:t>延时符</a:t>
            </a:r>
            <a:endParaRPr lang="zh-CN" altLang="en-US" sz="1800" dirty="0">
              <a:solidFill>
                <a:schemeClr val="tx1">
                  <a:lumMod val="75000"/>
                  <a:lumOff val="25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10" name="TextBox 15"/>
          <p:cNvSpPr txBox="1"/>
          <p:nvPr/>
        </p:nvSpPr>
        <p:spPr>
          <a:xfrm>
            <a:off x="1752949" y="2076798"/>
            <a:ext cx="1444627" cy="338554"/>
          </a:xfrm>
          <a:prstGeom prst="rect">
            <a:avLst/>
          </a:prstGeom>
          <a:noFill/>
        </p:spPr>
        <p:txBody>
          <a:bodyPr wrap="none" rtlCol="0">
            <a:spAutoFit/>
          </a:bodyPr>
          <a:lstStyle/>
          <a:p>
            <a:pPr algn="ctr"/>
            <a:r>
              <a:rPr lang="zh-CN" altLang="en-US" sz="1600" b="1" dirty="0">
                <a:solidFill>
                  <a:schemeClr val="tx1">
                    <a:lumMod val="75000"/>
                    <a:lumOff val="25000"/>
                  </a:schemeClr>
                </a:solidFill>
                <a:latin typeface="思源黑体" panose="020B0500000000000000" pitchFamily="34" charset="-122"/>
                <a:ea typeface="思源黑体" panose="020B0500000000000000" pitchFamily="34" charset="-122"/>
              </a:rPr>
              <a:t>添加标题内容</a:t>
            </a:r>
            <a:endParaRPr lang="en-US" altLang="zh-CN" sz="1600" b="1" dirty="0">
              <a:solidFill>
                <a:schemeClr val="tx1">
                  <a:lumMod val="75000"/>
                  <a:lumOff val="25000"/>
                </a:schemeClr>
              </a:solidFill>
              <a:latin typeface="思源黑体" panose="020B0500000000000000" pitchFamily="34" charset="-122"/>
              <a:ea typeface="思源黑体" panose="020B0500000000000000" pitchFamily="34" charset="-122"/>
            </a:endParaRPr>
          </a:p>
        </p:txBody>
      </p:sp>
      <p:sp>
        <p:nvSpPr>
          <p:cNvPr id="11" name="TextBox 16"/>
          <p:cNvSpPr txBox="1"/>
          <p:nvPr/>
        </p:nvSpPr>
        <p:spPr>
          <a:xfrm>
            <a:off x="5316013" y="2076798"/>
            <a:ext cx="1444627" cy="338554"/>
          </a:xfrm>
          <a:prstGeom prst="rect">
            <a:avLst/>
          </a:prstGeom>
          <a:noFill/>
        </p:spPr>
        <p:txBody>
          <a:bodyPr wrap="none" rtlCol="0">
            <a:spAutoFit/>
          </a:bodyPr>
          <a:lstStyle/>
          <a:p>
            <a:pPr algn="ctr"/>
            <a:r>
              <a:rPr lang="zh-CN" altLang="en-US" sz="1600" b="1" dirty="0">
                <a:solidFill>
                  <a:schemeClr val="tx1">
                    <a:lumMod val="75000"/>
                    <a:lumOff val="25000"/>
                  </a:schemeClr>
                </a:solidFill>
                <a:latin typeface="思源黑体" panose="020B0500000000000000" pitchFamily="34" charset="-122"/>
                <a:ea typeface="思源黑体" panose="020B0500000000000000" pitchFamily="34" charset="-122"/>
              </a:rPr>
              <a:t>添加标题内容</a:t>
            </a:r>
            <a:endParaRPr lang="en-US" altLang="zh-CN" sz="1600" b="1" dirty="0">
              <a:solidFill>
                <a:schemeClr val="tx1">
                  <a:lumMod val="75000"/>
                  <a:lumOff val="25000"/>
                </a:schemeClr>
              </a:solidFill>
              <a:latin typeface="思源黑体" panose="020B0500000000000000" pitchFamily="34" charset="-122"/>
              <a:ea typeface="思源黑体" panose="020B0500000000000000" pitchFamily="34" charset="-122"/>
            </a:endParaRPr>
          </a:p>
        </p:txBody>
      </p:sp>
      <p:sp>
        <p:nvSpPr>
          <p:cNvPr id="12" name="TextBox 17"/>
          <p:cNvSpPr txBox="1"/>
          <p:nvPr/>
        </p:nvSpPr>
        <p:spPr>
          <a:xfrm>
            <a:off x="8914657" y="2076798"/>
            <a:ext cx="1444627" cy="338554"/>
          </a:xfrm>
          <a:prstGeom prst="rect">
            <a:avLst/>
          </a:prstGeom>
          <a:noFill/>
        </p:spPr>
        <p:txBody>
          <a:bodyPr wrap="none" rtlCol="0">
            <a:spAutoFit/>
          </a:bodyPr>
          <a:lstStyle/>
          <a:p>
            <a:pPr algn="ctr"/>
            <a:r>
              <a:rPr lang="zh-CN" altLang="en-US" sz="1600" b="1" dirty="0">
                <a:solidFill>
                  <a:schemeClr val="tx1">
                    <a:lumMod val="75000"/>
                    <a:lumOff val="25000"/>
                  </a:schemeClr>
                </a:solidFill>
                <a:latin typeface="思源黑体" panose="020B0500000000000000" pitchFamily="34" charset="-122"/>
                <a:ea typeface="思源黑体" panose="020B0500000000000000" pitchFamily="34" charset="-122"/>
              </a:rPr>
              <a:t>添加标题内容</a:t>
            </a:r>
            <a:endParaRPr lang="en-US" altLang="zh-CN" sz="1600" b="1" dirty="0">
              <a:solidFill>
                <a:schemeClr val="tx1">
                  <a:lumMod val="75000"/>
                  <a:lumOff val="25000"/>
                </a:schemeClr>
              </a:solidFill>
              <a:latin typeface="思源黑体" panose="020B0500000000000000" pitchFamily="34" charset="-122"/>
              <a:ea typeface="思源黑体" panose="020B0500000000000000" pitchFamily="34" charset="-122"/>
            </a:endParaRPr>
          </a:p>
        </p:txBody>
      </p:sp>
      <p:sp>
        <p:nvSpPr>
          <p:cNvPr id="13" name="TextBox 18"/>
          <p:cNvSpPr txBox="1"/>
          <p:nvPr/>
        </p:nvSpPr>
        <p:spPr>
          <a:xfrm>
            <a:off x="1752949" y="4297537"/>
            <a:ext cx="1444627" cy="338554"/>
          </a:xfrm>
          <a:prstGeom prst="rect">
            <a:avLst/>
          </a:prstGeom>
          <a:noFill/>
        </p:spPr>
        <p:txBody>
          <a:bodyPr wrap="none" rtlCol="0">
            <a:spAutoFit/>
          </a:bodyPr>
          <a:lstStyle/>
          <a:p>
            <a:pPr algn="ctr"/>
            <a:r>
              <a:rPr lang="zh-CN" altLang="en-US" sz="1600" b="1" dirty="0">
                <a:solidFill>
                  <a:schemeClr val="tx1">
                    <a:lumMod val="75000"/>
                    <a:lumOff val="25000"/>
                  </a:schemeClr>
                </a:solidFill>
                <a:latin typeface="思源黑体" panose="020B0500000000000000" pitchFamily="34" charset="-122"/>
                <a:ea typeface="思源黑体" panose="020B0500000000000000" pitchFamily="34" charset="-122"/>
              </a:rPr>
              <a:t>添加标题内容</a:t>
            </a:r>
            <a:endParaRPr lang="en-US" altLang="zh-CN" sz="1600" b="1" dirty="0">
              <a:solidFill>
                <a:schemeClr val="tx1">
                  <a:lumMod val="75000"/>
                  <a:lumOff val="25000"/>
                </a:schemeClr>
              </a:solidFill>
              <a:latin typeface="思源黑体" panose="020B0500000000000000" pitchFamily="34" charset="-122"/>
              <a:ea typeface="思源黑体" panose="020B0500000000000000" pitchFamily="34" charset="-122"/>
            </a:endParaRPr>
          </a:p>
        </p:txBody>
      </p:sp>
      <p:sp>
        <p:nvSpPr>
          <p:cNvPr id="14" name="TextBox 19"/>
          <p:cNvSpPr txBox="1"/>
          <p:nvPr/>
        </p:nvSpPr>
        <p:spPr>
          <a:xfrm>
            <a:off x="5381262" y="4297537"/>
            <a:ext cx="1444627" cy="338554"/>
          </a:xfrm>
          <a:prstGeom prst="rect">
            <a:avLst/>
          </a:prstGeom>
          <a:noFill/>
        </p:spPr>
        <p:txBody>
          <a:bodyPr wrap="none" rtlCol="0">
            <a:spAutoFit/>
          </a:bodyPr>
          <a:lstStyle/>
          <a:p>
            <a:pPr algn="ctr"/>
            <a:r>
              <a:rPr lang="zh-CN" altLang="en-US" sz="1600" b="1" dirty="0">
                <a:solidFill>
                  <a:schemeClr val="tx1">
                    <a:lumMod val="75000"/>
                    <a:lumOff val="25000"/>
                  </a:schemeClr>
                </a:solidFill>
                <a:latin typeface="思源黑体" panose="020B0500000000000000" pitchFamily="34" charset="-122"/>
                <a:ea typeface="思源黑体" panose="020B0500000000000000" pitchFamily="34" charset="-122"/>
              </a:rPr>
              <a:t>添加标题内容</a:t>
            </a:r>
            <a:endParaRPr lang="en-US" altLang="zh-CN" sz="1600" b="1" dirty="0">
              <a:solidFill>
                <a:schemeClr val="tx1">
                  <a:lumMod val="75000"/>
                  <a:lumOff val="25000"/>
                </a:schemeClr>
              </a:solidFill>
              <a:latin typeface="思源黑体" panose="020B0500000000000000" pitchFamily="34" charset="-122"/>
              <a:ea typeface="思源黑体" panose="020B0500000000000000" pitchFamily="34" charset="-122"/>
            </a:endParaRPr>
          </a:p>
        </p:txBody>
      </p:sp>
      <p:sp>
        <p:nvSpPr>
          <p:cNvPr id="15" name="TextBox 20"/>
          <p:cNvSpPr txBox="1"/>
          <p:nvPr/>
        </p:nvSpPr>
        <p:spPr>
          <a:xfrm>
            <a:off x="8914657" y="4297537"/>
            <a:ext cx="1444627" cy="338554"/>
          </a:xfrm>
          <a:prstGeom prst="rect">
            <a:avLst/>
          </a:prstGeom>
          <a:noFill/>
        </p:spPr>
        <p:txBody>
          <a:bodyPr wrap="none" rtlCol="0">
            <a:spAutoFit/>
          </a:bodyPr>
          <a:lstStyle/>
          <a:p>
            <a:pPr algn="ctr"/>
            <a:r>
              <a:rPr lang="zh-CN" altLang="en-US" sz="1600" b="1" dirty="0">
                <a:solidFill>
                  <a:schemeClr val="tx1">
                    <a:lumMod val="75000"/>
                    <a:lumOff val="25000"/>
                  </a:schemeClr>
                </a:solidFill>
                <a:latin typeface="思源黑体" panose="020B0500000000000000" pitchFamily="34" charset="-122"/>
                <a:ea typeface="思源黑体" panose="020B0500000000000000" pitchFamily="34" charset="-122"/>
              </a:rPr>
              <a:t>添加标题内容</a:t>
            </a:r>
            <a:endParaRPr lang="en-US" altLang="zh-CN" sz="1600" b="1" dirty="0">
              <a:solidFill>
                <a:schemeClr val="tx1">
                  <a:lumMod val="75000"/>
                  <a:lumOff val="25000"/>
                </a:schemeClr>
              </a:solidFill>
              <a:latin typeface="思源黑体" panose="020B0500000000000000" pitchFamily="34" charset="-122"/>
              <a:ea typeface="思源黑体" panose="020B0500000000000000" pitchFamily="34" charset="-122"/>
            </a:endParaRPr>
          </a:p>
        </p:txBody>
      </p:sp>
      <p:sp>
        <p:nvSpPr>
          <p:cNvPr id="16" name="Rectangle 23"/>
          <p:cNvSpPr/>
          <p:nvPr/>
        </p:nvSpPr>
        <p:spPr>
          <a:xfrm>
            <a:off x="1040009" y="2608349"/>
            <a:ext cx="2891574" cy="757130"/>
          </a:xfrm>
          <a:prstGeom prst="rect">
            <a:avLst/>
          </a:prstGeom>
        </p:spPr>
        <p:txBody>
          <a:bodyPr wrap="square">
            <a:spAutoFit/>
          </a:bodyPr>
          <a:lstStyle/>
          <a:p>
            <a:pPr>
              <a:lnSpc>
                <a:spcPct val="120000"/>
              </a:lnSpc>
            </a:pPr>
            <a:r>
              <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rPr>
              <a:t>您的内容打在这里，或者通过复制您的文本后，在此框中选择粘贴，并选择只保留文字。</a:t>
            </a:r>
            <a:endPar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endParaRPr>
          </a:p>
        </p:txBody>
      </p:sp>
      <p:sp>
        <p:nvSpPr>
          <p:cNvPr id="17" name="Rectangle 24"/>
          <p:cNvSpPr/>
          <p:nvPr/>
        </p:nvSpPr>
        <p:spPr>
          <a:xfrm>
            <a:off x="4631359" y="2608349"/>
            <a:ext cx="2891574" cy="757130"/>
          </a:xfrm>
          <a:prstGeom prst="rect">
            <a:avLst/>
          </a:prstGeom>
        </p:spPr>
        <p:txBody>
          <a:bodyPr wrap="square">
            <a:spAutoFit/>
          </a:bodyPr>
          <a:lstStyle/>
          <a:p>
            <a:pPr>
              <a:lnSpc>
                <a:spcPct val="120000"/>
              </a:lnSpc>
            </a:pPr>
            <a:r>
              <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rPr>
              <a:t>您的内容打在这里，或者通过复制您的文本后，在此框中选择粘贴，并选择只保留文字。</a:t>
            </a:r>
            <a:endPar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endParaRPr>
          </a:p>
        </p:txBody>
      </p:sp>
      <p:sp>
        <p:nvSpPr>
          <p:cNvPr id="18" name="Rectangle 25"/>
          <p:cNvSpPr/>
          <p:nvPr/>
        </p:nvSpPr>
        <p:spPr>
          <a:xfrm>
            <a:off x="8181756" y="2604988"/>
            <a:ext cx="2891574" cy="757130"/>
          </a:xfrm>
          <a:prstGeom prst="rect">
            <a:avLst/>
          </a:prstGeom>
        </p:spPr>
        <p:txBody>
          <a:bodyPr wrap="square">
            <a:spAutoFit/>
          </a:bodyPr>
          <a:lstStyle/>
          <a:p>
            <a:pPr>
              <a:lnSpc>
                <a:spcPct val="120000"/>
              </a:lnSpc>
            </a:pPr>
            <a:r>
              <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rPr>
              <a:t>您的内容打在这里，或者通过复制您的文本后，在此框中选择粘贴，并选择只保留文字。</a:t>
            </a:r>
            <a:endPar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endParaRPr>
          </a:p>
        </p:txBody>
      </p:sp>
      <p:sp>
        <p:nvSpPr>
          <p:cNvPr id="19" name="Rectangle 26"/>
          <p:cNvSpPr/>
          <p:nvPr/>
        </p:nvSpPr>
        <p:spPr>
          <a:xfrm>
            <a:off x="1040009" y="4840917"/>
            <a:ext cx="2891574" cy="757130"/>
          </a:xfrm>
          <a:prstGeom prst="rect">
            <a:avLst/>
          </a:prstGeom>
        </p:spPr>
        <p:txBody>
          <a:bodyPr wrap="square">
            <a:spAutoFit/>
          </a:bodyPr>
          <a:lstStyle/>
          <a:p>
            <a:pPr>
              <a:lnSpc>
                <a:spcPct val="120000"/>
              </a:lnSpc>
            </a:pPr>
            <a:r>
              <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rPr>
              <a:t>您的内容打在这里，或者通过复制您的文本后，在此框中选择粘贴，并选择只保留文字。</a:t>
            </a:r>
            <a:endPar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endParaRPr>
          </a:p>
        </p:txBody>
      </p:sp>
      <p:sp>
        <p:nvSpPr>
          <p:cNvPr id="20" name="Rectangle 27"/>
          <p:cNvSpPr/>
          <p:nvPr/>
        </p:nvSpPr>
        <p:spPr>
          <a:xfrm>
            <a:off x="4631359" y="4840917"/>
            <a:ext cx="2891574" cy="757130"/>
          </a:xfrm>
          <a:prstGeom prst="rect">
            <a:avLst/>
          </a:prstGeom>
        </p:spPr>
        <p:txBody>
          <a:bodyPr wrap="square">
            <a:spAutoFit/>
          </a:bodyPr>
          <a:lstStyle/>
          <a:p>
            <a:pPr>
              <a:lnSpc>
                <a:spcPct val="120000"/>
              </a:lnSpc>
            </a:pPr>
            <a:r>
              <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rPr>
              <a:t>您的内容打在这里，或者通过复制您的文本后，在此框中选择粘贴，并选择只保留文字。</a:t>
            </a:r>
            <a:endPar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endParaRPr>
          </a:p>
        </p:txBody>
      </p:sp>
      <p:sp>
        <p:nvSpPr>
          <p:cNvPr id="21" name="Rectangle 28"/>
          <p:cNvSpPr/>
          <p:nvPr/>
        </p:nvSpPr>
        <p:spPr>
          <a:xfrm>
            <a:off x="8181756" y="4837556"/>
            <a:ext cx="2891574" cy="757130"/>
          </a:xfrm>
          <a:prstGeom prst="rect">
            <a:avLst/>
          </a:prstGeom>
        </p:spPr>
        <p:txBody>
          <a:bodyPr wrap="square">
            <a:spAutoFit/>
          </a:bodyPr>
          <a:lstStyle/>
          <a:p>
            <a:pPr>
              <a:lnSpc>
                <a:spcPct val="120000"/>
              </a:lnSpc>
            </a:pPr>
            <a:r>
              <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rPr>
              <a:t>您的内容打在这里，或者通过复制您的文本后，在此框中选择粘贴，并选择只保留文字。</a:t>
            </a:r>
            <a:endPar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endParaRPr>
          </a:p>
        </p:txBody>
      </p:sp>
      <p:grpSp>
        <p:nvGrpSpPr>
          <p:cNvPr id="22" name="Group 13"/>
          <p:cNvGrpSpPr/>
          <p:nvPr/>
        </p:nvGrpSpPr>
        <p:grpSpPr>
          <a:xfrm>
            <a:off x="8298170" y="4200773"/>
            <a:ext cx="573588" cy="573588"/>
            <a:chOff x="8298170" y="4200773"/>
            <a:chExt cx="573588" cy="573588"/>
          </a:xfrm>
          <a:effectLst>
            <a:outerShdw blurRad="254000" dist="63500" dir="2700000" algn="tl" rotWithShape="0">
              <a:prstClr val="black">
                <a:alpha val="25000"/>
              </a:prstClr>
            </a:outerShdw>
          </a:effectLst>
        </p:grpSpPr>
        <p:sp>
          <p:nvSpPr>
            <p:cNvPr id="23" name="Rounded Rectangle 14"/>
            <p:cNvSpPr/>
            <p:nvPr/>
          </p:nvSpPr>
          <p:spPr>
            <a:xfrm>
              <a:off x="8298170" y="4200773"/>
              <a:ext cx="573588" cy="573588"/>
            </a:xfrm>
            <a:prstGeom prst="roundRect">
              <a:avLst/>
            </a:prstGeom>
            <a:solidFill>
              <a:srgbClr val="2E55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lumMod val="75000"/>
                    <a:lumOff val="25000"/>
                  </a:schemeClr>
                </a:solidFill>
                <a:latin typeface="思源黑体" panose="020B0500000000000000" pitchFamily="34" charset="-122"/>
                <a:ea typeface="思源黑体" panose="020B0500000000000000" pitchFamily="34" charset="-122"/>
              </a:endParaRPr>
            </a:p>
          </p:txBody>
        </p:sp>
        <p:sp>
          <p:nvSpPr>
            <p:cNvPr id="24" name="AutoShape 66"/>
            <p:cNvSpPr>
              <a:spLocks noChangeAspect="1"/>
            </p:cNvSpPr>
            <p:nvPr/>
          </p:nvSpPr>
          <p:spPr bwMode="auto">
            <a:xfrm>
              <a:off x="8424717" y="4317850"/>
              <a:ext cx="339345" cy="339433"/>
            </a:xfrm>
            <a:custGeom>
              <a:avLst/>
              <a:gdLst>
                <a:gd name="T0" fmla="*/ 10799 w 21598"/>
                <a:gd name="T1" fmla="*/ 10800 h 21600"/>
                <a:gd name="T2" fmla="*/ 10799 w 21598"/>
                <a:gd name="T3" fmla="*/ 10800 h 21600"/>
                <a:gd name="T4" fmla="*/ 10799 w 21598"/>
                <a:gd name="T5" fmla="*/ 10800 h 21600"/>
                <a:gd name="T6" fmla="*/ 10799 w 21598"/>
                <a:gd name="T7" fmla="*/ 10800 h 21600"/>
              </a:gdLst>
              <a:ahLst/>
              <a:cxnLst>
                <a:cxn ang="0">
                  <a:pos x="T0" y="T1"/>
                </a:cxn>
                <a:cxn ang="0">
                  <a:pos x="T2" y="T3"/>
                </a:cxn>
                <a:cxn ang="0">
                  <a:pos x="T4" y="T5"/>
                </a:cxn>
                <a:cxn ang="0">
                  <a:pos x="T6" y="T7"/>
                </a:cxn>
              </a:cxnLst>
              <a:rect l="0" t="0" r="r" b="b"/>
              <a:pathLst>
                <a:path w="21598" h="21600">
                  <a:moveTo>
                    <a:pt x="17537" y="12697"/>
                  </a:moveTo>
                  <a:lnTo>
                    <a:pt x="19798" y="9997"/>
                  </a:lnTo>
                  <a:lnTo>
                    <a:pt x="19798" y="17284"/>
                  </a:lnTo>
                  <a:cubicBezTo>
                    <a:pt x="19798" y="17874"/>
                    <a:pt x="19700" y="18429"/>
                    <a:pt x="19505" y="18949"/>
                  </a:cubicBezTo>
                  <a:cubicBezTo>
                    <a:pt x="19309" y="19469"/>
                    <a:pt x="19049" y="19928"/>
                    <a:pt x="18721" y="20321"/>
                  </a:cubicBezTo>
                  <a:cubicBezTo>
                    <a:pt x="18394" y="20715"/>
                    <a:pt x="18014" y="21027"/>
                    <a:pt x="17583" y="21256"/>
                  </a:cubicBezTo>
                  <a:cubicBezTo>
                    <a:pt x="17153" y="21485"/>
                    <a:pt x="16690" y="21599"/>
                    <a:pt x="16188" y="21599"/>
                  </a:cubicBezTo>
                  <a:lnTo>
                    <a:pt x="3595" y="21599"/>
                  </a:lnTo>
                  <a:cubicBezTo>
                    <a:pt x="3103" y="21599"/>
                    <a:pt x="2635" y="21485"/>
                    <a:pt x="2195" y="21256"/>
                  </a:cubicBezTo>
                  <a:cubicBezTo>
                    <a:pt x="1754" y="21027"/>
                    <a:pt x="1372" y="20715"/>
                    <a:pt x="1052" y="20321"/>
                  </a:cubicBezTo>
                  <a:cubicBezTo>
                    <a:pt x="734" y="19928"/>
                    <a:pt x="477" y="19469"/>
                    <a:pt x="286" y="18949"/>
                  </a:cubicBezTo>
                  <a:cubicBezTo>
                    <a:pt x="95" y="18429"/>
                    <a:pt x="0" y="17874"/>
                    <a:pt x="0" y="17284"/>
                  </a:cubicBezTo>
                  <a:lnTo>
                    <a:pt x="0" y="4315"/>
                  </a:lnTo>
                  <a:cubicBezTo>
                    <a:pt x="0" y="3722"/>
                    <a:pt x="95" y="3164"/>
                    <a:pt x="286" y="2632"/>
                  </a:cubicBezTo>
                  <a:cubicBezTo>
                    <a:pt x="477" y="2106"/>
                    <a:pt x="734" y="1645"/>
                    <a:pt x="1052" y="1263"/>
                  </a:cubicBezTo>
                  <a:cubicBezTo>
                    <a:pt x="1372" y="878"/>
                    <a:pt x="1754" y="572"/>
                    <a:pt x="2195" y="343"/>
                  </a:cubicBezTo>
                  <a:cubicBezTo>
                    <a:pt x="2635" y="114"/>
                    <a:pt x="3103" y="0"/>
                    <a:pt x="3595" y="0"/>
                  </a:cubicBezTo>
                  <a:lnTo>
                    <a:pt x="16188" y="0"/>
                  </a:lnTo>
                  <a:cubicBezTo>
                    <a:pt x="16401" y="0"/>
                    <a:pt x="16605" y="26"/>
                    <a:pt x="16798" y="82"/>
                  </a:cubicBezTo>
                  <a:lnTo>
                    <a:pt x="14608" y="2714"/>
                  </a:lnTo>
                  <a:lnTo>
                    <a:pt x="3595" y="2714"/>
                  </a:lnTo>
                  <a:cubicBezTo>
                    <a:pt x="3228" y="2714"/>
                    <a:pt x="2914" y="2867"/>
                    <a:pt x="2652" y="3184"/>
                  </a:cubicBezTo>
                  <a:cubicBezTo>
                    <a:pt x="2391" y="3496"/>
                    <a:pt x="2261" y="3875"/>
                    <a:pt x="2261" y="4315"/>
                  </a:cubicBezTo>
                  <a:lnTo>
                    <a:pt x="2261" y="17284"/>
                  </a:lnTo>
                  <a:cubicBezTo>
                    <a:pt x="2261" y="17724"/>
                    <a:pt x="2391" y="18101"/>
                    <a:pt x="2652" y="18412"/>
                  </a:cubicBezTo>
                  <a:cubicBezTo>
                    <a:pt x="2914" y="18729"/>
                    <a:pt x="3228" y="18888"/>
                    <a:pt x="3595" y="18888"/>
                  </a:cubicBezTo>
                  <a:lnTo>
                    <a:pt x="16188" y="18888"/>
                  </a:lnTo>
                  <a:cubicBezTo>
                    <a:pt x="16556" y="18888"/>
                    <a:pt x="16874" y="18729"/>
                    <a:pt x="17138" y="18412"/>
                  </a:cubicBezTo>
                  <a:cubicBezTo>
                    <a:pt x="17405" y="18101"/>
                    <a:pt x="17537" y="17724"/>
                    <a:pt x="17537" y="17284"/>
                  </a:cubicBezTo>
                  <a:lnTo>
                    <a:pt x="17537" y="12697"/>
                  </a:lnTo>
                  <a:close/>
                  <a:moveTo>
                    <a:pt x="21333" y="2796"/>
                  </a:moveTo>
                  <a:cubicBezTo>
                    <a:pt x="21514" y="3011"/>
                    <a:pt x="21599" y="3272"/>
                    <a:pt x="21597" y="3578"/>
                  </a:cubicBezTo>
                  <a:cubicBezTo>
                    <a:pt x="21592" y="3881"/>
                    <a:pt x="21504" y="4136"/>
                    <a:pt x="21333" y="4342"/>
                  </a:cubicBezTo>
                  <a:lnTo>
                    <a:pt x="13005" y="14346"/>
                  </a:lnTo>
                  <a:lnTo>
                    <a:pt x="11854" y="15721"/>
                  </a:lnTo>
                  <a:cubicBezTo>
                    <a:pt x="11676" y="15938"/>
                    <a:pt x="11458" y="16044"/>
                    <a:pt x="11206" y="16044"/>
                  </a:cubicBezTo>
                  <a:cubicBezTo>
                    <a:pt x="10951" y="16044"/>
                    <a:pt x="10733" y="15938"/>
                    <a:pt x="10555" y="15721"/>
                  </a:cubicBezTo>
                  <a:lnTo>
                    <a:pt x="9383" y="14346"/>
                  </a:lnTo>
                  <a:lnTo>
                    <a:pt x="4779" y="8787"/>
                  </a:lnTo>
                  <a:cubicBezTo>
                    <a:pt x="4600" y="8573"/>
                    <a:pt x="4507" y="8314"/>
                    <a:pt x="4507" y="8006"/>
                  </a:cubicBezTo>
                  <a:cubicBezTo>
                    <a:pt x="4507" y="7703"/>
                    <a:pt x="4600" y="7441"/>
                    <a:pt x="4779" y="7227"/>
                  </a:cubicBezTo>
                  <a:lnTo>
                    <a:pt x="5927" y="5846"/>
                  </a:lnTo>
                  <a:cubicBezTo>
                    <a:pt x="6106" y="5635"/>
                    <a:pt x="6323" y="5526"/>
                    <a:pt x="6578" y="5526"/>
                  </a:cubicBezTo>
                  <a:cubicBezTo>
                    <a:pt x="6830" y="5526"/>
                    <a:pt x="7043" y="5634"/>
                    <a:pt x="7214" y="5846"/>
                  </a:cubicBezTo>
                  <a:lnTo>
                    <a:pt x="11198" y="10632"/>
                  </a:lnTo>
                  <a:lnTo>
                    <a:pt x="18861" y="1404"/>
                  </a:lnTo>
                  <a:cubicBezTo>
                    <a:pt x="19040" y="1186"/>
                    <a:pt x="19262" y="1084"/>
                    <a:pt x="19524" y="1087"/>
                  </a:cubicBezTo>
                  <a:cubicBezTo>
                    <a:pt x="19786" y="1092"/>
                    <a:pt x="20001" y="1198"/>
                    <a:pt x="20173" y="1404"/>
                  </a:cubicBezTo>
                  <a:lnTo>
                    <a:pt x="21333" y="2796"/>
                  </a:lnTo>
                  <a:close/>
                </a:path>
              </a:pathLst>
            </a:custGeom>
            <a:solidFill>
              <a:schemeClr val="bg1"/>
            </a:solidFill>
            <a:ln>
              <a:noFill/>
            </a:ln>
            <a:effectLst/>
          </p:spPr>
          <p:txBody>
            <a:bodyPr lIns="50789" tIns="50789" rIns="50789" bIns="50789" anchor="ctr"/>
            <a:lstStyle/>
            <a:p>
              <a:pPr defTabSz="457200">
                <a:defRPr/>
              </a:pPr>
              <a:endParaRPr lang="es-ES" sz="3600" dirty="0">
                <a:solidFill>
                  <a:schemeClr val="tx1">
                    <a:lumMod val="75000"/>
                    <a:lumOff val="25000"/>
                  </a:schemeClr>
                </a:solidFill>
                <a:effectLst>
                  <a:outerShdw blurRad="38100" dist="38100" dir="2700000" algn="tl">
                    <a:srgbClr val="000000"/>
                  </a:outerShdw>
                </a:effectLst>
                <a:latin typeface="思源黑体" panose="020B0500000000000000" pitchFamily="34" charset="-122"/>
                <a:ea typeface="思源黑体" panose="020B0500000000000000" pitchFamily="34" charset="-122"/>
                <a:cs typeface="Gill Sans" panose="020B0502020104020203" charset="0"/>
                <a:sym typeface="Gill Sans" panose="020B0502020104020203" charset="0"/>
              </a:endParaRPr>
            </a:p>
          </p:txBody>
        </p:sp>
      </p:grpSp>
      <p:grpSp>
        <p:nvGrpSpPr>
          <p:cNvPr id="25" name="Group 11"/>
          <p:cNvGrpSpPr/>
          <p:nvPr/>
        </p:nvGrpSpPr>
        <p:grpSpPr>
          <a:xfrm>
            <a:off x="4732010" y="4200773"/>
            <a:ext cx="573588" cy="573588"/>
            <a:chOff x="4732010" y="4200773"/>
            <a:chExt cx="573588" cy="573588"/>
          </a:xfrm>
          <a:effectLst>
            <a:outerShdw blurRad="254000" dist="63500" dir="2700000" algn="tl" rotWithShape="0">
              <a:prstClr val="black">
                <a:alpha val="25000"/>
              </a:prstClr>
            </a:outerShdw>
          </a:effectLst>
        </p:grpSpPr>
        <p:sp>
          <p:nvSpPr>
            <p:cNvPr id="26" name="Rounded Rectangle 12"/>
            <p:cNvSpPr/>
            <p:nvPr/>
          </p:nvSpPr>
          <p:spPr>
            <a:xfrm>
              <a:off x="4732010" y="4200773"/>
              <a:ext cx="573588" cy="573588"/>
            </a:xfrm>
            <a:prstGeom prst="roundRect">
              <a:avLst/>
            </a:prstGeom>
            <a:solidFill>
              <a:srgbClr val="587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lumMod val="75000"/>
                    <a:lumOff val="25000"/>
                  </a:schemeClr>
                </a:solidFill>
                <a:latin typeface="思源黑体" panose="020B0500000000000000" pitchFamily="34" charset="-122"/>
                <a:ea typeface="思源黑体" panose="020B0500000000000000" pitchFamily="34" charset="-122"/>
              </a:endParaRPr>
            </a:p>
          </p:txBody>
        </p:sp>
        <p:sp>
          <p:nvSpPr>
            <p:cNvPr id="27" name="Freeform 36"/>
            <p:cNvSpPr>
              <a:spLocks noChangeAspect="1" noChangeArrowheads="1"/>
            </p:cNvSpPr>
            <p:nvPr/>
          </p:nvSpPr>
          <p:spPr bwMode="auto">
            <a:xfrm>
              <a:off x="4877289" y="4285396"/>
              <a:ext cx="269400" cy="423196"/>
            </a:xfrm>
            <a:custGeom>
              <a:avLst/>
              <a:gdLst>
                <a:gd name="T0" fmla="*/ 406 w 657"/>
                <a:gd name="T1" fmla="*/ 947 h 1032"/>
                <a:gd name="T2" fmla="*/ 333 w 657"/>
                <a:gd name="T3" fmla="*/ 1031 h 1032"/>
                <a:gd name="T4" fmla="*/ 250 w 657"/>
                <a:gd name="T5" fmla="*/ 947 h 1032"/>
                <a:gd name="T6" fmla="*/ 448 w 657"/>
                <a:gd name="T7" fmla="*/ 916 h 1032"/>
                <a:gd name="T8" fmla="*/ 198 w 657"/>
                <a:gd name="T9" fmla="*/ 833 h 1032"/>
                <a:gd name="T10" fmla="*/ 656 w 657"/>
                <a:gd name="T11" fmla="*/ 333 h 1032"/>
                <a:gd name="T12" fmla="*/ 562 w 657"/>
                <a:gd name="T13" fmla="*/ 562 h 1032"/>
                <a:gd name="T14" fmla="*/ 531 w 657"/>
                <a:gd name="T15" fmla="*/ 635 h 1032"/>
                <a:gd name="T16" fmla="*/ 500 w 657"/>
                <a:gd name="T17" fmla="*/ 708 h 1032"/>
                <a:gd name="T18" fmla="*/ 500 w 657"/>
                <a:gd name="T19" fmla="*/ 729 h 1032"/>
                <a:gd name="T20" fmla="*/ 166 w 657"/>
                <a:gd name="T21" fmla="*/ 791 h 1032"/>
                <a:gd name="T22" fmla="*/ 156 w 657"/>
                <a:gd name="T23" fmla="*/ 708 h 1032"/>
                <a:gd name="T24" fmla="*/ 135 w 657"/>
                <a:gd name="T25" fmla="*/ 635 h 1032"/>
                <a:gd name="T26" fmla="*/ 93 w 657"/>
                <a:gd name="T27" fmla="*/ 552 h 1032"/>
                <a:gd name="T28" fmla="*/ 0 w 657"/>
                <a:gd name="T29" fmla="*/ 333 h 1032"/>
                <a:gd name="T30" fmla="*/ 333 w 657"/>
                <a:gd name="T31" fmla="*/ 0 h 1032"/>
                <a:gd name="T32" fmla="*/ 656 w 657"/>
                <a:gd name="T33" fmla="*/ 333 h 1032"/>
                <a:gd name="T34" fmla="*/ 510 w 657"/>
                <a:gd name="T35" fmla="*/ 156 h 1032"/>
                <a:gd name="T36" fmla="*/ 156 w 657"/>
                <a:gd name="T37" fmla="*/ 156 h 1032"/>
                <a:gd name="T38" fmla="*/ 146 w 657"/>
                <a:gd name="T39" fmla="*/ 499 h 1032"/>
                <a:gd name="T40" fmla="*/ 166 w 657"/>
                <a:gd name="T41" fmla="*/ 541 h 1032"/>
                <a:gd name="T42" fmla="*/ 229 w 657"/>
                <a:gd name="T43" fmla="*/ 666 h 1032"/>
                <a:gd name="T44" fmla="*/ 427 w 657"/>
                <a:gd name="T45" fmla="*/ 718 h 1032"/>
                <a:gd name="T46" fmla="*/ 458 w 657"/>
                <a:gd name="T47" fmla="*/ 604 h 1032"/>
                <a:gd name="T48" fmla="*/ 510 w 657"/>
                <a:gd name="T49" fmla="*/ 520 h 1032"/>
                <a:gd name="T50" fmla="*/ 583 w 657"/>
                <a:gd name="T51" fmla="*/ 333 h 1032"/>
                <a:gd name="T52" fmla="*/ 354 w 657"/>
                <a:gd name="T53" fmla="*/ 354 h 1032"/>
                <a:gd name="T54" fmla="*/ 302 w 657"/>
                <a:gd name="T55" fmla="*/ 354 h 1032"/>
                <a:gd name="T56" fmla="*/ 239 w 657"/>
                <a:gd name="T57" fmla="*/ 354 h 1032"/>
                <a:gd name="T58" fmla="*/ 250 w 657"/>
                <a:gd name="T59" fmla="*/ 499 h 1032"/>
                <a:gd name="T60" fmla="*/ 302 w 657"/>
                <a:gd name="T61" fmla="*/ 499 h 1032"/>
                <a:gd name="T62" fmla="*/ 364 w 657"/>
                <a:gd name="T63" fmla="*/ 499 h 1032"/>
                <a:gd name="T64" fmla="*/ 416 w 657"/>
                <a:gd name="T65" fmla="*/ 499 h 1032"/>
                <a:gd name="T66" fmla="*/ 427 w 657"/>
                <a:gd name="T67" fmla="*/ 354 h 1032"/>
                <a:gd name="T68" fmla="*/ 385 w 657"/>
                <a:gd name="T69" fmla="*/ 416 h 10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657" h="1032">
                  <a:moveTo>
                    <a:pt x="250" y="947"/>
                  </a:moveTo>
                  <a:cubicBezTo>
                    <a:pt x="406" y="947"/>
                    <a:pt x="406" y="947"/>
                    <a:pt x="406" y="947"/>
                  </a:cubicBezTo>
                  <a:cubicBezTo>
                    <a:pt x="406" y="968"/>
                    <a:pt x="396" y="989"/>
                    <a:pt x="385" y="1010"/>
                  </a:cubicBezTo>
                  <a:cubicBezTo>
                    <a:pt x="364" y="1020"/>
                    <a:pt x="354" y="1031"/>
                    <a:pt x="333" y="1031"/>
                  </a:cubicBezTo>
                  <a:cubicBezTo>
                    <a:pt x="312" y="1031"/>
                    <a:pt x="291" y="1020"/>
                    <a:pt x="281" y="1010"/>
                  </a:cubicBezTo>
                  <a:cubicBezTo>
                    <a:pt x="260" y="989"/>
                    <a:pt x="250" y="968"/>
                    <a:pt x="250" y="947"/>
                  </a:cubicBezTo>
                  <a:close/>
                  <a:moveTo>
                    <a:pt x="208" y="916"/>
                  </a:moveTo>
                  <a:cubicBezTo>
                    <a:pt x="448" y="916"/>
                    <a:pt x="448" y="916"/>
                    <a:pt x="448" y="916"/>
                  </a:cubicBezTo>
                  <a:cubicBezTo>
                    <a:pt x="458" y="833"/>
                    <a:pt x="458" y="833"/>
                    <a:pt x="458" y="833"/>
                  </a:cubicBezTo>
                  <a:cubicBezTo>
                    <a:pt x="198" y="833"/>
                    <a:pt x="198" y="833"/>
                    <a:pt x="198" y="833"/>
                  </a:cubicBezTo>
                  <a:lnTo>
                    <a:pt x="208" y="916"/>
                  </a:lnTo>
                  <a:close/>
                  <a:moveTo>
                    <a:pt x="656" y="333"/>
                  </a:moveTo>
                  <a:cubicBezTo>
                    <a:pt x="656" y="416"/>
                    <a:pt x="625" y="489"/>
                    <a:pt x="573" y="552"/>
                  </a:cubicBezTo>
                  <a:lnTo>
                    <a:pt x="562" y="562"/>
                  </a:lnTo>
                  <a:cubicBezTo>
                    <a:pt x="562" y="562"/>
                    <a:pt x="562" y="572"/>
                    <a:pt x="552" y="572"/>
                  </a:cubicBezTo>
                  <a:cubicBezTo>
                    <a:pt x="541" y="593"/>
                    <a:pt x="541" y="614"/>
                    <a:pt x="531" y="635"/>
                  </a:cubicBezTo>
                  <a:cubicBezTo>
                    <a:pt x="521" y="656"/>
                    <a:pt x="510" y="677"/>
                    <a:pt x="510" y="697"/>
                  </a:cubicBezTo>
                  <a:cubicBezTo>
                    <a:pt x="500" y="697"/>
                    <a:pt x="500" y="697"/>
                    <a:pt x="500" y="708"/>
                  </a:cubicBezTo>
                  <a:lnTo>
                    <a:pt x="500" y="718"/>
                  </a:lnTo>
                  <a:cubicBezTo>
                    <a:pt x="500" y="729"/>
                    <a:pt x="500" y="729"/>
                    <a:pt x="500" y="729"/>
                  </a:cubicBezTo>
                  <a:cubicBezTo>
                    <a:pt x="500" y="791"/>
                    <a:pt x="500" y="791"/>
                    <a:pt x="500" y="791"/>
                  </a:cubicBezTo>
                  <a:cubicBezTo>
                    <a:pt x="166" y="791"/>
                    <a:pt x="166" y="791"/>
                    <a:pt x="166" y="791"/>
                  </a:cubicBezTo>
                  <a:cubicBezTo>
                    <a:pt x="166" y="729"/>
                    <a:pt x="166" y="729"/>
                    <a:pt x="166" y="729"/>
                  </a:cubicBezTo>
                  <a:cubicBezTo>
                    <a:pt x="166" y="718"/>
                    <a:pt x="156" y="718"/>
                    <a:pt x="156" y="708"/>
                  </a:cubicBezTo>
                  <a:lnTo>
                    <a:pt x="156" y="697"/>
                  </a:lnTo>
                  <a:cubicBezTo>
                    <a:pt x="146" y="677"/>
                    <a:pt x="146" y="656"/>
                    <a:pt x="135" y="635"/>
                  </a:cubicBezTo>
                  <a:cubicBezTo>
                    <a:pt x="125" y="614"/>
                    <a:pt x="114" y="593"/>
                    <a:pt x="104" y="572"/>
                  </a:cubicBezTo>
                  <a:cubicBezTo>
                    <a:pt x="93" y="562"/>
                    <a:pt x="93" y="562"/>
                    <a:pt x="93" y="552"/>
                  </a:cubicBezTo>
                  <a:lnTo>
                    <a:pt x="83" y="552"/>
                  </a:lnTo>
                  <a:cubicBezTo>
                    <a:pt x="31" y="489"/>
                    <a:pt x="0" y="416"/>
                    <a:pt x="0" y="333"/>
                  </a:cubicBezTo>
                  <a:cubicBezTo>
                    <a:pt x="0" y="239"/>
                    <a:pt x="31" y="166"/>
                    <a:pt x="104" y="104"/>
                  </a:cubicBezTo>
                  <a:cubicBezTo>
                    <a:pt x="166" y="31"/>
                    <a:pt x="239" y="0"/>
                    <a:pt x="333" y="0"/>
                  </a:cubicBezTo>
                  <a:cubicBezTo>
                    <a:pt x="416" y="0"/>
                    <a:pt x="500" y="31"/>
                    <a:pt x="562" y="104"/>
                  </a:cubicBezTo>
                  <a:cubicBezTo>
                    <a:pt x="625" y="166"/>
                    <a:pt x="656" y="239"/>
                    <a:pt x="656" y="333"/>
                  </a:cubicBezTo>
                  <a:close/>
                  <a:moveTo>
                    <a:pt x="583" y="333"/>
                  </a:moveTo>
                  <a:cubicBezTo>
                    <a:pt x="583" y="260"/>
                    <a:pt x="562" y="198"/>
                    <a:pt x="510" y="156"/>
                  </a:cubicBezTo>
                  <a:cubicBezTo>
                    <a:pt x="458" y="104"/>
                    <a:pt x="396" y="83"/>
                    <a:pt x="333" y="83"/>
                  </a:cubicBezTo>
                  <a:cubicBezTo>
                    <a:pt x="260" y="83"/>
                    <a:pt x="198" y="104"/>
                    <a:pt x="156" y="156"/>
                  </a:cubicBezTo>
                  <a:cubicBezTo>
                    <a:pt x="104" y="198"/>
                    <a:pt x="73" y="260"/>
                    <a:pt x="73" y="333"/>
                  </a:cubicBezTo>
                  <a:cubicBezTo>
                    <a:pt x="73" y="396"/>
                    <a:pt x="93" y="448"/>
                    <a:pt x="146" y="499"/>
                  </a:cubicBezTo>
                  <a:cubicBezTo>
                    <a:pt x="146" y="499"/>
                    <a:pt x="146" y="510"/>
                    <a:pt x="156" y="510"/>
                  </a:cubicBezTo>
                  <a:cubicBezTo>
                    <a:pt x="156" y="520"/>
                    <a:pt x="166" y="531"/>
                    <a:pt x="166" y="541"/>
                  </a:cubicBezTo>
                  <a:cubicBezTo>
                    <a:pt x="177" y="562"/>
                    <a:pt x="187" y="583"/>
                    <a:pt x="198" y="604"/>
                  </a:cubicBezTo>
                  <a:cubicBezTo>
                    <a:pt x="208" y="624"/>
                    <a:pt x="218" y="645"/>
                    <a:pt x="229" y="666"/>
                  </a:cubicBezTo>
                  <a:cubicBezTo>
                    <a:pt x="229" y="697"/>
                    <a:pt x="239" y="708"/>
                    <a:pt x="239" y="718"/>
                  </a:cubicBezTo>
                  <a:cubicBezTo>
                    <a:pt x="427" y="718"/>
                    <a:pt x="427" y="718"/>
                    <a:pt x="427" y="718"/>
                  </a:cubicBezTo>
                  <a:cubicBezTo>
                    <a:pt x="427" y="708"/>
                    <a:pt x="427" y="697"/>
                    <a:pt x="437" y="666"/>
                  </a:cubicBezTo>
                  <a:cubicBezTo>
                    <a:pt x="437" y="645"/>
                    <a:pt x="448" y="624"/>
                    <a:pt x="458" y="604"/>
                  </a:cubicBezTo>
                  <a:cubicBezTo>
                    <a:pt x="468" y="583"/>
                    <a:pt x="479" y="562"/>
                    <a:pt x="489" y="541"/>
                  </a:cubicBezTo>
                  <a:cubicBezTo>
                    <a:pt x="489" y="531"/>
                    <a:pt x="500" y="520"/>
                    <a:pt x="510" y="520"/>
                  </a:cubicBezTo>
                  <a:cubicBezTo>
                    <a:pt x="510" y="510"/>
                    <a:pt x="510" y="499"/>
                    <a:pt x="521" y="499"/>
                  </a:cubicBezTo>
                  <a:cubicBezTo>
                    <a:pt x="562" y="448"/>
                    <a:pt x="583" y="396"/>
                    <a:pt x="583" y="333"/>
                  </a:cubicBezTo>
                  <a:close/>
                  <a:moveTo>
                    <a:pt x="385" y="416"/>
                  </a:moveTo>
                  <a:cubicBezTo>
                    <a:pt x="354" y="354"/>
                    <a:pt x="354" y="354"/>
                    <a:pt x="354" y="354"/>
                  </a:cubicBezTo>
                  <a:cubicBezTo>
                    <a:pt x="333" y="302"/>
                    <a:pt x="333" y="302"/>
                    <a:pt x="333" y="302"/>
                  </a:cubicBezTo>
                  <a:cubicBezTo>
                    <a:pt x="302" y="354"/>
                    <a:pt x="302" y="354"/>
                    <a:pt x="302" y="354"/>
                  </a:cubicBezTo>
                  <a:cubicBezTo>
                    <a:pt x="271" y="416"/>
                    <a:pt x="271" y="416"/>
                    <a:pt x="271" y="416"/>
                  </a:cubicBezTo>
                  <a:cubicBezTo>
                    <a:pt x="239" y="354"/>
                    <a:pt x="239" y="354"/>
                    <a:pt x="239" y="354"/>
                  </a:cubicBezTo>
                  <a:cubicBezTo>
                    <a:pt x="187" y="385"/>
                    <a:pt x="187" y="385"/>
                    <a:pt x="187" y="385"/>
                  </a:cubicBezTo>
                  <a:cubicBezTo>
                    <a:pt x="250" y="499"/>
                    <a:pt x="250" y="499"/>
                    <a:pt x="250" y="499"/>
                  </a:cubicBezTo>
                  <a:cubicBezTo>
                    <a:pt x="271" y="552"/>
                    <a:pt x="271" y="552"/>
                    <a:pt x="271" y="552"/>
                  </a:cubicBezTo>
                  <a:cubicBezTo>
                    <a:pt x="302" y="499"/>
                    <a:pt x="302" y="499"/>
                    <a:pt x="302" y="499"/>
                  </a:cubicBezTo>
                  <a:cubicBezTo>
                    <a:pt x="333" y="437"/>
                    <a:pt x="333" y="437"/>
                    <a:pt x="333" y="437"/>
                  </a:cubicBezTo>
                  <a:cubicBezTo>
                    <a:pt x="364" y="499"/>
                    <a:pt x="364" y="499"/>
                    <a:pt x="364" y="499"/>
                  </a:cubicBezTo>
                  <a:cubicBezTo>
                    <a:pt x="385" y="552"/>
                    <a:pt x="385" y="552"/>
                    <a:pt x="385" y="552"/>
                  </a:cubicBezTo>
                  <a:cubicBezTo>
                    <a:pt x="416" y="499"/>
                    <a:pt x="416" y="499"/>
                    <a:pt x="416" y="499"/>
                  </a:cubicBezTo>
                  <a:cubicBezTo>
                    <a:pt x="479" y="385"/>
                    <a:pt x="479" y="385"/>
                    <a:pt x="479" y="385"/>
                  </a:cubicBezTo>
                  <a:cubicBezTo>
                    <a:pt x="427" y="354"/>
                    <a:pt x="427" y="354"/>
                    <a:pt x="427" y="354"/>
                  </a:cubicBezTo>
                  <a:lnTo>
                    <a:pt x="385" y="416"/>
                  </a:lnTo>
                  <a:close/>
                  <a:moveTo>
                    <a:pt x="385" y="416"/>
                  </a:moveTo>
                  <a:lnTo>
                    <a:pt x="385" y="416"/>
                  </a:lnTo>
                  <a:close/>
                </a:path>
              </a:pathLst>
            </a:custGeom>
            <a:solidFill>
              <a:schemeClr val="bg1"/>
            </a:solidFill>
            <a:ln>
              <a:noFill/>
            </a:ln>
            <a:effectLst/>
          </p:spPr>
          <p:txBody>
            <a:bodyPr wrap="none" lIns="182843" tIns="91422" rIns="182843" bIns="91422" anchor="ctr"/>
            <a:lstStyle/>
            <a:p>
              <a:pPr>
                <a:defRPr/>
              </a:pPr>
              <a:endParaRPr lang="en-US" sz="2400" dirty="0">
                <a:solidFill>
                  <a:schemeClr val="tx1">
                    <a:lumMod val="75000"/>
                    <a:lumOff val="25000"/>
                  </a:schemeClr>
                </a:solidFill>
                <a:latin typeface="思源黑体" panose="020B0500000000000000" pitchFamily="34" charset="-122"/>
                <a:ea typeface="思源黑体" panose="020B0500000000000000" pitchFamily="34" charset="-122"/>
              </a:endParaRPr>
            </a:p>
          </p:txBody>
        </p:sp>
      </p:grpSp>
      <p:grpSp>
        <p:nvGrpSpPr>
          <p:cNvPr id="28" name="Group 7"/>
          <p:cNvGrpSpPr/>
          <p:nvPr/>
        </p:nvGrpSpPr>
        <p:grpSpPr>
          <a:xfrm>
            <a:off x="8298170" y="1966801"/>
            <a:ext cx="573588" cy="573588"/>
            <a:chOff x="8298170" y="1966801"/>
            <a:chExt cx="573588" cy="573588"/>
          </a:xfrm>
          <a:effectLst>
            <a:outerShdw blurRad="254000" dist="63500" dir="2700000" algn="tl" rotWithShape="0">
              <a:prstClr val="black">
                <a:alpha val="25000"/>
              </a:prstClr>
            </a:outerShdw>
          </a:effectLst>
        </p:grpSpPr>
        <p:sp>
          <p:nvSpPr>
            <p:cNvPr id="29" name="Rounded Rectangle 8"/>
            <p:cNvSpPr/>
            <p:nvPr/>
          </p:nvSpPr>
          <p:spPr>
            <a:xfrm>
              <a:off x="8298170" y="1966801"/>
              <a:ext cx="573588" cy="573588"/>
            </a:xfrm>
            <a:prstGeom prst="roundRect">
              <a:avLst/>
            </a:prstGeom>
            <a:solidFill>
              <a:srgbClr val="587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lumMod val="75000"/>
                    <a:lumOff val="25000"/>
                  </a:schemeClr>
                </a:solidFill>
                <a:latin typeface="思源黑体" panose="020B0500000000000000" pitchFamily="34" charset="-122"/>
                <a:ea typeface="思源黑体" panose="020B0500000000000000" pitchFamily="34" charset="-122"/>
              </a:endParaRPr>
            </a:p>
          </p:txBody>
        </p:sp>
        <p:sp>
          <p:nvSpPr>
            <p:cNvPr id="30" name="Freeform 37"/>
            <p:cNvSpPr>
              <a:spLocks noChangeAspect="1" noChangeArrowheads="1"/>
            </p:cNvSpPr>
            <p:nvPr/>
          </p:nvSpPr>
          <p:spPr bwMode="auto">
            <a:xfrm>
              <a:off x="8420005" y="2116136"/>
              <a:ext cx="367625" cy="325109"/>
            </a:xfrm>
            <a:custGeom>
              <a:avLst/>
              <a:gdLst>
                <a:gd name="connsiteX0" fmla="*/ 358785 w 512434"/>
                <a:gd name="connsiteY0" fmla="*/ 409158 h 453171"/>
                <a:gd name="connsiteX1" fmla="*/ 345300 w 512434"/>
                <a:gd name="connsiteY1" fmla="*/ 425866 h 453171"/>
                <a:gd name="connsiteX2" fmla="*/ 358785 w 512434"/>
                <a:gd name="connsiteY2" fmla="*/ 439722 h 453171"/>
                <a:gd name="connsiteX3" fmla="*/ 372270 w 512434"/>
                <a:gd name="connsiteY3" fmla="*/ 425866 h 453171"/>
                <a:gd name="connsiteX4" fmla="*/ 358785 w 512434"/>
                <a:gd name="connsiteY4" fmla="*/ 409158 h 453171"/>
                <a:gd name="connsiteX5" fmla="*/ 151153 w 512434"/>
                <a:gd name="connsiteY5" fmla="*/ 300585 h 453171"/>
                <a:gd name="connsiteX6" fmla="*/ 195731 w 512434"/>
                <a:gd name="connsiteY6" fmla="*/ 300585 h 453171"/>
                <a:gd name="connsiteX7" fmla="*/ 195731 w 512434"/>
                <a:gd name="connsiteY7" fmla="*/ 345175 h 453171"/>
                <a:gd name="connsiteX8" fmla="*/ 151153 w 512434"/>
                <a:gd name="connsiteY8" fmla="*/ 345175 h 453171"/>
                <a:gd name="connsiteX9" fmla="*/ 71978 w 512434"/>
                <a:gd name="connsiteY9" fmla="*/ 300585 h 453171"/>
                <a:gd name="connsiteX10" fmla="*/ 120152 w 512434"/>
                <a:gd name="connsiteY10" fmla="*/ 300585 h 453171"/>
                <a:gd name="connsiteX11" fmla="*/ 120152 w 512434"/>
                <a:gd name="connsiteY11" fmla="*/ 345175 h 453171"/>
                <a:gd name="connsiteX12" fmla="*/ 71978 w 512434"/>
                <a:gd name="connsiteY12" fmla="*/ 345175 h 453171"/>
                <a:gd name="connsiteX13" fmla="*/ 481786 w 512434"/>
                <a:gd name="connsiteY13" fmla="*/ 286492 h 453171"/>
                <a:gd name="connsiteX14" fmla="*/ 468300 w 512434"/>
                <a:gd name="connsiteY14" fmla="*/ 299940 h 453171"/>
                <a:gd name="connsiteX15" fmla="*/ 481786 w 512434"/>
                <a:gd name="connsiteY15" fmla="*/ 313389 h 453171"/>
                <a:gd name="connsiteX16" fmla="*/ 498948 w 512434"/>
                <a:gd name="connsiteY16" fmla="*/ 299940 h 453171"/>
                <a:gd name="connsiteX17" fmla="*/ 481786 w 512434"/>
                <a:gd name="connsiteY17" fmla="*/ 286492 h 453171"/>
                <a:gd name="connsiteX18" fmla="*/ 235785 w 512434"/>
                <a:gd name="connsiteY18" fmla="*/ 286492 h 453171"/>
                <a:gd name="connsiteX19" fmla="*/ 222300 w 512434"/>
                <a:gd name="connsiteY19" fmla="*/ 299940 h 453171"/>
                <a:gd name="connsiteX20" fmla="*/ 235785 w 512434"/>
                <a:gd name="connsiteY20" fmla="*/ 313389 h 453171"/>
                <a:gd name="connsiteX21" fmla="*/ 249270 w 512434"/>
                <a:gd name="connsiteY21" fmla="*/ 299940 h 453171"/>
                <a:gd name="connsiteX22" fmla="*/ 235785 w 512434"/>
                <a:gd name="connsiteY22" fmla="*/ 286492 h 453171"/>
                <a:gd name="connsiteX23" fmla="*/ 151153 w 512434"/>
                <a:gd name="connsiteY23" fmla="*/ 228588 h 453171"/>
                <a:gd name="connsiteX24" fmla="*/ 195731 w 512434"/>
                <a:gd name="connsiteY24" fmla="*/ 228588 h 453171"/>
                <a:gd name="connsiteX25" fmla="*/ 195731 w 512434"/>
                <a:gd name="connsiteY25" fmla="*/ 273178 h 453171"/>
                <a:gd name="connsiteX26" fmla="*/ 151153 w 512434"/>
                <a:gd name="connsiteY26" fmla="*/ 273178 h 453171"/>
                <a:gd name="connsiteX27" fmla="*/ 71978 w 512434"/>
                <a:gd name="connsiteY27" fmla="*/ 228588 h 453171"/>
                <a:gd name="connsiteX28" fmla="*/ 120152 w 512434"/>
                <a:gd name="connsiteY28" fmla="*/ 228588 h 453171"/>
                <a:gd name="connsiteX29" fmla="*/ 120152 w 512434"/>
                <a:gd name="connsiteY29" fmla="*/ 273178 h 453171"/>
                <a:gd name="connsiteX30" fmla="*/ 71978 w 512434"/>
                <a:gd name="connsiteY30" fmla="*/ 273178 h 453171"/>
                <a:gd name="connsiteX31" fmla="*/ 427028 w 512434"/>
                <a:gd name="connsiteY31" fmla="*/ 221695 h 453171"/>
                <a:gd name="connsiteX32" fmla="*/ 372270 w 512434"/>
                <a:gd name="connsiteY32" fmla="*/ 275896 h 453171"/>
                <a:gd name="connsiteX33" fmla="*/ 358785 w 512434"/>
                <a:gd name="connsiteY33" fmla="*/ 272636 h 453171"/>
                <a:gd name="connsiteX34" fmla="*/ 341622 w 512434"/>
                <a:gd name="connsiteY34" fmla="*/ 279564 h 453171"/>
                <a:gd name="connsiteX35" fmla="*/ 283596 w 512434"/>
                <a:gd name="connsiteY35" fmla="*/ 238404 h 453171"/>
                <a:gd name="connsiteX36" fmla="*/ 266433 w 512434"/>
                <a:gd name="connsiteY36" fmla="*/ 238404 h 453171"/>
                <a:gd name="connsiteX37" fmla="*/ 270111 w 512434"/>
                <a:gd name="connsiteY37" fmla="*/ 255520 h 453171"/>
                <a:gd name="connsiteX38" fmla="*/ 331406 w 512434"/>
                <a:gd name="connsiteY38" fmla="*/ 303200 h 453171"/>
                <a:gd name="connsiteX39" fmla="*/ 358785 w 512434"/>
                <a:gd name="connsiteY39" fmla="*/ 327245 h 453171"/>
                <a:gd name="connsiteX40" fmla="*/ 386164 w 512434"/>
                <a:gd name="connsiteY40" fmla="*/ 299940 h 453171"/>
                <a:gd name="connsiteX41" fmla="*/ 386164 w 512434"/>
                <a:gd name="connsiteY41" fmla="*/ 296680 h 453171"/>
                <a:gd name="connsiteX42" fmla="*/ 444191 w 512434"/>
                <a:gd name="connsiteY42" fmla="*/ 238404 h 453171"/>
                <a:gd name="connsiteX43" fmla="*/ 444191 w 512434"/>
                <a:gd name="connsiteY43" fmla="*/ 221695 h 453171"/>
                <a:gd name="connsiteX44" fmla="*/ 427028 w 512434"/>
                <a:gd name="connsiteY44" fmla="*/ 221695 h 453171"/>
                <a:gd name="connsiteX45" fmla="*/ 358785 w 512434"/>
                <a:gd name="connsiteY45" fmla="*/ 163826 h 453171"/>
                <a:gd name="connsiteX46" fmla="*/ 345300 w 512434"/>
                <a:gd name="connsiteY46" fmla="*/ 177274 h 453171"/>
                <a:gd name="connsiteX47" fmla="*/ 358785 w 512434"/>
                <a:gd name="connsiteY47" fmla="*/ 190723 h 453171"/>
                <a:gd name="connsiteX48" fmla="*/ 372270 w 512434"/>
                <a:gd name="connsiteY48" fmla="*/ 177274 h 453171"/>
                <a:gd name="connsiteX49" fmla="*/ 358785 w 512434"/>
                <a:gd name="connsiteY49" fmla="*/ 163826 h 453171"/>
                <a:gd name="connsiteX50" fmla="*/ 151153 w 512434"/>
                <a:gd name="connsiteY50" fmla="*/ 156592 h 453171"/>
                <a:gd name="connsiteX51" fmla="*/ 195731 w 512434"/>
                <a:gd name="connsiteY51" fmla="*/ 156592 h 453171"/>
                <a:gd name="connsiteX52" fmla="*/ 195731 w 512434"/>
                <a:gd name="connsiteY52" fmla="*/ 201182 h 453171"/>
                <a:gd name="connsiteX53" fmla="*/ 151153 w 512434"/>
                <a:gd name="connsiteY53" fmla="*/ 201182 h 453171"/>
                <a:gd name="connsiteX54" fmla="*/ 37595 w 512434"/>
                <a:gd name="connsiteY54" fmla="*/ 102289 h 453171"/>
                <a:gd name="connsiteX55" fmla="*/ 37595 w 512434"/>
                <a:gd name="connsiteY55" fmla="*/ 374925 h 453171"/>
                <a:gd name="connsiteX56" fmla="*/ 228838 w 512434"/>
                <a:gd name="connsiteY56" fmla="*/ 374925 h 453171"/>
                <a:gd name="connsiteX57" fmla="*/ 208406 w 512434"/>
                <a:gd name="connsiteY57" fmla="*/ 299940 h 453171"/>
                <a:gd name="connsiteX58" fmla="*/ 246001 w 512434"/>
                <a:gd name="connsiteY58" fmla="*/ 201318 h 453171"/>
                <a:gd name="connsiteX59" fmla="*/ 225569 w 512434"/>
                <a:gd name="connsiteY59" fmla="*/ 201318 h 453171"/>
                <a:gd name="connsiteX60" fmla="*/ 225569 w 512434"/>
                <a:gd name="connsiteY60" fmla="*/ 156898 h 453171"/>
                <a:gd name="connsiteX61" fmla="*/ 270111 w 512434"/>
                <a:gd name="connsiteY61" fmla="*/ 156898 h 453171"/>
                <a:gd name="connsiteX62" fmla="*/ 270111 w 512434"/>
                <a:gd name="connsiteY62" fmla="*/ 177274 h 453171"/>
                <a:gd name="connsiteX63" fmla="*/ 358785 w 512434"/>
                <a:gd name="connsiteY63" fmla="*/ 149970 h 453171"/>
                <a:gd name="connsiteX64" fmla="*/ 382895 w 512434"/>
                <a:gd name="connsiteY64" fmla="*/ 149970 h 453171"/>
                <a:gd name="connsiteX65" fmla="*/ 382895 w 512434"/>
                <a:gd name="connsiteY65" fmla="*/ 102289 h 453171"/>
                <a:gd name="connsiteX66" fmla="*/ 37595 w 512434"/>
                <a:gd name="connsiteY66" fmla="*/ 102289 h 453171"/>
                <a:gd name="connsiteX67" fmla="*/ 136894 w 512434"/>
                <a:gd name="connsiteY67" fmla="*/ 30564 h 453171"/>
                <a:gd name="connsiteX68" fmla="*/ 136894 w 512434"/>
                <a:gd name="connsiteY68" fmla="*/ 68057 h 453171"/>
                <a:gd name="connsiteX69" fmla="*/ 283596 w 512434"/>
                <a:gd name="connsiteY69" fmla="*/ 68057 h 453171"/>
                <a:gd name="connsiteX70" fmla="*/ 283596 w 512434"/>
                <a:gd name="connsiteY70" fmla="*/ 30564 h 453171"/>
                <a:gd name="connsiteX71" fmla="*/ 136894 w 512434"/>
                <a:gd name="connsiteY71" fmla="*/ 30564 h 453171"/>
                <a:gd name="connsiteX72" fmla="*/ 30648 w 512434"/>
                <a:gd name="connsiteY72" fmla="*/ 0 h 453171"/>
                <a:gd name="connsiteX73" fmla="*/ 389433 w 512434"/>
                <a:gd name="connsiteY73" fmla="*/ 0 h 453171"/>
                <a:gd name="connsiteX74" fmla="*/ 420490 w 512434"/>
                <a:gd name="connsiteY74" fmla="*/ 30564 h 453171"/>
                <a:gd name="connsiteX75" fmla="*/ 420490 w 512434"/>
                <a:gd name="connsiteY75" fmla="*/ 163826 h 453171"/>
                <a:gd name="connsiteX76" fmla="*/ 512434 w 512434"/>
                <a:gd name="connsiteY76" fmla="*/ 299940 h 453171"/>
                <a:gd name="connsiteX77" fmla="*/ 358785 w 512434"/>
                <a:gd name="connsiteY77" fmla="*/ 453171 h 453171"/>
                <a:gd name="connsiteX78" fmla="*/ 263164 w 512434"/>
                <a:gd name="connsiteY78" fmla="*/ 419346 h 453171"/>
                <a:gd name="connsiteX79" fmla="*/ 30648 w 512434"/>
                <a:gd name="connsiteY79" fmla="*/ 419346 h 453171"/>
                <a:gd name="connsiteX80" fmla="*/ 0 w 512434"/>
                <a:gd name="connsiteY80" fmla="*/ 388374 h 453171"/>
                <a:gd name="connsiteX81" fmla="*/ 0 w 512434"/>
                <a:gd name="connsiteY81" fmla="*/ 30564 h 453171"/>
                <a:gd name="connsiteX82" fmla="*/ 30648 w 512434"/>
                <a:gd name="connsiteY82" fmla="*/ 0 h 453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512434" h="453171">
                  <a:moveTo>
                    <a:pt x="358785" y="409158"/>
                  </a:moveTo>
                  <a:cubicBezTo>
                    <a:pt x="351838" y="409158"/>
                    <a:pt x="345300" y="415678"/>
                    <a:pt x="345300" y="425866"/>
                  </a:cubicBezTo>
                  <a:cubicBezTo>
                    <a:pt x="345300" y="432794"/>
                    <a:pt x="351838" y="439722"/>
                    <a:pt x="358785" y="439722"/>
                  </a:cubicBezTo>
                  <a:cubicBezTo>
                    <a:pt x="365732" y="439722"/>
                    <a:pt x="372270" y="432794"/>
                    <a:pt x="372270" y="425866"/>
                  </a:cubicBezTo>
                  <a:cubicBezTo>
                    <a:pt x="372270" y="415678"/>
                    <a:pt x="365732" y="409158"/>
                    <a:pt x="358785" y="409158"/>
                  </a:cubicBezTo>
                  <a:close/>
                  <a:moveTo>
                    <a:pt x="151153" y="300585"/>
                  </a:moveTo>
                  <a:lnTo>
                    <a:pt x="195731" y="300585"/>
                  </a:lnTo>
                  <a:lnTo>
                    <a:pt x="195731" y="345175"/>
                  </a:lnTo>
                  <a:lnTo>
                    <a:pt x="151153" y="345175"/>
                  </a:lnTo>
                  <a:close/>
                  <a:moveTo>
                    <a:pt x="71978" y="300585"/>
                  </a:moveTo>
                  <a:lnTo>
                    <a:pt x="120152" y="300585"/>
                  </a:lnTo>
                  <a:lnTo>
                    <a:pt x="120152" y="345175"/>
                  </a:lnTo>
                  <a:lnTo>
                    <a:pt x="71978" y="345175"/>
                  </a:lnTo>
                  <a:close/>
                  <a:moveTo>
                    <a:pt x="481786" y="286492"/>
                  </a:moveTo>
                  <a:cubicBezTo>
                    <a:pt x="474839" y="286492"/>
                    <a:pt x="468300" y="293012"/>
                    <a:pt x="468300" y="299940"/>
                  </a:cubicBezTo>
                  <a:cubicBezTo>
                    <a:pt x="468300" y="310128"/>
                    <a:pt x="474839" y="313389"/>
                    <a:pt x="481786" y="313389"/>
                  </a:cubicBezTo>
                  <a:cubicBezTo>
                    <a:pt x="492002" y="313389"/>
                    <a:pt x="498948" y="310128"/>
                    <a:pt x="498948" y="299940"/>
                  </a:cubicBezTo>
                  <a:cubicBezTo>
                    <a:pt x="498948" y="293012"/>
                    <a:pt x="492002" y="286492"/>
                    <a:pt x="481786" y="286492"/>
                  </a:cubicBezTo>
                  <a:close/>
                  <a:moveTo>
                    <a:pt x="235785" y="286492"/>
                  </a:moveTo>
                  <a:cubicBezTo>
                    <a:pt x="228838" y="286492"/>
                    <a:pt x="222300" y="293012"/>
                    <a:pt x="222300" y="299940"/>
                  </a:cubicBezTo>
                  <a:cubicBezTo>
                    <a:pt x="222300" y="310128"/>
                    <a:pt x="228838" y="313389"/>
                    <a:pt x="235785" y="313389"/>
                  </a:cubicBezTo>
                  <a:cubicBezTo>
                    <a:pt x="242732" y="313389"/>
                    <a:pt x="249270" y="310128"/>
                    <a:pt x="249270" y="299940"/>
                  </a:cubicBezTo>
                  <a:cubicBezTo>
                    <a:pt x="249270" y="293012"/>
                    <a:pt x="242732" y="286492"/>
                    <a:pt x="235785" y="286492"/>
                  </a:cubicBezTo>
                  <a:close/>
                  <a:moveTo>
                    <a:pt x="151153" y="228588"/>
                  </a:moveTo>
                  <a:lnTo>
                    <a:pt x="195731" y="228588"/>
                  </a:lnTo>
                  <a:lnTo>
                    <a:pt x="195731" y="273178"/>
                  </a:lnTo>
                  <a:lnTo>
                    <a:pt x="151153" y="273178"/>
                  </a:lnTo>
                  <a:close/>
                  <a:moveTo>
                    <a:pt x="71978" y="228588"/>
                  </a:moveTo>
                  <a:lnTo>
                    <a:pt x="120152" y="228588"/>
                  </a:lnTo>
                  <a:lnTo>
                    <a:pt x="120152" y="273178"/>
                  </a:lnTo>
                  <a:lnTo>
                    <a:pt x="71978" y="273178"/>
                  </a:lnTo>
                  <a:close/>
                  <a:moveTo>
                    <a:pt x="427028" y="221695"/>
                  </a:moveTo>
                  <a:cubicBezTo>
                    <a:pt x="427028" y="221695"/>
                    <a:pt x="427028" y="221695"/>
                    <a:pt x="372270" y="275896"/>
                  </a:cubicBezTo>
                  <a:cubicBezTo>
                    <a:pt x="369001" y="275896"/>
                    <a:pt x="365732" y="272636"/>
                    <a:pt x="358785" y="272636"/>
                  </a:cubicBezTo>
                  <a:cubicBezTo>
                    <a:pt x="351838" y="272636"/>
                    <a:pt x="345300" y="275896"/>
                    <a:pt x="341622" y="279564"/>
                  </a:cubicBezTo>
                  <a:cubicBezTo>
                    <a:pt x="341622" y="279564"/>
                    <a:pt x="341622" y="279564"/>
                    <a:pt x="283596" y="238404"/>
                  </a:cubicBezTo>
                  <a:cubicBezTo>
                    <a:pt x="280327" y="231883"/>
                    <a:pt x="270111" y="235143"/>
                    <a:pt x="266433" y="238404"/>
                  </a:cubicBezTo>
                  <a:cubicBezTo>
                    <a:pt x="263164" y="242071"/>
                    <a:pt x="266433" y="252260"/>
                    <a:pt x="270111" y="255520"/>
                  </a:cubicBezTo>
                  <a:cubicBezTo>
                    <a:pt x="270111" y="255520"/>
                    <a:pt x="270111" y="255520"/>
                    <a:pt x="331406" y="303200"/>
                  </a:cubicBezTo>
                  <a:cubicBezTo>
                    <a:pt x="331406" y="317056"/>
                    <a:pt x="345300" y="327245"/>
                    <a:pt x="358785" y="327245"/>
                  </a:cubicBezTo>
                  <a:cubicBezTo>
                    <a:pt x="375948" y="327245"/>
                    <a:pt x="386164" y="317056"/>
                    <a:pt x="386164" y="299940"/>
                  </a:cubicBezTo>
                  <a:lnTo>
                    <a:pt x="386164" y="296680"/>
                  </a:lnTo>
                  <a:cubicBezTo>
                    <a:pt x="386164" y="296680"/>
                    <a:pt x="386164" y="296680"/>
                    <a:pt x="444191" y="238404"/>
                  </a:cubicBezTo>
                  <a:cubicBezTo>
                    <a:pt x="447869" y="231883"/>
                    <a:pt x="451138" y="224955"/>
                    <a:pt x="444191" y="221695"/>
                  </a:cubicBezTo>
                  <a:cubicBezTo>
                    <a:pt x="440922" y="218027"/>
                    <a:pt x="433975" y="218027"/>
                    <a:pt x="427028" y="221695"/>
                  </a:cubicBezTo>
                  <a:close/>
                  <a:moveTo>
                    <a:pt x="358785" y="163826"/>
                  </a:moveTo>
                  <a:cubicBezTo>
                    <a:pt x="351838" y="163826"/>
                    <a:pt x="345300" y="170346"/>
                    <a:pt x="345300" y="177274"/>
                  </a:cubicBezTo>
                  <a:cubicBezTo>
                    <a:pt x="345300" y="184202"/>
                    <a:pt x="351838" y="190723"/>
                    <a:pt x="358785" y="190723"/>
                  </a:cubicBezTo>
                  <a:cubicBezTo>
                    <a:pt x="365732" y="190723"/>
                    <a:pt x="372270" y="184202"/>
                    <a:pt x="372270" y="177274"/>
                  </a:cubicBezTo>
                  <a:cubicBezTo>
                    <a:pt x="372270" y="170346"/>
                    <a:pt x="365732" y="163826"/>
                    <a:pt x="358785" y="163826"/>
                  </a:cubicBezTo>
                  <a:close/>
                  <a:moveTo>
                    <a:pt x="151153" y="156592"/>
                  </a:moveTo>
                  <a:lnTo>
                    <a:pt x="195731" y="156592"/>
                  </a:lnTo>
                  <a:lnTo>
                    <a:pt x="195731" y="201182"/>
                  </a:lnTo>
                  <a:lnTo>
                    <a:pt x="151153" y="201182"/>
                  </a:lnTo>
                  <a:close/>
                  <a:moveTo>
                    <a:pt x="37595" y="102289"/>
                  </a:moveTo>
                  <a:lnTo>
                    <a:pt x="37595" y="374925"/>
                  </a:lnTo>
                  <a:cubicBezTo>
                    <a:pt x="37595" y="374925"/>
                    <a:pt x="37595" y="374925"/>
                    <a:pt x="228838" y="374925"/>
                  </a:cubicBezTo>
                  <a:cubicBezTo>
                    <a:pt x="215353" y="354549"/>
                    <a:pt x="208406" y="327245"/>
                    <a:pt x="208406" y="299940"/>
                  </a:cubicBezTo>
                  <a:cubicBezTo>
                    <a:pt x="208406" y="262448"/>
                    <a:pt x="222300" y="228215"/>
                    <a:pt x="246001" y="201318"/>
                  </a:cubicBezTo>
                  <a:cubicBezTo>
                    <a:pt x="246001" y="201318"/>
                    <a:pt x="246001" y="201318"/>
                    <a:pt x="225569" y="201318"/>
                  </a:cubicBezTo>
                  <a:cubicBezTo>
                    <a:pt x="225569" y="201318"/>
                    <a:pt x="225569" y="201318"/>
                    <a:pt x="225569" y="156898"/>
                  </a:cubicBezTo>
                  <a:cubicBezTo>
                    <a:pt x="225569" y="156898"/>
                    <a:pt x="225569" y="156898"/>
                    <a:pt x="270111" y="156898"/>
                  </a:cubicBezTo>
                  <a:cubicBezTo>
                    <a:pt x="270111" y="156898"/>
                    <a:pt x="270111" y="156898"/>
                    <a:pt x="270111" y="177274"/>
                  </a:cubicBezTo>
                  <a:cubicBezTo>
                    <a:pt x="293812" y="160158"/>
                    <a:pt x="324868" y="149970"/>
                    <a:pt x="358785" y="149970"/>
                  </a:cubicBezTo>
                  <a:cubicBezTo>
                    <a:pt x="365732" y="149970"/>
                    <a:pt x="375948" y="149970"/>
                    <a:pt x="382895" y="149970"/>
                  </a:cubicBezTo>
                  <a:cubicBezTo>
                    <a:pt x="382895" y="149970"/>
                    <a:pt x="382895" y="149970"/>
                    <a:pt x="382895" y="102289"/>
                  </a:cubicBezTo>
                  <a:cubicBezTo>
                    <a:pt x="382895" y="102289"/>
                    <a:pt x="382895" y="102289"/>
                    <a:pt x="37595" y="102289"/>
                  </a:cubicBezTo>
                  <a:close/>
                  <a:moveTo>
                    <a:pt x="136894" y="30564"/>
                  </a:moveTo>
                  <a:lnTo>
                    <a:pt x="136894" y="68057"/>
                  </a:lnTo>
                  <a:cubicBezTo>
                    <a:pt x="136894" y="68057"/>
                    <a:pt x="136894" y="68057"/>
                    <a:pt x="283596" y="68057"/>
                  </a:cubicBezTo>
                  <a:cubicBezTo>
                    <a:pt x="283596" y="68057"/>
                    <a:pt x="283596" y="68057"/>
                    <a:pt x="283596" y="30564"/>
                  </a:cubicBezTo>
                  <a:cubicBezTo>
                    <a:pt x="283596" y="30564"/>
                    <a:pt x="283596" y="30564"/>
                    <a:pt x="136894" y="30564"/>
                  </a:cubicBezTo>
                  <a:close/>
                  <a:moveTo>
                    <a:pt x="30648" y="0"/>
                  </a:moveTo>
                  <a:cubicBezTo>
                    <a:pt x="30648" y="0"/>
                    <a:pt x="30648" y="0"/>
                    <a:pt x="389433" y="0"/>
                  </a:cubicBezTo>
                  <a:cubicBezTo>
                    <a:pt x="406596" y="0"/>
                    <a:pt x="420490" y="13856"/>
                    <a:pt x="420490" y="30564"/>
                  </a:cubicBezTo>
                  <a:cubicBezTo>
                    <a:pt x="420490" y="30564"/>
                    <a:pt x="420490" y="30564"/>
                    <a:pt x="420490" y="163826"/>
                  </a:cubicBezTo>
                  <a:cubicBezTo>
                    <a:pt x="474839" y="187463"/>
                    <a:pt x="512434" y="238404"/>
                    <a:pt x="512434" y="299940"/>
                  </a:cubicBezTo>
                  <a:cubicBezTo>
                    <a:pt x="512434" y="385113"/>
                    <a:pt x="444191" y="453171"/>
                    <a:pt x="358785" y="453171"/>
                  </a:cubicBezTo>
                  <a:cubicBezTo>
                    <a:pt x="324868" y="453171"/>
                    <a:pt x="290543" y="439722"/>
                    <a:pt x="263164" y="419346"/>
                  </a:cubicBezTo>
                  <a:cubicBezTo>
                    <a:pt x="263164" y="419346"/>
                    <a:pt x="263164" y="419346"/>
                    <a:pt x="30648" y="419346"/>
                  </a:cubicBezTo>
                  <a:cubicBezTo>
                    <a:pt x="13894" y="419346"/>
                    <a:pt x="0" y="405490"/>
                    <a:pt x="0" y="388374"/>
                  </a:cubicBezTo>
                  <a:cubicBezTo>
                    <a:pt x="0" y="388374"/>
                    <a:pt x="0" y="388374"/>
                    <a:pt x="0" y="30564"/>
                  </a:cubicBezTo>
                  <a:cubicBezTo>
                    <a:pt x="0" y="13856"/>
                    <a:pt x="13894" y="0"/>
                    <a:pt x="30648" y="0"/>
                  </a:cubicBezTo>
                  <a:close/>
                </a:path>
              </a:pathLst>
            </a:custGeom>
            <a:solidFill>
              <a:schemeClr val="bg1"/>
            </a:solidFill>
            <a:ln>
              <a:noFill/>
            </a:ln>
            <a:effectLst/>
          </p:spPr>
          <p:txBody>
            <a:bodyPr wrap="square" anchor="ctr">
              <a:noAutofit/>
            </a:bodyPr>
            <a:lstStyle/>
            <a:p>
              <a:pPr>
                <a:defRPr/>
              </a:pPr>
              <a:endParaRPr lang="en-US" sz="2400" dirty="0">
                <a:solidFill>
                  <a:schemeClr val="tx1">
                    <a:lumMod val="75000"/>
                    <a:lumOff val="25000"/>
                  </a:schemeClr>
                </a:solidFill>
                <a:latin typeface="思源黑体" panose="020B0500000000000000" pitchFamily="34" charset="-122"/>
                <a:ea typeface="思源黑体" panose="020B0500000000000000" pitchFamily="34" charset="-122"/>
              </a:endParaRPr>
            </a:p>
          </p:txBody>
        </p:sp>
      </p:grpSp>
      <p:grpSp>
        <p:nvGrpSpPr>
          <p:cNvPr id="31" name="Group 9"/>
          <p:cNvGrpSpPr/>
          <p:nvPr/>
        </p:nvGrpSpPr>
        <p:grpSpPr>
          <a:xfrm>
            <a:off x="1136462" y="4200773"/>
            <a:ext cx="573588" cy="573588"/>
            <a:chOff x="1136462" y="4200773"/>
            <a:chExt cx="573588" cy="573588"/>
          </a:xfrm>
          <a:effectLst>
            <a:outerShdw blurRad="254000" dist="63500" dir="2700000" algn="tl" rotWithShape="0">
              <a:prstClr val="black">
                <a:alpha val="25000"/>
              </a:prstClr>
            </a:outerShdw>
          </a:effectLst>
        </p:grpSpPr>
        <p:sp>
          <p:nvSpPr>
            <p:cNvPr id="32" name="Rounded Rectangle 10"/>
            <p:cNvSpPr/>
            <p:nvPr/>
          </p:nvSpPr>
          <p:spPr>
            <a:xfrm>
              <a:off x="1136462" y="4200773"/>
              <a:ext cx="573588" cy="573588"/>
            </a:xfrm>
            <a:prstGeom prst="roundRect">
              <a:avLst/>
            </a:prstGeom>
            <a:solidFill>
              <a:srgbClr val="2E55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lumMod val="75000"/>
                    <a:lumOff val="25000"/>
                  </a:schemeClr>
                </a:solidFill>
                <a:latin typeface="思源黑体" panose="020B0500000000000000" pitchFamily="34" charset="-122"/>
                <a:ea typeface="思源黑体" panose="020B0500000000000000" pitchFamily="34" charset="-122"/>
              </a:endParaRPr>
            </a:p>
          </p:txBody>
        </p:sp>
        <p:sp>
          <p:nvSpPr>
            <p:cNvPr id="33" name="AutoShape 84"/>
            <p:cNvSpPr>
              <a:spLocks noChangeAspect="1"/>
            </p:cNvSpPr>
            <p:nvPr/>
          </p:nvSpPr>
          <p:spPr bwMode="auto">
            <a:xfrm>
              <a:off x="1246980" y="4301072"/>
              <a:ext cx="371403" cy="37299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792" y="0"/>
                  </a:moveTo>
                  <a:cubicBezTo>
                    <a:pt x="12101" y="0"/>
                    <a:pt x="13398" y="296"/>
                    <a:pt x="14685" y="897"/>
                  </a:cubicBezTo>
                  <a:cubicBezTo>
                    <a:pt x="15972" y="1496"/>
                    <a:pt x="17128" y="2309"/>
                    <a:pt x="18152" y="3337"/>
                  </a:cubicBezTo>
                  <a:cubicBezTo>
                    <a:pt x="19173" y="4365"/>
                    <a:pt x="20002" y="5565"/>
                    <a:pt x="20642" y="6941"/>
                  </a:cubicBezTo>
                  <a:cubicBezTo>
                    <a:pt x="21277" y="8313"/>
                    <a:pt x="21599" y="9784"/>
                    <a:pt x="21599" y="11354"/>
                  </a:cubicBezTo>
                  <a:cubicBezTo>
                    <a:pt x="21599" y="12995"/>
                    <a:pt x="21305" y="14571"/>
                    <a:pt x="20722" y="16085"/>
                  </a:cubicBezTo>
                  <a:lnTo>
                    <a:pt x="20416" y="16895"/>
                  </a:lnTo>
                  <a:lnTo>
                    <a:pt x="18455" y="17245"/>
                  </a:lnTo>
                  <a:cubicBezTo>
                    <a:pt x="18253" y="18183"/>
                    <a:pt x="17836" y="18965"/>
                    <a:pt x="17210" y="19589"/>
                  </a:cubicBezTo>
                  <a:cubicBezTo>
                    <a:pt x="16584" y="20207"/>
                    <a:pt x="15843" y="20521"/>
                    <a:pt x="14996" y="20521"/>
                  </a:cubicBezTo>
                  <a:lnTo>
                    <a:pt x="14996" y="21074"/>
                  </a:lnTo>
                  <a:cubicBezTo>
                    <a:pt x="14996" y="21218"/>
                    <a:pt x="14953" y="21343"/>
                    <a:pt x="14862" y="21447"/>
                  </a:cubicBezTo>
                  <a:cubicBezTo>
                    <a:pt x="14770" y="21549"/>
                    <a:pt x="14664" y="21599"/>
                    <a:pt x="14534" y="21599"/>
                  </a:cubicBezTo>
                  <a:lnTo>
                    <a:pt x="13633" y="21599"/>
                  </a:lnTo>
                  <a:cubicBezTo>
                    <a:pt x="13513" y="21599"/>
                    <a:pt x="13407" y="21549"/>
                    <a:pt x="13322" y="21447"/>
                  </a:cubicBezTo>
                  <a:cubicBezTo>
                    <a:pt x="13238" y="21343"/>
                    <a:pt x="13193" y="21218"/>
                    <a:pt x="13193" y="21074"/>
                  </a:cubicBezTo>
                  <a:lnTo>
                    <a:pt x="13193" y="11354"/>
                  </a:lnTo>
                  <a:cubicBezTo>
                    <a:pt x="13193" y="11210"/>
                    <a:pt x="13238" y="11081"/>
                    <a:pt x="13322" y="10970"/>
                  </a:cubicBezTo>
                  <a:cubicBezTo>
                    <a:pt x="13407" y="10857"/>
                    <a:pt x="13513" y="10798"/>
                    <a:pt x="13633" y="10798"/>
                  </a:cubicBezTo>
                  <a:lnTo>
                    <a:pt x="14534" y="10798"/>
                  </a:lnTo>
                  <a:cubicBezTo>
                    <a:pt x="14654" y="10798"/>
                    <a:pt x="14763" y="10857"/>
                    <a:pt x="14857" y="10970"/>
                  </a:cubicBezTo>
                  <a:cubicBezTo>
                    <a:pt x="14949" y="11081"/>
                    <a:pt x="14996" y="11210"/>
                    <a:pt x="14996" y="11354"/>
                  </a:cubicBezTo>
                  <a:lnTo>
                    <a:pt x="14996" y="11880"/>
                  </a:lnTo>
                  <a:cubicBezTo>
                    <a:pt x="15655" y="11880"/>
                    <a:pt x="16262" y="12077"/>
                    <a:pt x="16810" y="12476"/>
                  </a:cubicBezTo>
                  <a:cubicBezTo>
                    <a:pt x="17359" y="12874"/>
                    <a:pt x="17787" y="13396"/>
                    <a:pt x="18095" y="14046"/>
                  </a:cubicBezTo>
                  <a:lnTo>
                    <a:pt x="18533" y="13947"/>
                  </a:lnTo>
                  <a:cubicBezTo>
                    <a:pt x="18782" y="13136"/>
                    <a:pt x="18900" y="12272"/>
                    <a:pt x="18893" y="11354"/>
                  </a:cubicBezTo>
                  <a:cubicBezTo>
                    <a:pt x="18893" y="10228"/>
                    <a:pt x="18648" y="9177"/>
                    <a:pt x="18156" y="8194"/>
                  </a:cubicBezTo>
                  <a:cubicBezTo>
                    <a:pt x="17665" y="7220"/>
                    <a:pt x="17024" y="6362"/>
                    <a:pt x="16238" y="5622"/>
                  </a:cubicBezTo>
                  <a:cubicBezTo>
                    <a:pt x="15455" y="4882"/>
                    <a:pt x="14584" y="4300"/>
                    <a:pt x="13621" y="3877"/>
                  </a:cubicBezTo>
                  <a:cubicBezTo>
                    <a:pt x="12659" y="3456"/>
                    <a:pt x="11717" y="3241"/>
                    <a:pt x="10792" y="3241"/>
                  </a:cubicBezTo>
                  <a:cubicBezTo>
                    <a:pt x="9868" y="3241"/>
                    <a:pt x="8929" y="3456"/>
                    <a:pt x="7971" y="3877"/>
                  </a:cubicBezTo>
                  <a:cubicBezTo>
                    <a:pt x="7015" y="4300"/>
                    <a:pt x="6140" y="4879"/>
                    <a:pt x="5358" y="5608"/>
                  </a:cubicBezTo>
                  <a:cubicBezTo>
                    <a:pt x="4572" y="6336"/>
                    <a:pt x="3934" y="7198"/>
                    <a:pt x="3443" y="8183"/>
                  </a:cubicBezTo>
                  <a:cubicBezTo>
                    <a:pt x="2951" y="9171"/>
                    <a:pt x="2704" y="10219"/>
                    <a:pt x="2704" y="11329"/>
                  </a:cubicBezTo>
                  <a:cubicBezTo>
                    <a:pt x="2704" y="12267"/>
                    <a:pt x="2824" y="13136"/>
                    <a:pt x="3066" y="13947"/>
                  </a:cubicBezTo>
                  <a:lnTo>
                    <a:pt x="3504" y="14046"/>
                  </a:lnTo>
                  <a:cubicBezTo>
                    <a:pt x="3812" y="13396"/>
                    <a:pt x="4240" y="12874"/>
                    <a:pt x="4789" y="12476"/>
                  </a:cubicBezTo>
                  <a:cubicBezTo>
                    <a:pt x="5337" y="12077"/>
                    <a:pt x="5942" y="11880"/>
                    <a:pt x="6603" y="11880"/>
                  </a:cubicBezTo>
                  <a:lnTo>
                    <a:pt x="6603" y="11354"/>
                  </a:lnTo>
                  <a:cubicBezTo>
                    <a:pt x="6603" y="11210"/>
                    <a:pt x="6646" y="11081"/>
                    <a:pt x="6737" y="10970"/>
                  </a:cubicBezTo>
                  <a:cubicBezTo>
                    <a:pt x="6827" y="10857"/>
                    <a:pt x="6935" y="10798"/>
                    <a:pt x="7065" y="10798"/>
                  </a:cubicBezTo>
                  <a:lnTo>
                    <a:pt x="7966" y="10798"/>
                  </a:lnTo>
                  <a:cubicBezTo>
                    <a:pt x="8086" y="10798"/>
                    <a:pt x="8187" y="10857"/>
                    <a:pt x="8270" y="10970"/>
                  </a:cubicBezTo>
                  <a:cubicBezTo>
                    <a:pt x="8352" y="11081"/>
                    <a:pt x="8392" y="11210"/>
                    <a:pt x="8392" y="11354"/>
                  </a:cubicBezTo>
                  <a:lnTo>
                    <a:pt x="8392" y="21074"/>
                  </a:lnTo>
                  <a:cubicBezTo>
                    <a:pt x="8392" y="21218"/>
                    <a:pt x="8352" y="21343"/>
                    <a:pt x="8270" y="21447"/>
                  </a:cubicBezTo>
                  <a:cubicBezTo>
                    <a:pt x="8187" y="21549"/>
                    <a:pt x="8086" y="21599"/>
                    <a:pt x="7966" y="21599"/>
                  </a:cubicBezTo>
                  <a:lnTo>
                    <a:pt x="7065" y="21599"/>
                  </a:lnTo>
                  <a:cubicBezTo>
                    <a:pt x="6945" y="21599"/>
                    <a:pt x="6836" y="21549"/>
                    <a:pt x="6742" y="21447"/>
                  </a:cubicBezTo>
                  <a:cubicBezTo>
                    <a:pt x="6650" y="21343"/>
                    <a:pt x="6603" y="21218"/>
                    <a:pt x="6603" y="21074"/>
                  </a:cubicBezTo>
                  <a:lnTo>
                    <a:pt x="6603" y="20521"/>
                  </a:lnTo>
                  <a:cubicBezTo>
                    <a:pt x="6189" y="20521"/>
                    <a:pt x="5789" y="20436"/>
                    <a:pt x="5403" y="20270"/>
                  </a:cubicBezTo>
                  <a:cubicBezTo>
                    <a:pt x="5015" y="20103"/>
                    <a:pt x="4671" y="19877"/>
                    <a:pt x="4370" y="19589"/>
                  </a:cubicBezTo>
                  <a:cubicBezTo>
                    <a:pt x="4073" y="19298"/>
                    <a:pt x="3814" y="18956"/>
                    <a:pt x="3598" y="18558"/>
                  </a:cubicBezTo>
                  <a:cubicBezTo>
                    <a:pt x="3388" y="18163"/>
                    <a:pt x="3233" y="17725"/>
                    <a:pt x="3144" y="17245"/>
                  </a:cubicBezTo>
                  <a:lnTo>
                    <a:pt x="1172" y="16895"/>
                  </a:lnTo>
                  <a:lnTo>
                    <a:pt x="877" y="16085"/>
                  </a:lnTo>
                  <a:cubicBezTo>
                    <a:pt x="294" y="14571"/>
                    <a:pt x="0" y="12987"/>
                    <a:pt x="0" y="11326"/>
                  </a:cubicBezTo>
                  <a:cubicBezTo>
                    <a:pt x="0" y="9776"/>
                    <a:pt x="320" y="8310"/>
                    <a:pt x="957" y="6938"/>
                  </a:cubicBezTo>
                  <a:cubicBezTo>
                    <a:pt x="1595" y="5563"/>
                    <a:pt x="2426" y="4363"/>
                    <a:pt x="3447" y="3335"/>
                  </a:cubicBezTo>
                  <a:cubicBezTo>
                    <a:pt x="4469" y="2307"/>
                    <a:pt x="5622" y="1493"/>
                    <a:pt x="6909" y="895"/>
                  </a:cubicBezTo>
                  <a:cubicBezTo>
                    <a:pt x="8192" y="296"/>
                    <a:pt x="9486" y="0"/>
                    <a:pt x="10792" y="0"/>
                  </a:cubicBezTo>
                </a:path>
              </a:pathLst>
            </a:custGeom>
            <a:solidFill>
              <a:schemeClr val="bg1"/>
            </a:solidFill>
            <a:ln>
              <a:noFill/>
            </a:ln>
            <a:effectLst/>
          </p:spPr>
          <p:txBody>
            <a:bodyPr lIns="101578" tIns="101578" rIns="101578" bIns="101578" anchor="ctr"/>
            <a:lstStyle/>
            <a:p>
              <a:pPr defTabSz="913765">
                <a:defRPr/>
              </a:pPr>
              <a:endParaRPr lang="es-ES" sz="6600" dirty="0">
                <a:solidFill>
                  <a:schemeClr val="tx1">
                    <a:lumMod val="75000"/>
                    <a:lumOff val="25000"/>
                  </a:schemeClr>
                </a:solidFill>
                <a:effectLst>
                  <a:outerShdw blurRad="38100" dist="38100" dir="2700000" algn="tl">
                    <a:srgbClr val="000000"/>
                  </a:outerShdw>
                </a:effectLst>
                <a:latin typeface="思源黑体" panose="020B0500000000000000" pitchFamily="34" charset="-122"/>
                <a:ea typeface="思源黑体" panose="020B0500000000000000" pitchFamily="34" charset="-122"/>
                <a:cs typeface="Gill Sans" panose="020B0502020104020203" charset="0"/>
                <a:sym typeface="Gill Sans" panose="020B0502020104020203" charset="0"/>
              </a:endParaRPr>
            </a:p>
          </p:txBody>
        </p:sp>
      </p:grpSp>
      <p:grpSp>
        <p:nvGrpSpPr>
          <p:cNvPr id="34" name="Group 5"/>
          <p:cNvGrpSpPr/>
          <p:nvPr/>
        </p:nvGrpSpPr>
        <p:grpSpPr>
          <a:xfrm>
            <a:off x="4732010" y="1966801"/>
            <a:ext cx="573588" cy="573588"/>
            <a:chOff x="4732010" y="1966801"/>
            <a:chExt cx="573588" cy="573588"/>
          </a:xfrm>
          <a:effectLst>
            <a:outerShdw blurRad="254000" dist="63500" dir="2700000" algn="tl" rotWithShape="0">
              <a:prstClr val="black">
                <a:alpha val="25000"/>
              </a:prstClr>
            </a:outerShdw>
          </a:effectLst>
        </p:grpSpPr>
        <p:sp>
          <p:nvSpPr>
            <p:cNvPr id="35" name="Rounded Rectangle 6"/>
            <p:cNvSpPr/>
            <p:nvPr/>
          </p:nvSpPr>
          <p:spPr>
            <a:xfrm>
              <a:off x="4732010" y="1966801"/>
              <a:ext cx="573588" cy="573588"/>
            </a:xfrm>
            <a:prstGeom prst="roundRect">
              <a:avLst/>
            </a:prstGeom>
            <a:solidFill>
              <a:srgbClr val="2E55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lumMod val="75000"/>
                    <a:lumOff val="25000"/>
                  </a:schemeClr>
                </a:solidFill>
                <a:latin typeface="思源黑体" panose="020B0500000000000000" pitchFamily="34" charset="-122"/>
                <a:ea typeface="思源黑体" panose="020B0500000000000000" pitchFamily="34" charset="-122"/>
              </a:endParaRPr>
            </a:p>
          </p:txBody>
        </p:sp>
        <p:sp>
          <p:nvSpPr>
            <p:cNvPr id="36" name="Freeform 39"/>
            <p:cNvSpPr>
              <a:spLocks noChangeAspect="1" noChangeArrowheads="1"/>
            </p:cNvSpPr>
            <p:nvPr/>
          </p:nvSpPr>
          <p:spPr bwMode="auto">
            <a:xfrm>
              <a:off x="4857075" y="2079854"/>
              <a:ext cx="309828" cy="370818"/>
            </a:xfrm>
            <a:custGeom>
              <a:avLst/>
              <a:gdLst>
                <a:gd name="connsiteX0" fmla="*/ 206367 w 449768"/>
                <a:gd name="connsiteY0" fmla="*/ 423375 h 538305"/>
                <a:gd name="connsiteX1" fmla="*/ 208536 w 449768"/>
                <a:gd name="connsiteY1" fmla="*/ 434347 h 538305"/>
                <a:gd name="connsiteX2" fmla="*/ 136133 w 449768"/>
                <a:gd name="connsiteY2" fmla="*/ 527584 h 538305"/>
                <a:gd name="connsiteX3" fmla="*/ 120760 w 449768"/>
                <a:gd name="connsiteY3" fmla="*/ 517169 h 538305"/>
                <a:gd name="connsiteX4" fmla="*/ 192667 w 449768"/>
                <a:gd name="connsiteY4" fmla="*/ 423933 h 538305"/>
                <a:gd name="connsiteX5" fmla="*/ 206367 w 449768"/>
                <a:gd name="connsiteY5" fmla="*/ 423375 h 538305"/>
                <a:gd name="connsiteX6" fmla="*/ 158371 w 449768"/>
                <a:gd name="connsiteY6" fmla="*/ 386315 h 538305"/>
                <a:gd name="connsiteX7" fmla="*/ 160292 w 449768"/>
                <a:gd name="connsiteY7" fmla="*/ 397002 h 538305"/>
                <a:gd name="connsiteX8" fmla="*/ 51725 w 449768"/>
                <a:gd name="connsiteY8" fmla="*/ 536376 h 538305"/>
                <a:gd name="connsiteX9" fmla="*/ 41315 w 449768"/>
                <a:gd name="connsiteY9" fmla="*/ 525997 h 538305"/>
                <a:gd name="connsiteX10" fmla="*/ 144924 w 449768"/>
                <a:gd name="connsiteY10" fmla="*/ 387118 h 538305"/>
                <a:gd name="connsiteX11" fmla="*/ 158371 w 449768"/>
                <a:gd name="connsiteY11" fmla="*/ 386315 h 538305"/>
                <a:gd name="connsiteX12" fmla="*/ 112005 w 449768"/>
                <a:gd name="connsiteY12" fmla="*/ 349971 h 538305"/>
                <a:gd name="connsiteX13" fmla="*/ 113740 w 449768"/>
                <a:gd name="connsiteY13" fmla="*/ 362927 h 538305"/>
                <a:gd name="connsiteX14" fmla="*/ 41338 w 449768"/>
                <a:gd name="connsiteY14" fmla="*/ 455221 h 538305"/>
                <a:gd name="connsiteX15" fmla="*/ 25965 w 449768"/>
                <a:gd name="connsiteY15" fmla="*/ 444857 h 538305"/>
                <a:gd name="connsiteX16" fmla="*/ 98367 w 449768"/>
                <a:gd name="connsiteY16" fmla="*/ 352562 h 538305"/>
                <a:gd name="connsiteX17" fmla="*/ 112005 w 449768"/>
                <a:gd name="connsiteY17" fmla="*/ 349971 h 538305"/>
                <a:gd name="connsiteX18" fmla="*/ 287508 w 449768"/>
                <a:gd name="connsiteY18" fmla="*/ 153269 h 538305"/>
                <a:gd name="connsiteX19" fmla="*/ 261020 w 449768"/>
                <a:gd name="connsiteY19" fmla="*/ 165441 h 538305"/>
                <a:gd name="connsiteX20" fmla="*/ 255548 w 449768"/>
                <a:gd name="connsiteY20" fmla="*/ 175874 h 538305"/>
                <a:gd name="connsiteX21" fmla="*/ 276441 w 449768"/>
                <a:gd name="connsiteY21" fmla="*/ 232511 h 538305"/>
                <a:gd name="connsiteX22" fmla="*/ 328174 w 449768"/>
                <a:gd name="connsiteY22" fmla="*/ 227543 h 538305"/>
                <a:gd name="connsiteX23" fmla="*/ 333645 w 449768"/>
                <a:gd name="connsiteY23" fmla="*/ 217110 h 538305"/>
                <a:gd name="connsiteX24" fmla="*/ 317727 w 449768"/>
                <a:gd name="connsiteY24" fmla="*/ 160472 h 538305"/>
                <a:gd name="connsiteX25" fmla="*/ 287508 w 449768"/>
                <a:gd name="connsiteY25" fmla="*/ 153269 h 538305"/>
                <a:gd name="connsiteX26" fmla="*/ 437111 w 449768"/>
                <a:gd name="connsiteY26" fmla="*/ 0 h 538305"/>
                <a:gd name="connsiteX27" fmla="*/ 442086 w 449768"/>
                <a:gd name="connsiteY27" fmla="*/ 0 h 538305"/>
                <a:gd name="connsiteX28" fmla="*/ 447557 w 449768"/>
                <a:gd name="connsiteY28" fmla="*/ 4968 h 538305"/>
                <a:gd name="connsiteX29" fmla="*/ 447557 w 449768"/>
                <a:gd name="connsiteY29" fmla="*/ 9937 h 538305"/>
                <a:gd name="connsiteX30" fmla="*/ 447557 w 449768"/>
                <a:gd name="connsiteY30" fmla="*/ 20370 h 538305"/>
                <a:gd name="connsiteX31" fmla="*/ 447557 w 449768"/>
                <a:gd name="connsiteY31" fmla="*/ 46204 h 538305"/>
                <a:gd name="connsiteX32" fmla="*/ 442086 w 449768"/>
                <a:gd name="connsiteY32" fmla="*/ 103338 h 538305"/>
                <a:gd name="connsiteX33" fmla="*/ 442086 w 449768"/>
                <a:gd name="connsiteY33" fmla="*/ 113771 h 538305"/>
                <a:gd name="connsiteX34" fmla="*/ 437111 w 449768"/>
                <a:gd name="connsiteY34" fmla="*/ 134141 h 538305"/>
                <a:gd name="connsiteX35" fmla="*/ 421194 w 449768"/>
                <a:gd name="connsiteY35" fmla="*/ 175874 h 538305"/>
                <a:gd name="connsiteX36" fmla="*/ 354040 w 449768"/>
                <a:gd name="connsiteY36" fmla="*/ 289645 h 538305"/>
                <a:gd name="connsiteX37" fmla="*/ 344091 w 449768"/>
                <a:gd name="connsiteY37" fmla="*/ 325913 h 538305"/>
                <a:gd name="connsiteX38" fmla="*/ 276441 w 449768"/>
                <a:gd name="connsiteY38" fmla="*/ 506754 h 538305"/>
                <a:gd name="connsiteX39" fmla="*/ 261020 w 449768"/>
                <a:gd name="connsiteY39" fmla="*/ 496321 h 538305"/>
                <a:gd name="connsiteX40" fmla="*/ 17278 w 449768"/>
                <a:gd name="connsiteY40" fmla="*/ 310511 h 538305"/>
                <a:gd name="connsiteX41" fmla="*/ 1858 w 449768"/>
                <a:gd name="connsiteY41" fmla="*/ 289645 h 538305"/>
                <a:gd name="connsiteX42" fmla="*/ 162528 w 449768"/>
                <a:gd name="connsiteY42" fmla="*/ 186307 h 538305"/>
                <a:gd name="connsiteX43" fmla="*/ 193369 w 449768"/>
                <a:gd name="connsiteY43" fmla="*/ 165441 h 538305"/>
                <a:gd name="connsiteX44" fmla="*/ 312753 w 449768"/>
                <a:gd name="connsiteY44" fmla="*/ 51669 h 538305"/>
                <a:gd name="connsiteX45" fmla="*/ 400799 w 449768"/>
                <a:gd name="connsiteY45" fmla="*/ 9937 h 538305"/>
                <a:gd name="connsiteX46" fmla="*/ 426665 w 449768"/>
                <a:gd name="connsiteY46" fmla="*/ 4968 h 538305"/>
                <a:gd name="connsiteX47" fmla="*/ 437111 w 449768"/>
                <a:gd name="connsiteY47" fmla="*/ 0 h 538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449768" h="538305">
                  <a:moveTo>
                    <a:pt x="206367" y="423375"/>
                  </a:moveTo>
                  <a:cubicBezTo>
                    <a:pt x="209652" y="425297"/>
                    <a:pt x="211016" y="429140"/>
                    <a:pt x="208536" y="434347"/>
                  </a:cubicBezTo>
                  <a:cubicBezTo>
                    <a:pt x="198122" y="460136"/>
                    <a:pt x="172335" y="506754"/>
                    <a:pt x="136133" y="527584"/>
                  </a:cubicBezTo>
                  <a:cubicBezTo>
                    <a:pt x="125719" y="532543"/>
                    <a:pt x="115305" y="527584"/>
                    <a:pt x="120760" y="517169"/>
                  </a:cubicBezTo>
                  <a:cubicBezTo>
                    <a:pt x="130678" y="491380"/>
                    <a:pt x="151507" y="450217"/>
                    <a:pt x="192667" y="423933"/>
                  </a:cubicBezTo>
                  <a:cubicBezTo>
                    <a:pt x="197874" y="421453"/>
                    <a:pt x="203081" y="421453"/>
                    <a:pt x="206367" y="423375"/>
                  </a:cubicBezTo>
                  <a:close/>
                  <a:moveTo>
                    <a:pt x="158371" y="386315"/>
                  </a:moveTo>
                  <a:cubicBezTo>
                    <a:pt x="161532" y="388230"/>
                    <a:pt x="162771" y="392060"/>
                    <a:pt x="160292" y="397002"/>
                  </a:cubicBezTo>
                  <a:cubicBezTo>
                    <a:pt x="144924" y="433081"/>
                    <a:pt x="113693" y="500297"/>
                    <a:pt x="51725" y="536376"/>
                  </a:cubicBezTo>
                  <a:cubicBezTo>
                    <a:pt x="41315" y="541318"/>
                    <a:pt x="36357" y="536376"/>
                    <a:pt x="41315" y="525997"/>
                  </a:cubicBezTo>
                  <a:cubicBezTo>
                    <a:pt x="51725" y="489918"/>
                    <a:pt x="82957" y="422702"/>
                    <a:pt x="144924" y="387118"/>
                  </a:cubicBezTo>
                  <a:cubicBezTo>
                    <a:pt x="150130" y="384399"/>
                    <a:pt x="155211" y="384399"/>
                    <a:pt x="158371" y="386315"/>
                  </a:cubicBezTo>
                  <a:close/>
                  <a:moveTo>
                    <a:pt x="112005" y="349971"/>
                  </a:moveTo>
                  <a:cubicBezTo>
                    <a:pt x="115228" y="352562"/>
                    <a:pt x="116468" y="357744"/>
                    <a:pt x="113740" y="362927"/>
                  </a:cubicBezTo>
                  <a:cubicBezTo>
                    <a:pt x="103326" y="388591"/>
                    <a:pt x="77539" y="429556"/>
                    <a:pt x="41338" y="455221"/>
                  </a:cubicBezTo>
                  <a:cubicBezTo>
                    <a:pt x="25965" y="460157"/>
                    <a:pt x="21006" y="455221"/>
                    <a:pt x="25965" y="444857"/>
                  </a:cubicBezTo>
                  <a:cubicBezTo>
                    <a:pt x="36379" y="419192"/>
                    <a:pt x="57207" y="378227"/>
                    <a:pt x="98367" y="352562"/>
                  </a:cubicBezTo>
                  <a:cubicBezTo>
                    <a:pt x="103574" y="347380"/>
                    <a:pt x="108781" y="347380"/>
                    <a:pt x="112005" y="349971"/>
                  </a:cubicBezTo>
                  <a:close/>
                  <a:moveTo>
                    <a:pt x="287508" y="153269"/>
                  </a:moveTo>
                  <a:cubicBezTo>
                    <a:pt x="277809" y="153890"/>
                    <a:pt x="268730" y="157740"/>
                    <a:pt x="261020" y="165441"/>
                  </a:cubicBezTo>
                  <a:cubicBezTo>
                    <a:pt x="261020" y="170409"/>
                    <a:pt x="261020" y="170409"/>
                    <a:pt x="255548" y="175874"/>
                  </a:cubicBezTo>
                  <a:cubicBezTo>
                    <a:pt x="245600" y="196243"/>
                    <a:pt x="250574" y="222575"/>
                    <a:pt x="276441" y="232511"/>
                  </a:cubicBezTo>
                  <a:cubicBezTo>
                    <a:pt x="291861" y="242944"/>
                    <a:pt x="317727" y="242944"/>
                    <a:pt x="328174" y="227543"/>
                  </a:cubicBezTo>
                  <a:cubicBezTo>
                    <a:pt x="333645" y="222575"/>
                    <a:pt x="333645" y="222575"/>
                    <a:pt x="333645" y="217110"/>
                  </a:cubicBezTo>
                  <a:cubicBezTo>
                    <a:pt x="349066" y="196243"/>
                    <a:pt x="338620" y="170409"/>
                    <a:pt x="317727" y="160472"/>
                  </a:cubicBezTo>
                  <a:cubicBezTo>
                    <a:pt x="307530" y="155256"/>
                    <a:pt x="297208" y="152648"/>
                    <a:pt x="287508" y="153269"/>
                  </a:cubicBezTo>
                  <a:close/>
                  <a:moveTo>
                    <a:pt x="437111" y="0"/>
                  </a:moveTo>
                  <a:lnTo>
                    <a:pt x="442086" y="0"/>
                  </a:lnTo>
                  <a:cubicBezTo>
                    <a:pt x="447557" y="0"/>
                    <a:pt x="452532" y="0"/>
                    <a:pt x="447557" y="4968"/>
                  </a:cubicBezTo>
                  <a:lnTo>
                    <a:pt x="447557" y="9937"/>
                  </a:lnTo>
                  <a:cubicBezTo>
                    <a:pt x="452532" y="15402"/>
                    <a:pt x="447557" y="15402"/>
                    <a:pt x="447557" y="20370"/>
                  </a:cubicBezTo>
                  <a:cubicBezTo>
                    <a:pt x="447557" y="25835"/>
                    <a:pt x="447557" y="36268"/>
                    <a:pt x="447557" y="46204"/>
                  </a:cubicBezTo>
                  <a:cubicBezTo>
                    <a:pt x="447557" y="62102"/>
                    <a:pt x="447557" y="82472"/>
                    <a:pt x="442086" y="103338"/>
                  </a:cubicBezTo>
                  <a:cubicBezTo>
                    <a:pt x="442086" y="108306"/>
                    <a:pt x="442086" y="108306"/>
                    <a:pt x="442086" y="113771"/>
                  </a:cubicBezTo>
                  <a:cubicBezTo>
                    <a:pt x="437111" y="124205"/>
                    <a:pt x="437111" y="129173"/>
                    <a:pt x="437111" y="134141"/>
                  </a:cubicBezTo>
                  <a:cubicBezTo>
                    <a:pt x="431640" y="150039"/>
                    <a:pt x="426665" y="165441"/>
                    <a:pt x="421194" y="175874"/>
                  </a:cubicBezTo>
                  <a:cubicBezTo>
                    <a:pt x="406271" y="212141"/>
                    <a:pt x="385378" y="248409"/>
                    <a:pt x="354040" y="289645"/>
                  </a:cubicBezTo>
                  <a:cubicBezTo>
                    <a:pt x="349066" y="294613"/>
                    <a:pt x="344091" y="315479"/>
                    <a:pt x="344091" y="325913"/>
                  </a:cubicBezTo>
                  <a:cubicBezTo>
                    <a:pt x="354040" y="367148"/>
                    <a:pt x="359512" y="460053"/>
                    <a:pt x="276441" y="506754"/>
                  </a:cubicBezTo>
                  <a:cubicBezTo>
                    <a:pt x="265994" y="517187"/>
                    <a:pt x="255548" y="512219"/>
                    <a:pt x="261020" y="496321"/>
                  </a:cubicBezTo>
                  <a:cubicBezTo>
                    <a:pt x="261020" y="439684"/>
                    <a:pt x="240128" y="305046"/>
                    <a:pt x="17278" y="310511"/>
                  </a:cubicBezTo>
                  <a:cubicBezTo>
                    <a:pt x="1858" y="310511"/>
                    <a:pt x="-3117" y="300078"/>
                    <a:pt x="1858" y="289645"/>
                  </a:cubicBezTo>
                  <a:cubicBezTo>
                    <a:pt x="17278" y="253377"/>
                    <a:pt x="59062" y="180842"/>
                    <a:pt x="162528" y="186307"/>
                  </a:cubicBezTo>
                  <a:cubicBezTo>
                    <a:pt x="172975" y="186307"/>
                    <a:pt x="188395" y="175874"/>
                    <a:pt x="193369" y="165441"/>
                  </a:cubicBezTo>
                  <a:cubicBezTo>
                    <a:pt x="214261" y="139606"/>
                    <a:pt x="250574" y="87937"/>
                    <a:pt x="312753" y="51669"/>
                  </a:cubicBezTo>
                  <a:cubicBezTo>
                    <a:pt x="349066" y="25835"/>
                    <a:pt x="379907" y="15402"/>
                    <a:pt x="400799" y="9937"/>
                  </a:cubicBezTo>
                  <a:cubicBezTo>
                    <a:pt x="416219" y="9937"/>
                    <a:pt x="426665" y="9937"/>
                    <a:pt x="426665" y="4968"/>
                  </a:cubicBezTo>
                  <a:cubicBezTo>
                    <a:pt x="431640" y="4968"/>
                    <a:pt x="431640" y="0"/>
                    <a:pt x="437111" y="0"/>
                  </a:cubicBezTo>
                  <a:close/>
                </a:path>
              </a:pathLst>
            </a:custGeom>
            <a:solidFill>
              <a:schemeClr val="bg1"/>
            </a:solidFill>
            <a:ln>
              <a:noFill/>
            </a:ln>
            <a:effectLst/>
          </p:spPr>
          <p:txBody>
            <a:bodyPr wrap="square" anchor="ctr">
              <a:noAutofit/>
            </a:bodyPr>
            <a:lstStyle/>
            <a:p>
              <a:pPr>
                <a:defRPr/>
              </a:pPr>
              <a:endParaRPr lang="en-US" sz="2400" dirty="0">
                <a:solidFill>
                  <a:schemeClr val="tx1">
                    <a:lumMod val="75000"/>
                    <a:lumOff val="25000"/>
                  </a:schemeClr>
                </a:solidFill>
                <a:latin typeface="思源黑体" panose="020B0500000000000000" pitchFamily="34" charset="-122"/>
                <a:ea typeface="思源黑体" panose="020B0500000000000000" pitchFamily="34" charset="-122"/>
              </a:endParaRPr>
            </a:p>
          </p:txBody>
        </p:sp>
      </p:grpSp>
      <p:grpSp>
        <p:nvGrpSpPr>
          <p:cNvPr id="37" name="Group 3"/>
          <p:cNvGrpSpPr/>
          <p:nvPr/>
        </p:nvGrpSpPr>
        <p:grpSpPr>
          <a:xfrm>
            <a:off x="1136462" y="1966801"/>
            <a:ext cx="573588" cy="573588"/>
            <a:chOff x="1136462" y="1966801"/>
            <a:chExt cx="573588" cy="573588"/>
          </a:xfrm>
          <a:effectLst>
            <a:outerShdw blurRad="254000" dist="63500" dir="2700000" algn="tl" rotWithShape="0">
              <a:prstClr val="black">
                <a:alpha val="25000"/>
              </a:prstClr>
            </a:outerShdw>
          </a:effectLst>
        </p:grpSpPr>
        <p:sp>
          <p:nvSpPr>
            <p:cNvPr id="38" name="Rounded Rectangle 4"/>
            <p:cNvSpPr/>
            <p:nvPr/>
          </p:nvSpPr>
          <p:spPr>
            <a:xfrm>
              <a:off x="1136462" y="1966801"/>
              <a:ext cx="573588" cy="573588"/>
            </a:xfrm>
            <a:prstGeom prst="roundRect">
              <a:avLst/>
            </a:prstGeom>
            <a:solidFill>
              <a:srgbClr val="587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lumMod val="75000"/>
                    <a:lumOff val="25000"/>
                  </a:schemeClr>
                </a:solidFill>
                <a:latin typeface="思源黑体" panose="020B0500000000000000" pitchFamily="34" charset="-122"/>
                <a:ea typeface="思源黑体" panose="020B0500000000000000" pitchFamily="34" charset="-122"/>
              </a:endParaRPr>
            </a:p>
          </p:txBody>
        </p:sp>
        <p:sp>
          <p:nvSpPr>
            <p:cNvPr id="39" name="Freeform 165"/>
            <p:cNvSpPr>
              <a:spLocks noChangeAspect="1" noChangeArrowheads="1"/>
            </p:cNvSpPr>
            <p:nvPr/>
          </p:nvSpPr>
          <p:spPr bwMode="auto">
            <a:xfrm>
              <a:off x="1247616" y="2077911"/>
              <a:ext cx="351279" cy="351368"/>
            </a:xfrm>
            <a:custGeom>
              <a:avLst/>
              <a:gdLst>
                <a:gd name="T0" fmla="*/ 177 w 553"/>
                <a:gd name="T1" fmla="*/ 186 h 552"/>
                <a:gd name="T2" fmla="*/ 52 w 553"/>
                <a:gd name="T3" fmla="*/ 61 h 552"/>
                <a:gd name="T4" fmla="*/ 104 w 553"/>
                <a:gd name="T5" fmla="*/ 9 h 552"/>
                <a:gd name="T6" fmla="*/ 125 w 553"/>
                <a:gd name="T7" fmla="*/ 9 h 552"/>
                <a:gd name="T8" fmla="*/ 229 w 553"/>
                <a:gd name="T9" fmla="*/ 103 h 552"/>
                <a:gd name="T10" fmla="*/ 229 w 553"/>
                <a:gd name="T11" fmla="*/ 134 h 552"/>
                <a:gd name="T12" fmla="*/ 187 w 553"/>
                <a:gd name="T13" fmla="*/ 176 h 552"/>
                <a:gd name="T14" fmla="*/ 177 w 553"/>
                <a:gd name="T15" fmla="*/ 186 h 552"/>
                <a:gd name="T16" fmla="*/ 281 w 553"/>
                <a:gd name="T17" fmla="*/ 384 h 552"/>
                <a:gd name="T18" fmla="*/ 219 w 553"/>
                <a:gd name="T19" fmla="*/ 332 h 552"/>
                <a:gd name="T20" fmla="*/ 167 w 553"/>
                <a:gd name="T21" fmla="*/ 269 h 552"/>
                <a:gd name="T22" fmla="*/ 156 w 553"/>
                <a:gd name="T23" fmla="*/ 207 h 552"/>
                <a:gd name="T24" fmla="*/ 31 w 553"/>
                <a:gd name="T25" fmla="*/ 82 h 552"/>
                <a:gd name="T26" fmla="*/ 31 w 553"/>
                <a:gd name="T27" fmla="*/ 259 h 552"/>
                <a:gd name="T28" fmla="*/ 84 w 553"/>
                <a:gd name="T29" fmla="*/ 332 h 552"/>
                <a:gd name="T30" fmla="*/ 146 w 553"/>
                <a:gd name="T31" fmla="*/ 405 h 552"/>
                <a:gd name="T32" fmla="*/ 219 w 553"/>
                <a:gd name="T33" fmla="*/ 467 h 552"/>
                <a:gd name="T34" fmla="*/ 292 w 553"/>
                <a:gd name="T35" fmla="*/ 519 h 552"/>
                <a:gd name="T36" fmla="*/ 469 w 553"/>
                <a:gd name="T37" fmla="*/ 530 h 552"/>
                <a:gd name="T38" fmla="*/ 344 w 553"/>
                <a:gd name="T39" fmla="*/ 394 h 552"/>
                <a:gd name="T40" fmla="*/ 281 w 553"/>
                <a:gd name="T41" fmla="*/ 384 h 552"/>
                <a:gd name="T42" fmla="*/ 542 w 553"/>
                <a:gd name="T43" fmla="*/ 426 h 552"/>
                <a:gd name="T44" fmla="*/ 448 w 553"/>
                <a:gd name="T45" fmla="*/ 321 h 552"/>
                <a:gd name="T46" fmla="*/ 417 w 553"/>
                <a:gd name="T47" fmla="*/ 321 h 552"/>
                <a:gd name="T48" fmla="*/ 396 w 553"/>
                <a:gd name="T49" fmla="*/ 353 h 552"/>
                <a:gd name="T50" fmla="*/ 375 w 553"/>
                <a:gd name="T51" fmla="*/ 363 h 552"/>
                <a:gd name="T52" fmla="*/ 364 w 553"/>
                <a:gd name="T53" fmla="*/ 374 h 552"/>
                <a:gd name="T54" fmla="*/ 500 w 553"/>
                <a:gd name="T55" fmla="*/ 499 h 552"/>
                <a:gd name="T56" fmla="*/ 542 w 553"/>
                <a:gd name="T57" fmla="*/ 446 h 552"/>
                <a:gd name="T58" fmla="*/ 542 w 553"/>
                <a:gd name="T59" fmla="*/ 426 h 552"/>
                <a:gd name="T60" fmla="*/ 542 w 553"/>
                <a:gd name="T61" fmla="*/ 426 h 552"/>
                <a:gd name="T62" fmla="*/ 542 w 553"/>
                <a:gd name="T63" fmla="*/ 426 h 5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553" h="552">
                  <a:moveTo>
                    <a:pt x="177" y="186"/>
                  </a:moveTo>
                  <a:cubicBezTo>
                    <a:pt x="52" y="61"/>
                    <a:pt x="52" y="61"/>
                    <a:pt x="52" y="61"/>
                  </a:cubicBezTo>
                  <a:cubicBezTo>
                    <a:pt x="73" y="40"/>
                    <a:pt x="84" y="19"/>
                    <a:pt x="104" y="9"/>
                  </a:cubicBezTo>
                  <a:cubicBezTo>
                    <a:pt x="104" y="0"/>
                    <a:pt x="125" y="0"/>
                    <a:pt x="125" y="9"/>
                  </a:cubicBezTo>
                  <a:cubicBezTo>
                    <a:pt x="229" y="103"/>
                    <a:pt x="229" y="103"/>
                    <a:pt x="229" y="103"/>
                  </a:cubicBezTo>
                  <a:cubicBezTo>
                    <a:pt x="229" y="113"/>
                    <a:pt x="229" y="124"/>
                    <a:pt x="229" y="134"/>
                  </a:cubicBezTo>
                  <a:cubicBezTo>
                    <a:pt x="187" y="176"/>
                    <a:pt x="187" y="176"/>
                    <a:pt x="187" y="176"/>
                  </a:cubicBezTo>
                  <a:cubicBezTo>
                    <a:pt x="177" y="176"/>
                    <a:pt x="177" y="176"/>
                    <a:pt x="177" y="186"/>
                  </a:cubicBezTo>
                  <a:close/>
                  <a:moveTo>
                    <a:pt x="281" y="384"/>
                  </a:moveTo>
                  <a:cubicBezTo>
                    <a:pt x="260" y="374"/>
                    <a:pt x="239" y="353"/>
                    <a:pt x="219" y="332"/>
                  </a:cubicBezTo>
                  <a:cubicBezTo>
                    <a:pt x="198" y="311"/>
                    <a:pt x="187" y="290"/>
                    <a:pt x="167" y="269"/>
                  </a:cubicBezTo>
                  <a:cubicBezTo>
                    <a:pt x="146" y="259"/>
                    <a:pt x="146" y="228"/>
                    <a:pt x="156" y="207"/>
                  </a:cubicBezTo>
                  <a:cubicBezTo>
                    <a:pt x="31" y="82"/>
                    <a:pt x="31" y="82"/>
                    <a:pt x="31" y="82"/>
                  </a:cubicBezTo>
                  <a:cubicBezTo>
                    <a:pt x="0" y="113"/>
                    <a:pt x="0" y="186"/>
                    <a:pt x="31" y="259"/>
                  </a:cubicBezTo>
                  <a:cubicBezTo>
                    <a:pt x="52" y="280"/>
                    <a:pt x="63" y="311"/>
                    <a:pt x="84" y="332"/>
                  </a:cubicBezTo>
                  <a:cubicBezTo>
                    <a:pt x="104" y="363"/>
                    <a:pt x="125" y="384"/>
                    <a:pt x="146" y="405"/>
                  </a:cubicBezTo>
                  <a:cubicBezTo>
                    <a:pt x="167" y="426"/>
                    <a:pt x="187" y="446"/>
                    <a:pt x="219" y="467"/>
                  </a:cubicBezTo>
                  <a:cubicBezTo>
                    <a:pt x="239" y="488"/>
                    <a:pt x="271" y="509"/>
                    <a:pt x="292" y="519"/>
                  </a:cubicBezTo>
                  <a:cubicBezTo>
                    <a:pt x="364" y="551"/>
                    <a:pt x="437" y="551"/>
                    <a:pt x="469" y="530"/>
                  </a:cubicBezTo>
                  <a:cubicBezTo>
                    <a:pt x="344" y="394"/>
                    <a:pt x="344" y="394"/>
                    <a:pt x="344" y="394"/>
                  </a:cubicBezTo>
                  <a:cubicBezTo>
                    <a:pt x="323" y="405"/>
                    <a:pt x="292" y="405"/>
                    <a:pt x="281" y="384"/>
                  </a:cubicBezTo>
                  <a:close/>
                  <a:moveTo>
                    <a:pt x="542" y="426"/>
                  </a:moveTo>
                  <a:cubicBezTo>
                    <a:pt x="448" y="321"/>
                    <a:pt x="448" y="321"/>
                    <a:pt x="448" y="321"/>
                  </a:cubicBezTo>
                  <a:cubicBezTo>
                    <a:pt x="437" y="321"/>
                    <a:pt x="427" y="321"/>
                    <a:pt x="417" y="321"/>
                  </a:cubicBezTo>
                  <a:cubicBezTo>
                    <a:pt x="396" y="353"/>
                    <a:pt x="396" y="353"/>
                    <a:pt x="396" y="353"/>
                  </a:cubicBezTo>
                  <a:cubicBezTo>
                    <a:pt x="375" y="363"/>
                    <a:pt x="375" y="363"/>
                    <a:pt x="375" y="363"/>
                  </a:cubicBezTo>
                  <a:cubicBezTo>
                    <a:pt x="375" y="374"/>
                    <a:pt x="375" y="374"/>
                    <a:pt x="364" y="374"/>
                  </a:cubicBezTo>
                  <a:cubicBezTo>
                    <a:pt x="500" y="499"/>
                    <a:pt x="500" y="499"/>
                    <a:pt x="500" y="499"/>
                  </a:cubicBezTo>
                  <a:cubicBezTo>
                    <a:pt x="510" y="488"/>
                    <a:pt x="531" y="467"/>
                    <a:pt x="542" y="446"/>
                  </a:cubicBezTo>
                  <a:cubicBezTo>
                    <a:pt x="552" y="446"/>
                    <a:pt x="552" y="436"/>
                    <a:pt x="542" y="426"/>
                  </a:cubicBezTo>
                  <a:close/>
                  <a:moveTo>
                    <a:pt x="542" y="426"/>
                  </a:moveTo>
                  <a:lnTo>
                    <a:pt x="542" y="426"/>
                  </a:lnTo>
                  <a:close/>
                </a:path>
              </a:pathLst>
            </a:custGeom>
            <a:solidFill>
              <a:schemeClr val="bg1"/>
            </a:solidFill>
            <a:ln>
              <a:noFill/>
            </a:ln>
            <a:effectLst/>
          </p:spPr>
          <p:txBody>
            <a:bodyPr wrap="none" lIns="243785" tIns="121892" rIns="243785" bIns="121892" anchor="ctr"/>
            <a:lstStyle/>
            <a:p>
              <a:pPr>
                <a:defRPr/>
              </a:pPr>
              <a:endParaRPr lang="en-US" sz="2400" dirty="0">
                <a:solidFill>
                  <a:schemeClr val="tx1">
                    <a:lumMod val="75000"/>
                    <a:lumOff val="25000"/>
                  </a:schemeClr>
                </a:solidFill>
                <a:latin typeface="思源黑体" panose="020B0500000000000000" pitchFamily="34" charset="-122"/>
                <a:ea typeface="思源黑体" panose="020B0500000000000000"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1250"/>
                                        <p:tgtEl>
                                          <p:spTgt spid="9"/>
                                        </p:tgtEl>
                                      </p:cBhvr>
                                    </p:animEffect>
                                  </p:childTnLst>
                                </p:cTn>
                              </p:par>
                            </p:childTnLst>
                          </p:cTn>
                        </p:par>
                        <p:par>
                          <p:cTn id="12" fill="hold">
                            <p:stCondLst>
                              <p:cond delay="2000"/>
                            </p:stCondLst>
                            <p:childTnLst>
                              <p:par>
                                <p:cTn id="13" presetID="18" presetClass="entr" presetSubtype="6" fill="hold" nodeType="afterEffect">
                                  <p:stCondLst>
                                    <p:cond delay="0"/>
                                  </p:stCondLst>
                                  <p:childTnLst>
                                    <p:set>
                                      <p:cBhvr>
                                        <p:cTn id="14" dur="1" fill="hold">
                                          <p:stCondLst>
                                            <p:cond delay="0"/>
                                          </p:stCondLst>
                                        </p:cTn>
                                        <p:tgtEl>
                                          <p:spTgt spid="37"/>
                                        </p:tgtEl>
                                        <p:attrNameLst>
                                          <p:attrName>style.visibility</p:attrName>
                                        </p:attrNameLst>
                                      </p:cBhvr>
                                      <p:to>
                                        <p:strVal val="visible"/>
                                      </p:to>
                                    </p:set>
                                    <p:animEffect transition="in" filter="strips(downRight)">
                                      <p:cBhvr>
                                        <p:cTn id="15" dur="500"/>
                                        <p:tgtEl>
                                          <p:spTgt spid="37"/>
                                        </p:tgtEl>
                                      </p:cBhvr>
                                    </p:animEffect>
                                  </p:childTnLst>
                                </p:cTn>
                              </p:par>
                            </p:childTnLst>
                          </p:cTn>
                        </p:par>
                        <p:par>
                          <p:cTn id="16" fill="hold">
                            <p:stCondLst>
                              <p:cond delay="2500"/>
                            </p:stCondLst>
                            <p:childTnLst>
                              <p:par>
                                <p:cTn id="17" presetID="14" presetClass="entr" presetSubtype="10" fill="hold" grpId="0" nodeType="after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randombar(horizontal)">
                                      <p:cBhvr>
                                        <p:cTn id="19" dur="500"/>
                                        <p:tgtEl>
                                          <p:spTgt spid="10"/>
                                        </p:tgtEl>
                                      </p:cBhvr>
                                    </p:animEffect>
                                  </p:childTnLst>
                                </p:cTn>
                              </p:par>
                            </p:childTnLst>
                          </p:cTn>
                        </p:par>
                        <p:par>
                          <p:cTn id="20" fill="hold">
                            <p:stCondLst>
                              <p:cond delay="3000"/>
                            </p:stCondLst>
                            <p:childTnLst>
                              <p:par>
                                <p:cTn id="21" presetID="18" presetClass="entr" presetSubtype="6" fill="hold" nodeType="afterEffect">
                                  <p:stCondLst>
                                    <p:cond delay="0"/>
                                  </p:stCondLst>
                                  <p:childTnLst>
                                    <p:set>
                                      <p:cBhvr>
                                        <p:cTn id="22" dur="1" fill="hold">
                                          <p:stCondLst>
                                            <p:cond delay="0"/>
                                          </p:stCondLst>
                                        </p:cTn>
                                        <p:tgtEl>
                                          <p:spTgt spid="34"/>
                                        </p:tgtEl>
                                        <p:attrNameLst>
                                          <p:attrName>style.visibility</p:attrName>
                                        </p:attrNameLst>
                                      </p:cBhvr>
                                      <p:to>
                                        <p:strVal val="visible"/>
                                      </p:to>
                                    </p:set>
                                    <p:animEffect transition="in" filter="strips(downRight)">
                                      <p:cBhvr>
                                        <p:cTn id="23" dur="500"/>
                                        <p:tgtEl>
                                          <p:spTgt spid="34"/>
                                        </p:tgtEl>
                                      </p:cBhvr>
                                    </p:animEffect>
                                  </p:childTnLst>
                                </p:cTn>
                              </p:par>
                            </p:childTnLst>
                          </p:cTn>
                        </p:par>
                        <p:par>
                          <p:cTn id="24" fill="hold">
                            <p:stCondLst>
                              <p:cond delay="3500"/>
                            </p:stCondLst>
                            <p:childTnLst>
                              <p:par>
                                <p:cTn id="25" presetID="42" presetClass="entr" presetSubtype="0" fill="hold" grpId="0" nodeType="after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1000"/>
                                        <p:tgtEl>
                                          <p:spTgt spid="16"/>
                                        </p:tgtEl>
                                      </p:cBhvr>
                                    </p:animEffect>
                                    <p:anim calcmode="lin" valueType="num">
                                      <p:cBhvr>
                                        <p:cTn id="28" dur="1000" fill="hold"/>
                                        <p:tgtEl>
                                          <p:spTgt spid="16"/>
                                        </p:tgtEl>
                                        <p:attrNameLst>
                                          <p:attrName>ppt_x</p:attrName>
                                        </p:attrNameLst>
                                      </p:cBhvr>
                                      <p:tavLst>
                                        <p:tav tm="0">
                                          <p:val>
                                            <p:strVal val="#ppt_x"/>
                                          </p:val>
                                        </p:tav>
                                        <p:tav tm="100000">
                                          <p:val>
                                            <p:strVal val="#ppt_x"/>
                                          </p:val>
                                        </p:tav>
                                      </p:tavLst>
                                    </p:anim>
                                    <p:anim calcmode="lin" valueType="num">
                                      <p:cBhvr>
                                        <p:cTn id="29" dur="1000" fill="hold"/>
                                        <p:tgtEl>
                                          <p:spTgt spid="16"/>
                                        </p:tgtEl>
                                        <p:attrNameLst>
                                          <p:attrName>ppt_y</p:attrName>
                                        </p:attrNameLst>
                                      </p:cBhvr>
                                      <p:tavLst>
                                        <p:tav tm="0">
                                          <p:val>
                                            <p:strVal val="#ppt_y+.1"/>
                                          </p:val>
                                        </p:tav>
                                        <p:tav tm="100000">
                                          <p:val>
                                            <p:strVal val="#ppt_y"/>
                                          </p:val>
                                        </p:tav>
                                      </p:tavLst>
                                    </p:anim>
                                  </p:childTnLst>
                                </p:cTn>
                              </p:par>
                            </p:childTnLst>
                          </p:cTn>
                        </p:par>
                        <p:par>
                          <p:cTn id="30" fill="hold">
                            <p:stCondLst>
                              <p:cond delay="4500"/>
                            </p:stCondLst>
                            <p:childTnLst>
                              <p:par>
                                <p:cTn id="31" presetID="14" presetClass="entr" presetSubtype="10" fill="hold" grpId="0" nodeType="after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randombar(horizontal)">
                                      <p:cBhvr>
                                        <p:cTn id="33" dur="500"/>
                                        <p:tgtEl>
                                          <p:spTgt spid="11"/>
                                        </p:tgtEl>
                                      </p:cBhvr>
                                    </p:animEffect>
                                  </p:childTnLst>
                                </p:cTn>
                              </p:par>
                            </p:childTnLst>
                          </p:cTn>
                        </p:par>
                        <p:par>
                          <p:cTn id="34" fill="hold">
                            <p:stCondLst>
                              <p:cond delay="5000"/>
                            </p:stCondLst>
                            <p:childTnLst>
                              <p:par>
                                <p:cTn id="35" presetID="18" presetClass="entr" presetSubtype="6" fill="hold" nodeType="afterEffect">
                                  <p:stCondLst>
                                    <p:cond delay="0"/>
                                  </p:stCondLst>
                                  <p:childTnLst>
                                    <p:set>
                                      <p:cBhvr>
                                        <p:cTn id="36" dur="1" fill="hold">
                                          <p:stCondLst>
                                            <p:cond delay="0"/>
                                          </p:stCondLst>
                                        </p:cTn>
                                        <p:tgtEl>
                                          <p:spTgt spid="28"/>
                                        </p:tgtEl>
                                        <p:attrNameLst>
                                          <p:attrName>style.visibility</p:attrName>
                                        </p:attrNameLst>
                                      </p:cBhvr>
                                      <p:to>
                                        <p:strVal val="visible"/>
                                      </p:to>
                                    </p:set>
                                    <p:animEffect transition="in" filter="strips(downRight)">
                                      <p:cBhvr>
                                        <p:cTn id="37" dur="500"/>
                                        <p:tgtEl>
                                          <p:spTgt spid="28"/>
                                        </p:tgtEl>
                                      </p:cBhvr>
                                    </p:animEffect>
                                  </p:childTnLst>
                                </p:cTn>
                              </p:par>
                            </p:childTnLst>
                          </p:cTn>
                        </p:par>
                        <p:par>
                          <p:cTn id="38" fill="hold">
                            <p:stCondLst>
                              <p:cond delay="5500"/>
                            </p:stCondLst>
                            <p:childTnLst>
                              <p:par>
                                <p:cTn id="39" presetID="42" presetClass="entr" presetSubtype="0" fill="hold" grpId="0" nodeType="after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1000"/>
                                        <p:tgtEl>
                                          <p:spTgt spid="17"/>
                                        </p:tgtEl>
                                      </p:cBhvr>
                                    </p:animEffect>
                                    <p:anim calcmode="lin" valueType="num">
                                      <p:cBhvr>
                                        <p:cTn id="42" dur="1000" fill="hold"/>
                                        <p:tgtEl>
                                          <p:spTgt spid="17"/>
                                        </p:tgtEl>
                                        <p:attrNameLst>
                                          <p:attrName>ppt_x</p:attrName>
                                        </p:attrNameLst>
                                      </p:cBhvr>
                                      <p:tavLst>
                                        <p:tav tm="0">
                                          <p:val>
                                            <p:strVal val="#ppt_x"/>
                                          </p:val>
                                        </p:tav>
                                        <p:tav tm="100000">
                                          <p:val>
                                            <p:strVal val="#ppt_x"/>
                                          </p:val>
                                        </p:tav>
                                      </p:tavLst>
                                    </p:anim>
                                    <p:anim calcmode="lin" valueType="num">
                                      <p:cBhvr>
                                        <p:cTn id="43" dur="1000" fill="hold"/>
                                        <p:tgtEl>
                                          <p:spTgt spid="17"/>
                                        </p:tgtEl>
                                        <p:attrNameLst>
                                          <p:attrName>ppt_y</p:attrName>
                                        </p:attrNameLst>
                                      </p:cBhvr>
                                      <p:tavLst>
                                        <p:tav tm="0">
                                          <p:val>
                                            <p:strVal val="#ppt_y+.1"/>
                                          </p:val>
                                        </p:tav>
                                        <p:tav tm="100000">
                                          <p:val>
                                            <p:strVal val="#ppt_y"/>
                                          </p:val>
                                        </p:tav>
                                      </p:tavLst>
                                    </p:anim>
                                  </p:childTnLst>
                                </p:cTn>
                              </p:par>
                            </p:childTnLst>
                          </p:cTn>
                        </p:par>
                        <p:par>
                          <p:cTn id="44" fill="hold">
                            <p:stCondLst>
                              <p:cond delay="6500"/>
                            </p:stCondLst>
                            <p:childTnLst>
                              <p:par>
                                <p:cTn id="45" presetID="14" presetClass="entr" presetSubtype="10" fill="hold" grpId="0" nodeType="after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randombar(horizontal)">
                                      <p:cBhvr>
                                        <p:cTn id="47" dur="500"/>
                                        <p:tgtEl>
                                          <p:spTgt spid="12"/>
                                        </p:tgtEl>
                                      </p:cBhvr>
                                    </p:animEffect>
                                  </p:childTnLst>
                                </p:cTn>
                              </p:par>
                            </p:childTnLst>
                          </p:cTn>
                        </p:par>
                        <p:par>
                          <p:cTn id="48" fill="hold">
                            <p:stCondLst>
                              <p:cond delay="7000"/>
                            </p:stCondLst>
                            <p:childTnLst>
                              <p:par>
                                <p:cTn id="49" presetID="18" presetClass="entr" presetSubtype="6" fill="hold" nodeType="afterEffect">
                                  <p:stCondLst>
                                    <p:cond delay="0"/>
                                  </p:stCondLst>
                                  <p:childTnLst>
                                    <p:set>
                                      <p:cBhvr>
                                        <p:cTn id="50" dur="1" fill="hold">
                                          <p:stCondLst>
                                            <p:cond delay="0"/>
                                          </p:stCondLst>
                                        </p:cTn>
                                        <p:tgtEl>
                                          <p:spTgt spid="31"/>
                                        </p:tgtEl>
                                        <p:attrNameLst>
                                          <p:attrName>style.visibility</p:attrName>
                                        </p:attrNameLst>
                                      </p:cBhvr>
                                      <p:to>
                                        <p:strVal val="visible"/>
                                      </p:to>
                                    </p:set>
                                    <p:animEffect transition="in" filter="strips(downRight)">
                                      <p:cBhvr>
                                        <p:cTn id="51" dur="500"/>
                                        <p:tgtEl>
                                          <p:spTgt spid="31"/>
                                        </p:tgtEl>
                                      </p:cBhvr>
                                    </p:animEffect>
                                  </p:childTnLst>
                                </p:cTn>
                              </p:par>
                            </p:childTnLst>
                          </p:cTn>
                        </p:par>
                        <p:par>
                          <p:cTn id="52" fill="hold">
                            <p:stCondLst>
                              <p:cond delay="7500"/>
                            </p:stCondLst>
                            <p:childTnLst>
                              <p:par>
                                <p:cTn id="53" presetID="42" presetClass="entr" presetSubtype="0" fill="hold" grpId="0" nodeType="afterEffect">
                                  <p:stCondLst>
                                    <p:cond delay="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1000"/>
                                        <p:tgtEl>
                                          <p:spTgt spid="18"/>
                                        </p:tgtEl>
                                      </p:cBhvr>
                                    </p:animEffect>
                                    <p:anim calcmode="lin" valueType="num">
                                      <p:cBhvr>
                                        <p:cTn id="56" dur="1000" fill="hold"/>
                                        <p:tgtEl>
                                          <p:spTgt spid="18"/>
                                        </p:tgtEl>
                                        <p:attrNameLst>
                                          <p:attrName>ppt_x</p:attrName>
                                        </p:attrNameLst>
                                      </p:cBhvr>
                                      <p:tavLst>
                                        <p:tav tm="0">
                                          <p:val>
                                            <p:strVal val="#ppt_x"/>
                                          </p:val>
                                        </p:tav>
                                        <p:tav tm="100000">
                                          <p:val>
                                            <p:strVal val="#ppt_x"/>
                                          </p:val>
                                        </p:tav>
                                      </p:tavLst>
                                    </p:anim>
                                    <p:anim calcmode="lin" valueType="num">
                                      <p:cBhvr>
                                        <p:cTn id="57" dur="1000" fill="hold"/>
                                        <p:tgtEl>
                                          <p:spTgt spid="18"/>
                                        </p:tgtEl>
                                        <p:attrNameLst>
                                          <p:attrName>ppt_y</p:attrName>
                                        </p:attrNameLst>
                                      </p:cBhvr>
                                      <p:tavLst>
                                        <p:tav tm="0">
                                          <p:val>
                                            <p:strVal val="#ppt_y+.1"/>
                                          </p:val>
                                        </p:tav>
                                        <p:tav tm="100000">
                                          <p:val>
                                            <p:strVal val="#ppt_y"/>
                                          </p:val>
                                        </p:tav>
                                      </p:tavLst>
                                    </p:anim>
                                  </p:childTnLst>
                                </p:cTn>
                              </p:par>
                            </p:childTnLst>
                          </p:cTn>
                        </p:par>
                        <p:par>
                          <p:cTn id="58" fill="hold">
                            <p:stCondLst>
                              <p:cond delay="8500"/>
                            </p:stCondLst>
                            <p:childTnLst>
                              <p:par>
                                <p:cTn id="59" presetID="14" presetClass="entr" presetSubtype="10" fill="hold" grpId="0" nodeType="afterEffect">
                                  <p:stCondLst>
                                    <p:cond delay="0"/>
                                  </p:stCondLst>
                                  <p:childTnLst>
                                    <p:set>
                                      <p:cBhvr>
                                        <p:cTn id="60" dur="1" fill="hold">
                                          <p:stCondLst>
                                            <p:cond delay="0"/>
                                          </p:stCondLst>
                                        </p:cTn>
                                        <p:tgtEl>
                                          <p:spTgt spid="13"/>
                                        </p:tgtEl>
                                        <p:attrNameLst>
                                          <p:attrName>style.visibility</p:attrName>
                                        </p:attrNameLst>
                                      </p:cBhvr>
                                      <p:to>
                                        <p:strVal val="visible"/>
                                      </p:to>
                                    </p:set>
                                    <p:animEffect transition="in" filter="randombar(horizontal)">
                                      <p:cBhvr>
                                        <p:cTn id="61" dur="500"/>
                                        <p:tgtEl>
                                          <p:spTgt spid="13"/>
                                        </p:tgtEl>
                                      </p:cBhvr>
                                    </p:animEffect>
                                  </p:childTnLst>
                                </p:cTn>
                              </p:par>
                            </p:childTnLst>
                          </p:cTn>
                        </p:par>
                        <p:par>
                          <p:cTn id="62" fill="hold">
                            <p:stCondLst>
                              <p:cond delay="9000"/>
                            </p:stCondLst>
                            <p:childTnLst>
                              <p:par>
                                <p:cTn id="63" presetID="42" presetClass="entr" presetSubtype="0" fill="hold" grpId="0" nodeType="afterEffect">
                                  <p:stCondLst>
                                    <p:cond delay="0"/>
                                  </p:stCondLst>
                                  <p:childTnLst>
                                    <p:set>
                                      <p:cBhvr>
                                        <p:cTn id="64" dur="1" fill="hold">
                                          <p:stCondLst>
                                            <p:cond delay="0"/>
                                          </p:stCondLst>
                                        </p:cTn>
                                        <p:tgtEl>
                                          <p:spTgt spid="19"/>
                                        </p:tgtEl>
                                        <p:attrNameLst>
                                          <p:attrName>style.visibility</p:attrName>
                                        </p:attrNameLst>
                                      </p:cBhvr>
                                      <p:to>
                                        <p:strVal val="visible"/>
                                      </p:to>
                                    </p:set>
                                    <p:animEffect transition="in" filter="fade">
                                      <p:cBhvr>
                                        <p:cTn id="65" dur="1000"/>
                                        <p:tgtEl>
                                          <p:spTgt spid="19"/>
                                        </p:tgtEl>
                                      </p:cBhvr>
                                    </p:animEffect>
                                    <p:anim calcmode="lin" valueType="num">
                                      <p:cBhvr>
                                        <p:cTn id="66" dur="1000" fill="hold"/>
                                        <p:tgtEl>
                                          <p:spTgt spid="19"/>
                                        </p:tgtEl>
                                        <p:attrNameLst>
                                          <p:attrName>ppt_x</p:attrName>
                                        </p:attrNameLst>
                                      </p:cBhvr>
                                      <p:tavLst>
                                        <p:tav tm="0">
                                          <p:val>
                                            <p:strVal val="#ppt_x"/>
                                          </p:val>
                                        </p:tav>
                                        <p:tav tm="100000">
                                          <p:val>
                                            <p:strVal val="#ppt_x"/>
                                          </p:val>
                                        </p:tav>
                                      </p:tavLst>
                                    </p:anim>
                                    <p:anim calcmode="lin" valueType="num">
                                      <p:cBhvr>
                                        <p:cTn id="67" dur="1000" fill="hold"/>
                                        <p:tgtEl>
                                          <p:spTgt spid="19"/>
                                        </p:tgtEl>
                                        <p:attrNameLst>
                                          <p:attrName>ppt_y</p:attrName>
                                        </p:attrNameLst>
                                      </p:cBhvr>
                                      <p:tavLst>
                                        <p:tav tm="0">
                                          <p:val>
                                            <p:strVal val="#ppt_y+.1"/>
                                          </p:val>
                                        </p:tav>
                                        <p:tav tm="100000">
                                          <p:val>
                                            <p:strVal val="#ppt_y"/>
                                          </p:val>
                                        </p:tav>
                                      </p:tavLst>
                                    </p:anim>
                                  </p:childTnLst>
                                </p:cTn>
                              </p:par>
                            </p:childTnLst>
                          </p:cTn>
                        </p:par>
                        <p:par>
                          <p:cTn id="68" fill="hold">
                            <p:stCondLst>
                              <p:cond delay="10000"/>
                            </p:stCondLst>
                            <p:childTnLst>
                              <p:par>
                                <p:cTn id="69" presetID="18" presetClass="entr" presetSubtype="6" fill="hold" nodeType="afterEffect">
                                  <p:stCondLst>
                                    <p:cond delay="0"/>
                                  </p:stCondLst>
                                  <p:childTnLst>
                                    <p:set>
                                      <p:cBhvr>
                                        <p:cTn id="70" dur="1" fill="hold">
                                          <p:stCondLst>
                                            <p:cond delay="0"/>
                                          </p:stCondLst>
                                        </p:cTn>
                                        <p:tgtEl>
                                          <p:spTgt spid="25"/>
                                        </p:tgtEl>
                                        <p:attrNameLst>
                                          <p:attrName>style.visibility</p:attrName>
                                        </p:attrNameLst>
                                      </p:cBhvr>
                                      <p:to>
                                        <p:strVal val="visible"/>
                                      </p:to>
                                    </p:set>
                                    <p:animEffect transition="in" filter="strips(downRight)">
                                      <p:cBhvr>
                                        <p:cTn id="71" dur="500"/>
                                        <p:tgtEl>
                                          <p:spTgt spid="25"/>
                                        </p:tgtEl>
                                      </p:cBhvr>
                                    </p:animEffect>
                                  </p:childTnLst>
                                </p:cTn>
                              </p:par>
                            </p:childTnLst>
                          </p:cTn>
                        </p:par>
                        <p:par>
                          <p:cTn id="72" fill="hold">
                            <p:stCondLst>
                              <p:cond delay="10500"/>
                            </p:stCondLst>
                            <p:childTnLst>
                              <p:par>
                                <p:cTn id="73" presetID="14" presetClass="entr" presetSubtype="10" fill="hold" grpId="0" nodeType="afterEffect">
                                  <p:stCondLst>
                                    <p:cond delay="0"/>
                                  </p:stCondLst>
                                  <p:childTnLst>
                                    <p:set>
                                      <p:cBhvr>
                                        <p:cTn id="74" dur="1" fill="hold">
                                          <p:stCondLst>
                                            <p:cond delay="0"/>
                                          </p:stCondLst>
                                        </p:cTn>
                                        <p:tgtEl>
                                          <p:spTgt spid="14"/>
                                        </p:tgtEl>
                                        <p:attrNameLst>
                                          <p:attrName>style.visibility</p:attrName>
                                        </p:attrNameLst>
                                      </p:cBhvr>
                                      <p:to>
                                        <p:strVal val="visible"/>
                                      </p:to>
                                    </p:set>
                                    <p:animEffect transition="in" filter="randombar(horizontal)">
                                      <p:cBhvr>
                                        <p:cTn id="75" dur="500"/>
                                        <p:tgtEl>
                                          <p:spTgt spid="14"/>
                                        </p:tgtEl>
                                      </p:cBhvr>
                                    </p:animEffect>
                                  </p:childTnLst>
                                </p:cTn>
                              </p:par>
                            </p:childTnLst>
                          </p:cTn>
                        </p:par>
                        <p:par>
                          <p:cTn id="76" fill="hold">
                            <p:stCondLst>
                              <p:cond delay="11000"/>
                            </p:stCondLst>
                            <p:childTnLst>
                              <p:par>
                                <p:cTn id="77" presetID="42" presetClass="entr" presetSubtype="0" fill="hold" grpId="0" nodeType="afterEffect">
                                  <p:stCondLst>
                                    <p:cond delay="0"/>
                                  </p:stCondLst>
                                  <p:childTnLst>
                                    <p:set>
                                      <p:cBhvr>
                                        <p:cTn id="78" dur="1" fill="hold">
                                          <p:stCondLst>
                                            <p:cond delay="0"/>
                                          </p:stCondLst>
                                        </p:cTn>
                                        <p:tgtEl>
                                          <p:spTgt spid="20"/>
                                        </p:tgtEl>
                                        <p:attrNameLst>
                                          <p:attrName>style.visibility</p:attrName>
                                        </p:attrNameLst>
                                      </p:cBhvr>
                                      <p:to>
                                        <p:strVal val="visible"/>
                                      </p:to>
                                    </p:set>
                                    <p:animEffect transition="in" filter="fade">
                                      <p:cBhvr>
                                        <p:cTn id="79" dur="1000"/>
                                        <p:tgtEl>
                                          <p:spTgt spid="20"/>
                                        </p:tgtEl>
                                      </p:cBhvr>
                                    </p:animEffect>
                                    <p:anim calcmode="lin" valueType="num">
                                      <p:cBhvr>
                                        <p:cTn id="80" dur="1000" fill="hold"/>
                                        <p:tgtEl>
                                          <p:spTgt spid="20"/>
                                        </p:tgtEl>
                                        <p:attrNameLst>
                                          <p:attrName>ppt_x</p:attrName>
                                        </p:attrNameLst>
                                      </p:cBhvr>
                                      <p:tavLst>
                                        <p:tav tm="0">
                                          <p:val>
                                            <p:strVal val="#ppt_x"/>
                                          </p:val>
                                        </p:tav>
                                        <p:tav tm="100000">
                                          <p:val>
                                            <p:strVal val="#ppt_x"/>
                                          </p:val>
                                        </p:tav>
                                      </p:tavLst>
                                    </p:anim>
                                    <p:anim calcmode="lin" valueType="num">
                                      <p:cBhvr>
                                        <p:cTn id="81" dur="1000" fill="hold"/>
                                        <p:tgtEl>
                                          <p:spTgt spid="20"/>
                                        </p:tgtEl>
                                        <p:attrNameLst>
                                          <p:attrName>ppt_y</p:attrName>
                                        </p:attrNameLst>
                                      </p:cBhvr>
                                      <p:tavLst>
                                        <p:tav tm="0">
                                          <p:val>
                                            <p:strVal val="#ppt_y+.1"/>
                                          </p:val>
                                        </p:tav>
                                        <p:tav tm="100000">
                                          <p:val>
                                            <p:strVal val="#ppt_y"/>
                                          </p:val>
                                        </p:tav>
                                      </p:tavLst>
                                    </p:anim>
                                  </p:childTnLst>
                                </p:cTn>
                              </p:par>
                            </p:childTnLst>
                          </p:cTn>
                        </p:par>
                        <p:par>
                          <p:cTn id="82" fill="hold">
                            <p:stCondLst>
                              <p:cond delay="12000"/>
                            </p:stCondLst>
                            <p:childTnLst>
                              <p:par>
                                <p:cTn id="83" presetID="18" presetClass="entr" presetSubtype="6" fill="hold" nodeType="afterEffect">
                                  <p:stCondLst>
                                    <p:cond delay="0"/>
                                  </p:stCondLst>
                                  <p:childTnLst>
                                    <p:set>
                                      <p:cBhvr>
                                        <p:cTn id="84" dur="1" fill="hold">
                                          <p:stCondLst>
                                            <p:cond delay="0"/>
                                          </p:stCondLst>
                                        </p:cTn>
                                        <p:tgtEl>
                                          <p:spTgt spid="22"/>
                                        </p:tgtEl>
                                        <p:attrNameLst>
                                          <p:attrName>style.visibility</p:attrName>
                                        </p:attrNameLst>
                                      </p:cBhvr>
                                      <p:to>
                                        <p:strVal val="visible"/>
                                      </p:to>
                                    </p:set>
                                    <p:animEffect transition="in" filter="strips(downRight)">
                                      <p:cBhvr>
                                        <p:cTn id="85" dur="500"/>
                                        <p:tgtEl>
                                          <p:spTgt spid="22"/>
                                        </p:tgtEl>
                                      </p:cBhvr>
                                    </p:animEffect>
                                  </p:childTnLst>
                                </p:cTn>
                              </p:par>
                            </p:childTnLst>
                          </p:cTn>
                        </p:par>
                        <p:par>
                          <p:cTn id="86" fill="hold">
                            <p:stCondLst>
                              <p:cond delay="12500"/>
                            </p:stCondLst>
                            <p:childTnLst>
                              <p:par>
                                <p:cTn id="87" presetID="14" presetClass="entr" presetSubtype="10" fill="hold" grpId="0" nodeType="afterEffect">
                                  <p:stCondLst>
                                    <p:cond delay="0"/>
                                  </p:stCondLst>
                                  <p:childTnLst>
                                    <p:set>
                                      <p:cBhvr>
                                        <p:cTn id="88" dur="1" fill="hold">
                                          <p:stCondLst>
                                            <p:cond delay="0"/>
                                          </p:stCondLst>
                                        </p:cTn>
                                        <p:tgtEl>
                                          <p:spTgt spid="15"/>
                                        </p:tgtEl>
                                        <p:attrNameLst>
                                          <p:attrName>style.visibility</p:attrName>
                                        </p:attrNameLst>
                                      </p:cBhvr>
                                      <p:to>
                                        <p:strVal val="visible"/>
                                      </p:to>
                                    </p:set>
                                    <p:animEffect transition="in" filter="randombar(horizontal)">
                                      <p:cBhvr>
                                        <p:cTn id="89" dur="500"/>
                                        <p:tgtEl>
                                          <p:spTgt spid="15"/>
                                        </p:tgtEl>
                                      </p:cBhvr>
                                    </p:animEffect>
                                  </p:childTnLst>
                                </p:cTn>
                              </p:par>
                            </p:childTnLst>
                          </p:cTn>
                        </p:par>
                        <p:par>
                          <p:cTn id="90" fill="hold">
                            <p:stCondLst>
                              <p:cond delay="13000"/>
                            </p:stCondLst>
                            <p:childTnLst>
                              <p:par>
                                <p:cTn id="91" presetID="42" presetClass="entr" presetSubtype="0" fill="hold" grpId="0" nodeType="afterEffect">
                                  <p:stCondLst>
                                    <p:cond delay="0"/>
                                  </p:stCondLst>
                                  <p:childTnLst>
                                    <p:set>
                                      <p:cBhvr>
                                        <p:cTn id="92" dur="1" fill="hold">
                                          <p:stCondLst>
                                            <p:cond delay="0"/>
                                          </p:stCondLst>
                                        </p:cTn>
                                        <p:tgtEl>
                                          <p:spTgt spid="21"/>
                                        </p:tgtEl>
                                        <p:attrNameLst>
                                          <p:attrName>style.visibility</p:attrName>
                                        </p:attrNameLst>
                                      </p:cBhvr>
                                      <p:to>
                                        <p:strVal val="visible"/>
                                      </p:to>
                                    </p:set>
                                    <p:animEffect transition="in" filter="fade">
                                      <p:cBhvr>
                                        <p:cTn id="93" dur="1000"/>
                                        <p:tgtEl>
                                          <p:spTgt spid="21"/>
                                        </p:tgtEl>
                                      </p:cBhvr>
                                    </p:animEffect>
                                    <p:anim calcmode="lin" valueType="num">
                                      <p:cBhvr>
                                        <p:cTn id="94" dur="1000" fill="hold"/>
                                        <p:tgtEl>
                                          <p:spTgt spid="21"/>
                                        </p:tgtEl>
                                        <p:attrNameLst>
                                          <p:attrName>ppt_x</p:attrName>
                                        </p:attrNameLst>
                                      </p:cBhvr>
                                      <p:tavLst>
                                        <p:tav tm="0">
                                          <p:val>
                                            <p:strVal val="#ppt_x"/>
                                          </p:val>
                                        </p:tav>
                                        <p:tav tm="100000">
                                          <p:val>
                                            <p:strVal val="#ppt_x"/>
                                          </p:val>
                                        </p:tav>
                                      </p:tavLst>
                                    </p:anim>
                                    <p:anim calcmode="lin" valueType="num">
                                      <p:cBhvr>
                                        <p:cTn id="95"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12" grpId="0"/>
      <p:bldP spid="13" grpId="0"/>
      <p:bldP spid="14" grpId="0"/>
      <p:bldP spid="15" grpId="0"/>
      <p:bldP spid="16" grpId="0"/>
      <p:bldP spid="17" grpId="0"/>
      <p:bldP spid="18" grpId="0"/>
      <p:bldP spid="19" grpId="0"/>
      <p:bldP spid="20" grpId="0"/>
      <p:bldP spid="2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1">
            <a:extLst>
              <a:ext uri="{BEBA8EAE-BF5A-486C-A8C5-ECC9F3942E4B}">
                <a14:imgProps xmlns:a14="http://schemas.microsoft.com/office/drawing/2010/main">
                  <a14:imgLayer r:embed="rId2">
                    <a14:imgEffect>
                      <a14:brightnessContrast contrast="40000"/>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0" y="0"/>
            <a:ext cx="12191999" cy="6858000"/>
          </a:xfrm>
          <a:prstGeom prst="rect">
            <a:avLst/>
          </a:prstGeom>
        </p:spPr>
      </p:pic>
      <p:sp>
        <p:nvSpPr>
          <p:cNvPr id="2" name="矩形 1"/>
          <p:cNvSpPr/>
          <p:nvPr/>
        </p:nvSpPr>
        <p:spPr>
          <a:xfrm>
            <a:off x="510556" y="583271"/>
            <a:ext cx="11526658" cy="5553635"/>
          </a:xfrm>
          <a:prstGeom prst="rect">
            <a:avLst/>
          </a:prstGeom>
          <a:solidFill>
            <a:schemeClr val="bg1">
              <a:alpha val="82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panose="020B0500000000000000" pitchFamily="34" charset="-122"/>
              <a:ea typeface="思源黑体" panose="020B0500000000000000" pitchFamily="34" charset="-122"/>
            </a:endParaRPr>
          </a:p>
        </p:txBody>
      </p:sp>
      <p:sp>
        <p:nvSpPr>
          <p:cNvPr id="44" name="菱形 43"/>
          <p:cNvSpPr/>
          <p:nvPr/>
        </p:nvSpPr>
        <p:spPr>
          <a:xfrm rot="20839757" flipH="1">
            <a:off x="9673633" y="6019027"/>
            <a:ext cx="1628327" cy="1628327"/>
          </a:xfrm>
          <a:prstGeom prst="diamond">
            <a:avLst/>
          </a:prstGeom>
          <a:noFill/>
          <a:ln w="161925">
            <a:solidFill>
              <a:srgbClr val="587DB8"/>
            </a:solidFill>
          </a:ln>
          <a:effectLst>
            <a:outerShdw blurRad="88900" dist="177800" dir="5400000" algn="ctr"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2C518E"/>
              </a:solidFill>
              <a:latin typeface="思源宋体 CN" panose="02020400000000000000" pitchFamily="18" charset="-122"/>
              <a:ea typeface="思源宋体 CN" panose="02020400000000000000" pitchFamily="18" charset="-122"/>
            </a:endParaRPr>
          </a:p>
        </p:txBody>
      </p:sp>
      <p:sp>
        <p:nvSpPr>
          <p:cNvPr id="50" name="菱形 49"/>
          <p:cNvSpPr/>
          <p:nvPr/>
        </p:nvSpPr>
        <p:spPr>
          <a:xfrm rot="20839757" flipH="1">
            <a:off x="11060260" y="4640911"/>
            <a:ext cx="2741727" cy="2741727"/>
          </a:xfrm>
          <a:prstGeom prst="diamond">
            <a:avLst/>
          </a:prstGeom>
          <a:noFill/>
          <a:ln w="196850">
            <a:solidFill>
              <a:srgbClr val="2C518E"/>
            </a:solidFill>
          </a:ln>
          <a:effectLst>
            <a:outerShdw blurRad="88900" dist="177800" dir="5400000" algn="ctr" rotWithShape="0">
              <a:srgbClr val="000000">
                <a:alpha val="2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2C518E"/>
              </a:solidFill>
              <a:latin typeface="思源宋体 CN" panose="02020400000000000000" pitchFamily="18" charset="-122"/>
              <a:ea typeface="思源宋体 CN" panose="02020400000000000000" pitchFamily="18" charset="-122"/>
            </a:endParaRPr>
          </a:p>
        </p:txBody>
      </p:sp>
      <p:sp>
        <p:nvSpPr>
          <p:cNvPr id="53" name="菱形 52"/>
          <p:cNvSpPr/>
          <p:nvPr/>
        </p:nvSpPr>
        <p:spPr>
          <a:xfrm rot="18405841" flipH="1">
            <a:off x="11213742" y="3792692"/>
            <a:ext cx="2165036" cy="2165036"/>
          </a:xfrm>
          <a:prstGeom prst="diamond">
            <a:avLst/>
          </a:prstGeom>
          <a:noFill/>
          <a:ln w="161925">
            <a:solidFill>
              <a:schemeClr val="bg1">
                <a:lumMod val="95000"/>
              </a:schemeClr>
            </a:solidFill>
          </a:ln>
          <a:effectLst>
            <a:outerShdw blurRad="88900" dist="177800" dir="5400000" algn="ctr" rotWithShape="0">
              <a:srgbClr val="000000">
                <a:alpha val="2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2C518E"/>
              </a:solidFill>
              <a:latin typeface="思源宋体 CN" panose="02020400000000000000" pitchFamily="18" charset="-122"/>
              <a:ea typeface="思源宋体 CN" panose="02020400000000000000" pitchFamily="18" charset="-122"/>
            </a:endParaRPr>
          </a:p>
        </p:txBody>
      </p:sp>
      <p:sp>
        <p:nvSpPr>
          <p:cNvPr id="54" name="菱形 53"/>
          <p:cNvSpPr/>
          <p:nvPr/>
        </p:nvSpPr>
        <p:spPr>
          <a:xfrm rot="17537297" flipH="1">
            <a:off x="-859213" y="1604947"/>
            <a:ext cx="1583952" cy="1583952"/>
          </a:xfrm>
          <a:prstGeom prst="diamond">
            <a:avLst/>
          </a:prstGeom>
          <a:noFill/>
          <a:ln w="161925">
            <a:solidFill>
              <a:srgbClr val="587DB8"/>
            </a:solidFill>
          </a:ln>
          <a:effectLst>
            <a:outerShdw blurRad="88900" dist="177800" dir="5400000" algn="ctr"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2C518E"/>
              </a:solidFill>
              <a:latin typeface="思源宋体 CN" panose="02020400000000000000" pitchFamily="18" charset="-122"/>
              <a:ea typeface="思源宋体 CN" panose="02020400000000000000" pitchFamily="18" charset="-122"/>
            </a:endParaRPr>
          </a:p>
        </p:txBody>
      </p:sp>
      <p:sp>
        <p:nvSpPr>
          <p:cNvPr id="55" name="菱形 54"/>
          <p:cNvSpPr/>
          <p:nvPr/>
        </p:nvSpPr>
        <p:spPr>
          <a:xfrm rot="3109689" flipH="1">
            <a:off x="-87637" y="1099613"/>
            <a:ext cx="1235853" cy="1235853"/>
          </a:xfrm>
          <a:prstGeom prst="diamond">
            <a:avLst/>
          </a:prstGeom>
          <a:noFill/>
          <a:ln w="114300">
            <a:solidFill>
              <a:schemeClr val="bg1">
                <a:lumMod val="95000"/>
              </a:schemeClr>
            </a:solidFill>
          </a:ln>
          <a:effectLst>
            <a:outerShdw blurRad="88900" dist="177800" dir="5400000" algn="ctr" rotWithShape="0">
              <a:srgbClr val="000000">
                <a:alpha val="2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2C518E"/>
              </a:solidFill>
              <a:latin typeface="思源宋体 CN" panose="02020400000000000000" pitchFamily="18" charset="-122"/>
              <a:ea typeface="思源宋体 CN" panose="02020400000000000000" pitchFamily="18" charset="-122"/>
            </a:endParaRPr>
          </a:p>
        </p:txBody>
      </p:sp>
      <p:sp>
        <p:nvSpPr>
          <p:cNvPr id="56" name="菱形 55"/>
          <p:cNvSpPr/>
          <p:nvPr/>
        </p:nvSpPr>
        <p:spPr>
          <a:xfrm rot="20839757" flipH="1">
            <a:off x="-571962" y="-1082518"/>
            <a:ext cx="2165036" cy="2165036"/>
          </a:xfrm>
          <a:prstGeom prst="diamond">
            <a:avLst/>
          </a:prstGeom>
          <a:noFill/>
          <a:ln w="196850">
            <a:solidFill>
              <a:srgbClr val="2C518E"/>
            </a:solidFill>
          </a:ln>
          <a:effectLst>
            <a:outerShdw blurRad="88900" dist="177800" dir="5400000" algn="ctr" rotWithShape="0">
              <a:srgbClr val="000000">
                <a:alpha val="2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2C518E"/>
              </a:solidFill>
              <a:latin typeface="思源宋体 CN" panose="02020400000000000000" pitchFamily="18" charset="-122"/>
              <a:ea typeface="思源宋体 CN" panose="02020400000000000000" pitchFamily="18" charset="-122"/>
            </a:endParaRPr>
          </a:p>
        </p:txBody>
      </p:sp>
      <p:sp>
        <p:nvSpPr>
          <p:cNvPr id="57" name="文本框 56"/>
          <p:cNvSpPr txBox="1"/>
          <p:nvPr/>
        </p:nvSpPr>
        <p:spPr>
          <a:xfrm>
            <a:off x="4939314" y="2590565"/>
            <a:ext cx="4757863" cy="1015663"/>
          </a:xfrm>
          <a:prstGeom prst="rect">
            <a:avLst/>
          </a:prstGeom>
          <a:noFill/>
        </p:spPr>
        <p:txBody>
          <a:bodyPr wrap="square" rtlCol="0">
            <a:spAutoFit/>
          </a:bodyPr>
          <a:lstStyle/>
          <a:p>
            <a:pPr algn="dist"/>
            <a:r>
              <a:rPr lang="zh-CN" altLang="en-US" sz="6000" b="1" dirty="0">
                <a:solidFill>
                  <a:srgbClr val="2C518E"/>
                </a:solidFill>
                <a:latin typeface="思源黑体" panose="020B0500000000000000" pitchFamily="34" charset="-122"/>
                <a:ea typeface="思源黑体" panose="020B0500000000000000" pitchFamily="34" charset="-122"/>
              </a:rPr>
              <a:t>工作完成情况</a:t>
            </a:r>
            <a:endParaRPr lang="zh-CN" altLang="en-US" sz="6000" b="1" dirty="0">
              <a:solidFill>
                <a:srgbClr val="2C518E"/>
              </a:solidFill>
              <a:latin typeface="思源黑体" panose="020B0500000000000000" pitchFamily="34" charset="-122"/>
              <a:ea typeface="思源黑体" panose="020B0500000000000000" pitchFamily="34" charset="-122"/>
            </a:endParaRPr>
          </a:p>
        </p:txBody>
      </p:sp>
      <p:cxnSp>
        <p:nvCxnSpPr>
          <p:cNvPr id="58" name="直接连接符 57"/>
          <p:cNvCxnSpPr/>
          <p:nvPr/>
        </p:nvCxnSpPr>
        <p:spPr>
          <a:xfrm>
            <a:off x="4485058" y="3727325"/>
            <a:ext cx="5863590" cy="0"/>
          </a:xfrm>
          <a:prstGeom prst="line">
            <a:avLst/>
          </a:prstGeom>
          <a:ln>
            <a:solidFill>
              <a:schemeClr val="bg1">
                <a:lumMod val="75000"/>
                <a:alpha val="81000"/>
              </a:schemeClr>
            </a:solidFill>
          </a:ln>
        </p:spPr>
        <p:style>
          <a:lnRef idx="1">
            <a:schemeClr val="accent1"/>
          </a:lnRef>
          <a:fillRef idx="0">
            <a:schemeClr val="accent1"/>
          </a:fillRef>
          <a:effectRef idx="0">
            <a:schemeClr val="accent1"/>
          </a:effectRef>
          <a:fontRef idx="minor">
            <a:schemeClr val="tx1"/>
          </a:fontRef>
        </p:style>
      </p:cxnSp>
      <p:sp>
        <p:nvSpPr>
          <p:cNvPr id="59" name="文本框 58"/>
          <p:cNvSpPr txBox="1"/>
          <p:nvPr/>
        </p:nvSpPr>
        <p:spPr>
          <a:xfrm>
            <a:off x="4963906" y="3995327"/>
            <a:ext cx="4637929" cy="461665"/>
          </a:xfrm>
          <a:prstGeom prst="rect">
            <a:avLst/>
          </a:prstGeom>
          <a:noFill/>
        </p:spPr>
        <p:txBody>
          <a:bodyPr wrap="square" rtlCol="0">
            <a:spAutoFit/>
          </a:bodyPr>
          <a:lstStyle/>
          <a:p>
            <a:pPr algn="dist"/>
            <a:r>
              <a:rPr lang="en-US" altLang="zh-CN" sz="2400" b="1" dirty="0">
                <a:solidFill>
                  <a:schemeClr val="tx1">
                    <a:lumMod val="75000"/>
                    <a:lumOff val="25000"/>
                  </a:schemeClr>
                </a:solidFill>
                <a:latin typeface="思源黑体" panose="020B0500000000000000" pitchFamily="34" charset="-122"/>
                <a:ea typeface="思源黑体" panose="020B0500000000000000" pitchFamily="34" charset="-122"/>
              </a:rPr>
              <a:t>Mid year work summary</a:t>
            </a:r>
            <a:endParaRPr lang="en-US" altLang="zh-CN" sz="2400" b="1" dirty="0">
              <a:solidFill>
                <a:schemeClr val="tx1">
                  <a:lumMod val="75000"/>
                  <a:lumOff val="25000"/>
                </a:schemeClr>
              </a:solidFill>
              <a:latin typeface="思源黑体" panose="020B0500000000000000" pitchFamily="34" charset="-122"/>
              <a:ea typeface="思源黑体" panose="020B0500000000000000" pitchFamily="34" charset="-122"/>
            </a:endParaRPr>
          </a:p>
        </p:txBody>
      </p:sp>
      <p:grpSp>
        <p:nvGrpSpPr>
          <p:cNvPr id="3" name="组合 2"/>
          <p:cNvGrpSpPr/>
          <p:nvPr/>
        </p:nvGrpSpPr>
        <p:grpSpPr>
          <a:xfrm>
            <a:off x="1979183" y="2387617"/>
            <a:ext cx="2480238" cy="2480238"/>
            <a:chOff x="2147428" y="2210386"/>
            <a:chExt cx="2480238" cy="2480238"/>
          </a:xfrm>
        </p:grpSpPr>
        <p:sp>
          <p:nvSpPr>
            <p:cNvPr id="62" name="矩形 61"/>
            <p:cNvSpPr/>
            <p:nvPr>
              <p:custDataLst>
                <p:tags r:id="rId3"/>
              </p:custDataLst>
            </p:nvPr>
          </p:nvSpPr>
          <p:spPr>
            <a:xfrm>
              <a:off x="2709070" y="2677217"/>
              <a:ext cx="1861439" cy="1546577"/>
            </a:xfrm>
            <a:prstGeom prst="rect">
              <a:avLst/>
            </a:prstGeom>
          </p:spPr>
          <p:txBody>
            <a:bodyPr wrap="square" lIns="68580" tIns="34290" rIns="68580" bIns="34290">
              <a:spAutoFit/>
            </a:bodyPr>
            <a:lstStyle/>
            <a:p>
              <a:pPr>
                <a:defRPr/>
              </a:pPr>
              <a:r>
                <a:rPr lang="en-US" sz="9600" b="1" i="1" spc="225" dirty="0">
                  <a:solidFill>
                    <a:srgbClr val="587DB8"/>
                  </a:solidFill>
                  <a:latin typeface="Agency FB" panose="020B0503020202020204" pitchFamily="34" charset="0"/>
                  <a:ea typeface="印品雅宋简 中黑（非商用）" panose="02000500000000000000" pitchFamily="2" charset="-122"/>
                  <a:cs typeface="+mn-ea"/>
                  <a:sym typeface="+mn-lt"/>
                </a:rPr>
                <a:t>02</a:t>
              </a:r>
              <a:endParaRPr lang="en-US" sz="9600" b="1" i="1" spc="225" dirty="0">
                <a:solidFill>
                  <a:srgbClr val="587DB8"/>
                </a:solidFill>
                <a:latin typeface="Agency FB" panose="020B0503020202020204" pitchFamily="34" charset="0"/>
                <a:ea typeface="印品雅宋简 中黑（非商用）" panose="02000500000000000000" pitchFamily="2" charset="-122"/>
                <a:cs typeface="+mn-ea"/>
                <a:sym typeface="+mn-lt"/>
              </a:endParaRPr>
            </a:p>
          </p:txBody>
        </p:sp>
        <p:sp>
          <p:nvSpPr>
            <p:cNvPr id="63" name="菱形 62"/>
            <p:cNvSpPr/>
            <p:nvPr/>
          </p:nvSpPr>
          <p:spPr>
            <a:xfrm flipH="1">
              <a:off x="2147428" y="2210386"/>
              <a:ext cx="2480238" cy="2480238"/>
            </a:xfrm>
            <a:prstGeom prst="diamond">
              <a:avLst/>
            </a:prstGeom>
            <a:noFill/>
            <a:ln w="161925">
              <a:solidFill>
                <a:srgbClr val="587DB8"/>
              </a:solidFill>
            </a:ln>
            <a:effectLst>
              <a:outerShdw blurRad="88900" dist="177800" dir="5400000" algn="ctr"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2C518E"/>
                </a:solidFill>
                <a:latin typeface="思源宋体 CN" panose="02020400000000000000" pitchFamily="18" charset="-122"/>
                <a:ea typeface="思源宋体 CN" panose="02020400000000000000" pitchFamily="18"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5" presetClass="entr" presetSubtype="0" fill="hold" grpId="0" nodeType="withEffect">
                                  <p:stCondLst>
                                    <p:cond delay="0"/>
                                  </p:stCondLst>
                                  <p:childTnLst>
                                    <p:set>
                                      <p:cBhvr>
                                        <p:cTn id="12" dur="1" fill="hold">
                                          <p:stCondLst>
                                            <p:cond delay="0"/>
                                          </p:stCondLst>
                                        </p:cTn>
                                        <p:tgtEl>
                                          <p:spTgt spid="56"/>
                                        </p:tgtEl>
                                        <p:attrNameLst>
                                          <p:attrName>style.visibility</p:attrName>
                                        </p:attrNameLst>
                                      </p:cBhvr>
                                      <p:to>
                                        <p:strVal val="visible"/>
                                      </p:to>
                                    </p:set>
                                    <p:anim calcmode="lin" valueType="num">
                                      <p:cBhvr>
                                        <p:cTn id="13" dur="1000" fill="hold"/>
                                        <p:tgtEl>
                                          <p:spTgt spid="56"/>
                                        </p:tgtEl>
                                        <p:attrNameLst>
                                          <p:attrName>ppt_w</p:attrName>
                                        </p:attrNameLst>
                                      </p:cBhvr>
                                      <p:tavLst>
                                        <p:tav tm="0">
                                          <p:val>
                                            <p:fltVal val="0"/>
                                          </p:val>
                                        </p:tav>
                                        <p:tav tm="100000">
                                          <p:val>
                                            <p:strVal val="#ppt_w"/>
                                          </p:val>
                                        </p:tav>
                                      </p:tavLst>
                                    </p:anim>
                                    <p:anim calcmode="lin" valueType="num">
                                      <p:cBhvr>
                                        <p:cTn id="14" dur="1000" fill="hold"/>
                                        <p:tgtEl>
                                          <p:spTgt spid="56"/>
                                        </p:tgtEl>
                                        <p:attrNameLst>
                                          <p:attrName>ppt_h</p:attrName>
                                        </p:attrNameLst>
                                      </p:cBhvr>
                                      <p:tavLst>
                                        <p:tav tm="0">
                                          <p:val>
                                            <p:fltVal val="0"/>
                                          </p:val>
                                        </p:tav>
                                        <p:tav tm="100000">
                                          <p:val>
                                            <p:strVal val="#ppt_h"/>
                                          </p:val>
                                        </p:tav>
                                      </p:tavLst>
                                    </p:anim>
                                    <p:anim calcmode="lin" valueType="num">
                                      <p:cBhvr>
                                        <p:cTn id="15" dur="1000" fill="hold"/>
                                        <p:tgtEl>
                                          <p:spTgt spid="56"/>
                                        </p:tgtEl>
                                        <p:attrNameLst>
                                          <p:attrName>ppt_x</p:attrName>
                                        </p:attrNameLst>
                                      </p:cBhvr>
                                      <p:tavLst>
                                        <p:tav tm="0" fmla="#ppt_x+(cos(-2*pi*(1-$))*-#ppt_x-sin(-2*pi*(1-$))*(1-#ppt_y))*(1-$)">
                                          <p:val>
                                            <p:fltVal val="0"/>
                                          </p:val>
                                        </p:tav>
                                        <p:tav tm="100000">
                                          <p:val>
                                            <p:fltVal val="1"/>
                                          </p:val>
                                        </p:tav>
                                      </p:tavLst>
                                    </p:anim>
                                    <p:anim calcmode="lin" valueType="num">
                                      <p:cBhvr>
                                        <p:cTn id="16" dur="1000" fill="hold"/>
                                        <p:tgtEl>
                                          <p:spTgt spid="56"/>
                                        </p:tgtEl>
                                        <p:attrNameLst>
                                          <p:attrName>ppt_y</p:attrName>
                                        </p:attrNameLst>
                                      </p:cBhvr>
                                      <p:tavLst>
                                        <p:tav tm="0" fmla="#ppt_y+(sin(-2*pi*(1-$))*-#ppt_x+cos(-2*pi*(1-$))*(1-#ppt_y))*(1-$)">
                                          <p:val>
                                            <p:fltVal val="0"/>
                                          </p:val>
                                        </p:tav>
                                        <p:tav tm="100000">
                                          <p:val>
                                            <p:fltVal val="1"/>
                                          </p:val>
                                        </p:tav>
                                      </p:tavLst>
                                    </p:anim>
                                  </p:childTnLst>
                                </p:cTn>
                              </p:par>
                              <p:par>
                                <p:cTn id="17" presetID="15" presetClass="entr" presetSubtype="0" fill="hold" grpId="0" nodeType="withEffect">
                                  <p:stCondLst>
                                    <p:cond delay="0"/>
                                  </p:stCondLst>
                                  <p:childTnLst>
                                    <p:set>
                                      <p:cBhvr>
                                        <p:cTn id="18" dur="1" fill="hold">
                                          <p:stCondLst>
                                            <p:cond delay="0"/>
                                          </p:stCondLst>
                                        </p:cTn>
                                        <p:tgtEl>
                                          <p:spTgt spid="50"/>
                                        </p:tgtEl>
                                        <p:attrNameLst>
                                          <p:attrName>style.visibility</p:attrName>
                                        </p:attrNameLst>
                                      </p:cBhvr>
                                      <p:to>
                                        <p:strVal val="visible"/>
                                      </p:to>
                                    </p:set>
                                    <p:anim calcmode="lin" valueType="num">
                                      <p:cBhvr>
                                        <p:cTn id="19" dur="1000" fill="hold"/>
                                        <p:tgtEl>
                                          <p:spTgt spid="50"/>
                                        </p:tgtEl>
                                        <p:attrNameLst>
                                          <p:attrName>ppt_w</p:attrName>
                                        </p:attrNameLst>
                                      </p:cBhvr>
                                      <p:tavLst>
                                        <p:tav tm="0">
                                          <p:val>
                                            <p:fltVal val="0"/>
                                          </p:val>
                                        </p:tav>
                                        <p:tav tm="100000">
                                          <p:val>
                                            <p:strVal val="#ppt_w"/>
                                          </p:val>
                                        </p:tav>
                                      </p:tavLst>
                                    </p:anim>
                                    <p:anim calcmode="lin" valueType="num">
                                      <p:cBhvr>
                                        <p:cTn id="20" dur="1000" fill="hold"/>
                                        <p:tgtEl>
                                          <p:spTgt spid="50"/>
                                        </p:tgtEl>
                                        <p:attrNameLst>
                                          <p:attrName>ppt_h</p:attrName>
                                        </p:attrNameLst>
                                      </p:cBhvr>
                                      <p:tavLst>
                                        <p:tav tm="0">
                                          <p:val>
                                            <p:fltVal val="0"/>
                                          </p:val>
                                        </p:tav>
                                        <p:tav tm="100000">
                                          <p:val>
                                            <p:strVal val="#ppt_h"/>
                                          </p:val>
                                        </p:tav>
                                      </p:tavLst>
                                    </p:anim>
                                    <p:anim calcmode="lin" valueType="num">
                                      <p:cBhvr>
                                        <p:cTn id="21" dur="1000" fill="hold"/>
                                        <p:tgtEl>
                                          <p:spTgt spid="50"/>
                                        </p:tgtEl>
                                        <p:attrNameLst>
                                          <p:attrName>ppt_x</p:attrName>
                                        </p:attrNameLst>
                                      </p:cBhvr>
                                      <p:tavLst>
                                        <p:tav tm="0" fmla="#ppt_x+(cos(-2*pi*(1-$))*-#ppt_x-sin(-2*pi*(1-$))*(1-#ppt_y))*(1-$)">
                                          <p:val>
                                            <p:fltVal val="0"/>
                                          </p:val>
                                        </p:tav>
                                        <p:tav tm="100000">
                                          <p:val>
                                            <p:fltVal val="1"/>
                                          </p:val>
                                        </p:tav>
                                      </p:tavLst>
                                    </p:anim>
                                    <p:anim calcmode="lin" valueType="num">
                                      <p:cBhvr>
                                        <p:cTn id="22" dur="1000" fill="hold"/>
                                        <p:tgtEl>
                                          <p:spTgt spid="50"/>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3" fill="hold">
                      <p:stCondLst>
                        <p:cond delay="indefinite"/>
                      </p:stCondLst>
                      <p:childTnLst>
                        <p:par>
                          <p:cTn id="24" fill="hold">
                            <p:stCondLst>
                              <p:cond delay="0"/>
                            </p:stCondLst>
                            <p:childTnLst>
                              <p:par>
                                <p:cTn id="25" presetID="15" presetClass="entr" presetSubtype="0" fill="hold" grpId="0" nodeType="clickEffect">
                                  <p:stCondLst>
                                    <p:cond delay="0"/>
                                  </p:stCondLst>
                                  <p:childTnLst>
                                    <p:set>
                                      <p:cBhvr>
                                        <p:cTn id="26" dur="1" fill="hold">
                                          <p:stCondLst>
                                            <p:cond delay="0"/>
                                          </p:stCondLst>
                                        </p:cTn>
                                        <p:tgtEl>
                                          <p:spTgt spid="55"/>
                                        </p:tgtEl>
                                        <p:attrNameLst>
                                          <p:attrName>style.visibility</p:attrName>
                                        </p:attrNameLst>
                                      </p:cBhvr>
                                      <p:to>
                                        <p:strVal val="visible"/>
                                      </p:to>
                                    </p:set>
                                    <p:anim calcmode="lin" valueType="num">
                                      <p:cBhvr>
                                        <p:cTn id="27" dur="1000" fill="hold"/>
                                        <p:tgtEl>
                                          <p:spTgt spid="55"/>
                                        </p:tgtEl>
                                        <p:attrNameLst>
                                          <p:attrName>ppt_w</p:attrName>
                                        </p:attrNameLst>
                                      </p:cBhvr>
                                      <p:tavLst>
                                        <p:tav tm="0">
                                          <p:val>
                                            <p:fltVal val="0"/>
                                          </p:val>
                                        </p:tav>
                                        <p:tav tm="100000">
                                          <p:val>
                                            <p:strVal val="#ppt_w"/>
                                          </p:val>
                                        </p:tav>
                                      </p:tavLst>
                                    </p:anim>
                                    <p:anim calcmode="lin" valueType="num">
                                      <p:cBhvr>
                                        <p:cTn id="28" dur="1000" fill="hold"/>
                                        <p:tgtEl>
                                          <p:spTgt spid="55"/>
                                        </p:tgtEl>
                                        <p:attrNameLst>
                                          <p:attrName>ppt_h</p:attrName>
                                        </p:attrNameLst>
                                      </p:cBhvr>
                                      <p:tavLst>
                                        <p:tav tm="0">
                                          <p:val>
                                            <p:fltVal val="0"/>
                                          </p:val>
                                        </p:tav>
                                        <p:tav tm="100000">
                                          <p:val>
                                            <p:strVal val="#ppt_h"/>
                                          </p:val>
                                        </p:tav>
                                      </p:tavLst>
                                    </p:anim>
                                    <p:anim calcmode="lin" valueType="num">
                                      <p:cBhvr>
                                        <p:cTn id="29" dur="1000" fill="hold"/>
                                        <p:tgtEl>
                                          <p:spTgt spid="55"/>
                                        </p:tgtEl>
                                        <p:attrNameLst>
                                          <p:attrName>ppt_x</p:attrName>
                                        </p:attrNameLst>
                                      </p:cBhvr>
                                      <p:tavLst>
                                        <p:tav tm="0" fmla="#ppt_x+(cos(-2*pi*(1-$))*-#ppt_x-sin(-2*pi*(1-$))*(1-#ppt_y))*(1-$)">
                                          <p:val>
                                            <p:fltVal val="0"/>
                                          </p:val>
                                        </p:tav>
                                        <p:tav tm="100000">
                                          <p:val>
                                            <p:fltVal val="1"/>
                                          </p:val>
                                        </p:tav>
                                      </p:tavLst>
                                    </p:anim>
                                    <p:anim calcmode="lin" valueType="num">
                                      <p:cBhvr>
                                        <p:cTn id="30" dur="1000" fill="hold"/>
                                        <p:tgtEl>
                                          <p:spTgt spid="55"/>
                                        </p:tgtEl>
                                        <p:attrNameLst>
                                          <p:attrName>ppt_y</p:attrName>
                                        </p:attrNameLst>
                                      </p:cBhvr>
                                      <p:tavLst>
                                        <p:tav tm="0" fmla="#ppt_y+(sin(-2*pi*(1-$))*-#ppt_x+cos(-2*pi*(1-$))*(1-#ppt_y))*(1-$)">
                                          <p:val>
                                            <p:fltVal val="0"/>
                                          </p:val>
                                        </p:tav>
                                        <p:tav tm="100000">
                                          <p:val>
                                            <p:fltVal val="1"/>
                                          </p:val>
                                        </p:tav>
                                      </p:tavLst>
                                    </p:anim>
                                  </p:childTnLst>
                                </p:cTn>
                              </p:par>
                              <p:par>
                                <p:cTn id="31" presetID="15" presetClass="entr" presetSubtype="0" fill="hold" grpId="0" nodeType="withEffect">
                                  <p:stCondLst>
                                    <p:cond delay="0"/>
                                  </p:stCondLst>
                                  <p:childTnLst>
                                    <p:set>
                                      <p:cBhvr>
                                        <p:cTn id="32" dur="1" fill="hold">
                                          <p:stCondLst>
                                            <p:cond delay="0"/>
                                          </p:stCondLst>
                                        </p:cTn>
                                        <p:tgtEl>
                                          <p:spTgt spid="44"/>
                                        </p:tgtEl>
                                        <p:attrNameLst>
                                          <p:attrName>style.visibility</p:attrName>
                                        </p:attrNameLst>
                                      </p:cBhvr>
                                      <p:to>
                                        <p:strVal val="visible"/>
                                      </p:to>
                                    </p:set>
                                    <p:anim calcmode="lin" valueType="num">
                                      <p:cBhvr>
                                        <p:cTn id="33" dur="1000" fill="hold"/>
                                        <p:tgtEl>
                                          <p:spTgt spid="44"/>
                                        </p:tgtEl>
                                        <p:attrNameLst>
                                          <p:attrName>ppt_w</p:attrName>
                                        </p:attrNameLst>
                                      </p:cBhvr>
                                      <p:tavLst>
                                        <p:tav tm="0">
                                          <p:val>
                                            <p:fltVal val="0"/>
                                          </p:val>
                                        </p:tav>
                                        <p:tav tm="100000">
                                          <p:val>
                                            <p:strVal val="#ppt_w"/>
                                          </p:val>
                                        </p:tav>
                                      </p:tavLst>
                                    </p:anim>
                                    <p:anim calcmode="lin" valueType="num">
                                      <p:cBhvr>
                                        <p:cTn id="34" dur="1000" fill="hold"/>
                                        <p:tgtEl>
                                          <p:spTgt spid="44"/>
                                        </p:tgtEl>
                                        <p:attrNameLst>
                                          <p:attrName>ppt_h</p:attrName>
                                        </p:attrNameLst>
                                      </p:cBhvr>
                                      <p:tavLst>
                                        <p:tav tm="0">
                                          <p:val>
                                            <p:fltVal val="0"/>
                                          </p:val>
                                        </p:tav>
                                        <p:tav tm="100000">
                                          <p:val>
                                            <p:strVal val="#ppt_h"/>
                                          </p:val>
                                        </p:tav>
                                      </p:tavLst>
                                    </p:anim>
                                    <p:anim calcmode="lin" valueType="num">
                                      <p:cBhvr>
                                        <p:cTn id="35" dur="1000" fill="hold"/>
                                        <p:tgtEl>
                                          <p:spTgt spid="44"/>
                                        </p:tgtEl>
                                        <p:attrNameLst>
                                          <p:attrName>ppt_x</p:attrName>
                                        </p:attrNameLst>
                                      </p:cBhvr>
                                      <p:tavLst>
                                        <p:tav tm="0" fmla="#ppt_x+(cos(-2*pi*(1-$))*-#ppt_x-sin(-2*pi*(1-$))*(1-#ppt_y))*(1-$)">
                                          <p:val>
                                            <p:fltVal val="0"/>
                                          </p:val>
                                        </p:tav>
                                        <p:tav tm="100000">
                                          <p:val>
                                            <p:fltVal val="1"/>
                                          </p:val>
                                        </p:tav>
                                      </p:tavLst>
                                    </p:anim>
                                    <p:anim calcmode="lin" valueType="num">
                                      <p:cBhvr>
                                        <p:cTn id="36" dur="1000" fill="hold"/>
                                        <p:tgtEl>
                                          <p:spTgt spid="44"/>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37" fill="hold">
                      <p:stCondLst>
                        <p:cond delay="indefinite"/>
                      </p:stCondLst>
                      <p:childTnLst>
                        <p:par>
                          <p:cTn id="38" fill="hold">
                            <p:stCondLst>
                              <p:cond delay="0"/>
                            </p:stCondLst>
                            <p:childTnLst>
                              <p:par>
                                <p:cTn id="39" presetID="15" presetClass="entr" presetSubtype="0" fill="hold" grpId="1" nodeType="clickEffect">
                                  <p:stCondLst>
                                    <p:cond delay="0"/>
                                  </p:stCondLst>
                                  <p:childTnLst>
                                    <p:set>
                                      <p:cBhvr>
                                        <p:cTn id="40" dur="1" fill="hold">
                                          <p:stCondLst>
                                            <p:cond delay="0"/>
                                          </p:stCondLst>
                                        </p:cTn>
                                        <p:tgtEl>
                                          <p:spTgt spid="56"/>
                                        </p:tgtEl>
                                        <p:attrNameLst>
                                          <p:attrName>style.visibility</p:attrName>
                                        </p:attrNameLst>
                                      </p:cBhvr>
                                      <p:to>
                                        <p:strVal val="visible"/>
                                      </p:to>
                                    </p:set>
                                    <p:anim calcmode="lin" valueType="num">
                                      <p:cBhvr>
                                        <p:cTn id="41" dur="1000" fill="hold"/>
                                        <p:tgtEl>
                                          <p:spTgt spid="56"/>
                                        </p:tgtEl>
                                        <p:attrNameLst>
                                          <p:attrName>ppt_w</p:attrName>
                                        </p:attrNameLst>
                                      </p:cBhvr>
                                      <p:tavLst>
                                        <p:tav tm="0">
                                          <p:val>
                                            <p:fltVal val="0"/>
                                          </p:val>
                                        </p:tav>
                                        <p:tav tm="100000">
                                          <p:val>
                                            <p:strVal val="#ppt_w"/>
                                          </p:val>
                                        </p:tav>
                                      </p:tavLst>
                                    </p:anim>
                                    <p:anim calcmode="lin" valueType="num">
                                      <p:cBhvr>
                                        <p:cTn id="42" dur="1000" fill="hold"/>
                                        <p:tgtEl>
                                          <p:spTgt spid="56"/>
                                        </p:tgtEl>
                                        <p:attrNameLst>
                                          <p:attrName>ppt_h</p:attrName>
                                        </p:attrNameLst>
                                      </p:cBhvr>
                                      <p:tavLst>
                                        <p:tav tm="0">
                                          <p:val>
                                            <p:fltVal val="0"/>
                                          </p:val>
                                        </p:tav>
                                        <p:tav tm="100000">
                                          <p:val>
                                            <p:strVal val="#ppt_h"/>
                                          </p:val>
                                        </p:tav>
                                      </p:tavLst>
                                    </p:anim>
                                    <p:anim calcmode="lin" valueType="num">
                                      <p:cBhvr>
                                        <p:cTn id="43" dur="1000" fill="hold"/>
                                        <p:tgtEl>
                                          <p:spTgt spid="56"/>
                                        </p:tgtEl>
                                        <p:attrNameLst>
                                          <p:attrName>ppt_x</p:attrName>
                                        </p:attrNameLst>
                                      </p:cBhvr>
                                      <p:tavLst>
                                        <p:tav tm="0" fmla="#ppt_x+(cos(-2*pi*(1-$))*-#ppt_x-sin(-2*pi*(1-$))*(1-#ppt_y))*(1-$)">
                                          <p:val>
                                            <p:fltVal val="0"/>
                                          </p:val>
                                        </p:tav>
                                        <p:tav tm="100000">
                                          <p:val>
                                            <p:fltVal val="1"/>
                                          </p:val>
                                        </p:tav>
                                      </p:tavLst>
                                    </p:anim>
                                    <p:anim calcmode="lin" valueType="num">
                                      <p:cBhvr>
                                        <p:cTn id="44" dur="1000" fill="hold"/>
                                        <p:tgtEl>
                                          <p:spTgt spid="56"/>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45" fill="hold">
                      <p:stCondLst>
                        <p:cond delay="indefinite"/>
                      </p:stCondLst>
                      <p:childTnLst>
                        <p:par>
                          <p:cTn id="46" fill="hold">
                            <p:stCondLst>
                              <p:cond delay="0"/>
                            </p:stCondLst>
                            <p:childTnLst>
                              <p:par>
                                <p:cTn id="47" presetID="15" presetClass="entr" presetSubtype="0" fill="hold" grpId="0" nodeType="clickEffect">
                                  <p:stCondLst>
                                    <p:cond delay="0"/>
                                  </p:stCondLst>
                                  <p:childTnLst>
                                    <p:set>
                                      <p:cBhvr>
                                        <p:cTn id="48" dur="1" fill="hold">
                                          <p:stCondLst>
                                            <p:cond delay="0"/>
                                          </p:stCondLst>
                                        </p:cTn>
                                        <p:tgtEl>
                                          <p:spTgt spid="53"/>
                                        </p:tgtEl>
                                        <p:attrNameLst>
                                          <p:attrName>style.visibility</p:attrName>
                                        </p:attrNameLst>
                                      </p:cBhvr>
                                      <p:to>
                                        <p:strVal val="visible"/>
                                      </p:to>
                                    </p:set>
                                    <p:anim calcmode="lin" valueType="num">
                                      <p:cBhvr>
                                        <p:cTn id="49" dur="1000" fill="hold"/>
                                        <p:tgtEl>
                                          <p:spTgt spid="53"/>
                                        </p:tgtEl>
                                        <p:attrNameLst>
                                          <p:attrName>ppt_w</p:attrName>
                                        </p:attrNameLst>
                                      </p:cBhvr>
                                      <p:tavLst>
                                        <p:tav tm="0">
                                          <p:val>
                                            <p:fltVal val="0"/>
                                          </p:val>
                                        </p:tav>
                                        <p:tav tm="100000">
                                          <p:val>
                                            <p:strVal val="#ppt_w"/>
                                          </p:val>
                                        </p:tav>
                                      </p:tavLst>
                                    </p:anim>
                                    <p:anim calcmode="lin" valueType="num">
                                      <p:cBhvr>
                                        <p:cTn id="50" dur="1000" fill="hold"/>
                                        <p:tgtEl>
                                          <p:spTgt spid="53"/>
                                        </p:tgtEl>
                                        <p:attrNameLst>
                                          <p:attrName>ppt_h</p:attrName>
                                        </p:attrNameLst>
                                      </p:cBhvr>
                                      <p:tavLst>
                                        <p:tav tm="0">
                                          <p:val>
                                            <p:fltVal val="0"/>
                                          </p:val>
                                        </p:tav>
                                        <p:tav tm="100000">
                                          <p:val>
                                            <p:strVal val="#ppt_h"/>
                                          </p:val>
                                        </p:tav>
                                      </p:tavLst>
                                    </p:anim>
                                    <p:anim calcmode="lin" valueType="num">
                                      <p:cBhvr>
                                        <p:cTn id="51" dur="1000" fill="hold"/>
                                        <p:tgtEl>
                                          <p:spTgt spid="53"/>
                                        </p:tgtEl>
                                        <p:attrNameLst>
                                          <p:attrName>ppt_x</p:attrName>
                                        </p:attrNameLst>
                                      </p:cBhvr>
                                      <p:tavLst>
                                        <p:tav tm="0" fmla="#ppt_x+(cos(-2*pi*(1-$))*-#ppt_x-sin(-2*pi*(1-$))*(1-#ppt_y))*(1-$)">
                                          <p:val>
                                            <p:fltVal val="0"/>
                                          </p:val>
                                        </p:tav>
                                        <p:tav tm="100000">
                                          <p:val>
                                            <p:fltVal val="1"/>
                                          </p:val>
                                        </p:tav>
                                      </p:tavLst>
                                    </p:anim>
                                    <p:anim calcmode="lin" valueType="num">
                                      <p:cBhvr>
                                        <p:cTn id="52" dur="1000" fill="hold"/>
                                        <p:tgtEl>
                                          <p:spTgt spid="53"/>
                                        </p:tgtEl>
                                        <p:attrNameLst>
                                          <p:attrName>ppt_y</p:attrName>
                                        </p:attrNameLst>
                                      </p:cBhvr>
                                      <p:tavLst>
                                        <p:tav tm="0" fmla="#ppt_y+(sin(-2*pi*(1-$))*-#ppt_x+cos(-2*pi*(1-$))*(1-#ppt_y))*(1-$)">
                                          <p:val>
                                            <p:fltVal val="0"/>
                                          </p:val>
                                        </p:tav>
                                        <p:tav tm="100000">
                                          <p:val>
                                            <p:fltVal val="1"/>
                                          </p:val>
                                        </p:tav>
                                      </p:tavLst>
                                    </p:anim>
                                  </p:childTnLst>
                                </p:cTn>
                              </p:par>
                              <p:par>
                                <p:cTn id="53" presetID="15" presetClass="entr" presetSubtype="0" fill="hold" grpId="0" nodeType="withEffect">
                                  <p:stCondLst>
                                    <p:cond delay="0"/>
                                  </p:stCondLst>
                                  <p:childTnLst>
                                    <p:set>
                                      <p:cBhvr>
                                        <p:cTn id="54" dur="1" fill="hold">
                                          <p:stCondLst>
                                            <p:cond delay="0"/>
                                          </p:stCondLst>
                                        </p:cTn>
                                        <p:tgtEl>
                                          <p:spTgt spid="54"/>
                                        </p:tgtEl>
                                        <p:attrNameLst>
                                          <p:attrName>style.visibility</p:attrName>
                                        </p:attrNameLst>
                                      </p:cBhvr>
                                      <p:to>
                                        <p:strVal val="visible"/>
                                      </p:to>
                                    </p:set>
                                    <p:anim calcmode="lin" valueType="num">
                                      <p:cBhvr>
                                        <p:cTn id="55" dur="1000" fill="hold"/>
                                        <p:tgtEl>
                                          <p:spTgt spid="54"/>
                                        </p:tgtEl>
                                        <p:attrNameLst>
                                          <p:attrName>ppt_w</p:attrName>
                                        </p:attrNameLst>
                                      </p:cBhvr>
                                      <p:tavLst>
                                        <p:tav tm="0">
                                          <p:val>
                                            <p:fltVal val="0"/>
                                          </p:val>
                                        </p:tav>
                                        <p:tav tm="100000">
                                          <p:val>
                                            <p:strVal val="#ppt_w"/>
                                          </p:val>
                                        </p:tav>
                                      </p:tavLst>
                                    </p:anim>
                                    <p:anim calcmode="lin" valueType="num">
                                      <p:cBhvr>
                                        <p:cTn id="56" dur="1000" fill="hold"/>
                                        <p:tgtEl>
                                          <p:spTgt spid="54"/>
                                        </p:tgtEl>
                                        <p:attrNameLst>
                                          <p:attrName>ppt_h</p:attrName>
                                        </p:attrNameLst>
                                      </p:cBhvr>
                                      <p:tavLst>
                                        <p:tav tm="0">
                                          <p:val>
                                            <p:fltVal val="0"/>
                                          </p:val>
                                        </p:tav>
                                        <p:tav tm="100000">
                                          <p:val>
                                            <p:strVal val="#ppt_h"/>
                                          </p:val>
                                        </p:tav>
                                      </p:tavLst>
                                    </p:anim>
                                    <p:anim calcmode="lin" valueType="num">
                                      <p:cBhvr>
                                        <p:cTn id="57" dur="1000" fill="hold"/>
                                        <p:tgtEl>
                                          <p:spTgt spid="54"/>
                                        </p:tgtEl>
                                        <p:attrNameLst>
                                          <p:attrName>ppt_x</p:attrName>
                                        </p:attrNameLst>
                                      </p:cBhvr>
                                      <p:tavLst>
                                        <p:tav tm="0" fmla="#ppt_x+(cos(-2*pi*(1-$))*-#ppt_x-sin(-2*pi*(1-$))*(1-#ppt_y))*(1-$)">
                                          <p:val>
                                            <p:fltVal val="0"/>
                                          </p:val>
                                        </p:tav>
                                        <p:tav tm="100000">
                                          <p:val>
                                            <p:fltVal val="1"/>
                                          </p:val>
                                        </p:tav>
                                      </p:tavLst>
                                    </p:anim>
                                    <p:anim calcmode="lin" valueType="num">
                                      <p:cBhvr>
                                        <p:cTn id="58" dur="1000" fill="hold"/>
                                        <p:tgtEl>
                                          <p:spTgt spid="54"/>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59" fill="hold">
                      <p:stCondLst>
                        <p:cond delay="indefinite"/>
                      </p:stCondLst>
                      <p:childTnLst>
                        <p:par>
                          <p:cTn id="60" fill="hold">
                            <p:stCondLst>
                              <p:cond delay="0"/>
                            </p:stCondLst>
                            <p:childTnLst>
                              <p:par>
                                <p:cTn id="61" presetID="30" presetClass="entr" presetSubtype="0" fill="hold" nodeType="clickEffect">
                                  <p:stCondLst>
                                    <p:cond delay="0"/>
                                  </p:stCondLst>
                                  <p:childTnLst>
                                    <p:set>
                                      <p:cBhvr>
                                        <p:cTn id="62" dur="1" fill="hold">
                                          <p:stCondLst>
                                            <p:cond delay="0"/>
                                          </p:stCondLst>
                                        </p:cTn>
                                        <p:tgtEl>
                                          <p:spTgt spid="3"/>
                                        </p:tgtEl>
                                        <p:attrNameLst>
                                          <p:attrName>style.visibility</p:attrName>
                                        </p:attrNameLst>
                                      </p:cBhvr>
                                      <p:to>
                                        <p:strVal val="visible"/>
                                      </p:to>
                                    </p:set>
                                    <p:animEffect transition="in" filter="fade">
                                      <p:cBhvr>
                                        <p:cTn id="63" dur="800" decel="100000"/>
                                        <p:tgtEl>
                                          <p:spTgt spid="3"/>
                                        </p:tgtEl>
                                      </p:cBhvr>
                                    </p:animEffect>
                                    <p:anim calcmode="lin" valueType="num">
                                      <p:cBhvr>
                                        <p:cTn id="64" dur="800" decel="100000" fill="hold"/>
                                        <p:tgtEl>
                                          <p:spTgt spid="3"/>
                                        </p:tgtEl>
                                        <p:attrNameLst>
                                          <p:attrName>style.rotation</p:attrName>
                                        </p:attrNameLst>
                                      </p:cBhvr>
                                      <p:tavLst>
                                        <p:tav tm="0">
                                          <p:val>
                                            <p:fltVal val="-90"/>
                                          </p:val>
                                        </p:tav>
                                        <p:tav tm="100000">
                                          <p:val>
                                            <p:fltVal val="0"/>
                                          </p:val>
                                        </p:tav>
                                      </p:tavLst>
                                    </p:anim>
                                    <p:anim calcmode="lin" valueType="num">
                                      <p:cBhvr>
                                        <p:cTn id="65" dur="800" decel="100000" fill="hold"/>
                                        <p:tgtEl>
                                          <p:spTgt spid="3"/>
                                        </p:tgtEl>
                                        <p:attrNameLst>
                                          <p:attrName>ppt_x</p:attrName>
                                        </p:attrNameLst>
                                      </p:cBhvr>
                                      <p:tavLst>
                                        <p:tav tm="0">
                                          <p:val>
                                            <p:strVal val="#ppt_x+0.4"/>
                                          </p:val>
                                        </p:tav>
                                        <p:tav tm="100000">
                                          <p:val>
                                            <p:strVal val="#ppt_x-0.05"/>
                                          </p:val>
                                        </p:tav>
                                      </p:tavLst>
                                    </p:anim>
                                    <p:anim calcmode="lin" valueType="num">
                                      <p:cBhvr>
                                        <p:cTn id="66" dur="800" decel="100000" fill="hold"/>
                                        <p:tgtEl>
                                          <p:spTgt spid="3"/>
                                        </p:tgtEl>
                                        <p:attrNameLst>
                                          <p:attrName>ppt_y</p:attrName>
                                        </p:attrNameLst>
                                      </p:cBhvr>
                                      <p:tavLst>
                                        <p:tav tm="0">
                                          <p:val>
                                            <p:strVal val="#ppt_y-0.4"/>
                                          </p:val>
                                        </p:tav>
                                        <p:tav tm="100000">
                                          <p:val>
                                            <p:strVal val="#ppt_y+0.1"/>
                                          </p:val>
                                        </p:tav>
                                      </p:tavLst>
                                    </p:anim>
                                    <p:anim calcmode="lin" valueType="num">
                                      <p:cBhvr>
                                        <p:cTn id="67" dur="200" accel="100000" fill="hold">
                                          <p:stCondLst>
                                            <p:cond delay="800"/>
                                          </p:stCondLst>
                                        </p:cTn>
                                        <p:tgtEl>
                                          <p:spTgt spid="3"/>
                                        </p:tgtEl>
                                        <p:attrNameLst>
                                          <p:attrName>ppt_x</p:attrName>
                                        </p:attrNameLst>
                                      </p:cBhvr>
                                      <p:tavLst>
                                        <p:tav tm="0">
                                          <p:val>
                                            <p:strVal val="#ppt_x-0.05"/>
                                          </p:val>
                                        </p:tav>
                                        <p:tav tm="100000">
                                          <p:val>
                                            <p:strVal val="#ppt_x"/>
                                          </p:val>
                                        </p:tav>
                                      </p:tavLst>
                                    </p:anim>
                                    <p:anim calcmode="lin" valueType="num">
                                      <p:cBhvr>
                                        <p:cTn id="68" dur="200" accel="100000" fill="hold">
                                          <p:stCondLst>
                                            <p:cond delay="800"/>
                                          </p:stCondLst>
                                        </p:cTn>
                                        <p:tgtEl>
                                          <p:spTgt spid="3"/>
                                        </p:tgtEl>
                                        <p:attrNameLst>
                                          <p:attrName>ppt_y</p:attrName>
                                        </p:attrNameLst>
                                      </p:cBhvr>
                                      <p:tavLst>
                                        <p:tav tm="0">
                                          <p:val>
                                            <p:strVal val="#ppt_y+0.1"/>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16" presetClass="entr" presetSubtype="21" fill="hold" nodeType="clickEffect">
                                  <p:stCondLst>
                                    <p:cond delay="0"/>
                                  </p:stCondLst>
                                  <p:childTnLst>
                                    <p:set>
                                      <p:cBhvr>
                                        <p:cTn id="72" dur="1" fill="hold">
                                          <p:stCondLst>
                                            <p:cond delay="0"/>
                                          </p:stCondLst>
                                        </p:cTn>
                                        <p:tgtEl>
                                          <p:spTgt spid="58"/>
                                        </p:tgtEl>
                                        <p:attrNameLst>
                                          <p:attrName>style.visibility</p:attrName>
                                        </p:attrNameLst>
                                      </p:cBhvr>
                                      <p:to>
                                        <p:strVal val="visible"/>
                                      </p:to>
                                    </p:set>
                                    <p:animEffect transition="in" filter="barn(inVertical)">
                                      <p:cBhvr>
                                        <p:cTn id="73" dur="500"/>
                                        <p:tgtEl>
                                          <p:spTgt spid="58"/>
                                        </p:tgtEl>
                                      </p:cBhvr>
                                    </p:animEffect>
                                  </p:childTnLst>
                                </p:cTn>
                              </p:par>
                            </p:childTnLst>
                          </p:cTn>
                        </p:par>
                      </p:childTnLst>
                    </p:cTn>
                  </p:par>
                  <p:par>
                    <p:cTn id="74" fill="hold">
                      <p:stCondLst>
                        <p:cond delay="indefinite"/>
                      </p:stCondLst>
                      <p:childTnLst>
                        <p:par>
                          <p:cTn id="75" fill="hold">
                            <p:stCondLst>
                              <p:cond delay="0"/>
                            </p:stCondLst>
                            <p:childTnLst>
                              <p:par>
                                <p:cTn id="76" presetID="2" presetClass="entr" presetSubtype="4" fill="hold" grpId="0" nodeType="clickEffect">
                                  <p:stCondLst>
                                    <p:cond delay="0"/>
                                  </p:stCondLst>
                                  <p:childTnLst>
                                    <p:set>
                                      <p:cBhvr>
                                        <p:cTn id="77" dur="1" fill="hold">
                                          <p:stCondLst>
                                            <p:cond delay="0"/>
                                          </p:stCondLst>
                                        </p:cTn>
                                        <p:tgtEl>
                                          <p:spTgt spid="57"/>
                                        </p:tgtEl>
                                        <p:attrNameLst>
                                          <p:attrName>style.visibility</p:attrName>
                                        </p:attrNameLst>
                                      </p:cBhvr>
                                      <p:to>
                                        <p:strVal val="visible"/>
                                      </p:to>
                                    </p:set>
                                    <p:anim calcmode="lin" valueType="num">
                                      <p:cBhvr additive="base">
                                        <p:cTn id="78" dur="500" fill="hold"/>
                                        <p:tgtEl>
                                          <p:spTgt spid="57"/>
                                        </p:tgtEl>
                                        <p:attrNameLst>
                                          <p:attrName>ppt_x</p:attrName>
                                        </p:attrNameLst>
                                      </p:cBhvr>
                                      <p:tavLst>
                                        <p:tav tm="0">
                                          <p:val>
                                            <p:strVal val="#ppt_x"/>
                                          </p:val>
                                        </p:tav>
                                        <p:tav tm="100000">
                                          <p:val>
                                            <p:strVal val="#ppt_x"/>
                                          </p:val>
                                        </p:tav>
                                      </p:tavLst>
                                    </p:anim>
                                    <p:anim calcmode="lin" valueType="num">
                                      <p:cBhvr additive="base">
                                        <p:cTn id="79" dur="500" fill="hold"/>
                                        <p:tgtEl>
                                          <p:spTgt spid="57"/>
                                        </p:tgtEl>
                                        <p:attrNameLst>
                                          <p:attrName>ppt_y</p:attrName>
                                        </p:attrNameLst>
                                      </p:cBhvr>
                                      <p:tavLst>
                                        <p:tav tm="0">
                                          <p:val>
                                            <p:strVal val="1+#ppt_h/2"/>
                                          </p:val>
                                        </p:tav>
                                        <p:tav tm="100000">
                                          <p:val>
                                            <p:strVal val="#ppt_y"/>
                                          </p:val>
                                        </p:tav>
                                      </p:tavLst>
                                    </p:anim>
                                  </p:childTnLst>
                                </p:cTn>
                              </p:par>
                              <p:par>
                                <p:cTn id="80" presetID="2" presetClass="entr" presetSubtype="1" fill="hold" grpId="0" nodeType="withEffect">
                                  <p:stCondLst>
                                    <p:cond delay="0"/>
                                  </p:stCondLst>
                                  <p:childTnLst>
                                    <p:set>
                                      <p:cBhvr>
                                        <p:cTn id="81" dur="1" fill="hold">
                                          <p:stCondLst>
                                            <p:cond delay="0"/>
                                          </p:stCondLst>
                                        </p:cTn>
                                        <p:tgtEl>
                                          <p:spTgt spid="59"/>
                                        </p:tgtEl>
                                        <p:attrNameLst>
                                          <p:attrName>style.visibility</p:attrName>
                                        </p:attrNameLst>
                                      </p:cBhvr>
                                      <p:to>
                                        <p:strVal val="visible"/>
                                      </p:to>
                                    </p:set>
                                    <p:anim calcmode="lin" valueType="num">
                                      <p:cBhvr additive="base">
                                        <p:cTn id="82" dur="500" fill="hold"/>
                                        <p:tgtEl>
                                          <p:spTgt spid="59"/>
                                        </p:tgtEl>
                                        <p:attrNameLst>
                                          <p:attrName>ppt_x</p:attrName>
                                        </p:attrNameLst>
                                      </p:cBhvr>
                                      <p:tavLst>
                                        <p:tav tm="0">
                                          <p:val>
                                            <p:strVal val="#ppt_x"/>
                                          </p:val>
                                        </p:tav>
                                        <p:tav tm="100000">
                                          <p:val>
                                            <p:strVal val="#ppt_x"/>
                                          </p:val>
                                        </p:tav>
                                      </p:tavLst>
                                    </p:anim>
                                    <p:anim calcmode="lin" valueType="num">
                                      <p:cBhvr additive="base">
                                        <p:cTn id="83" dur="500" fill="hold"/>
                                        <p:tgtEl>
                                          <p:spTgt spid="59"/>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4" grpId="0" animBg="1"/>
      <p:bldP spid="50" grpId="0" animBg="1"/>
      <p:bldP spid="53" grpId="0" animBg="1"/>
      <p:bldP spid="54" grpId="0" animBg="1"/>
      <p:bldP spid="55" grpId="0" animBg="1"/>
      <p:bldP spid="56" grpId="0" animBg="1"/>
      <p:bldP spid="56" grpId="1" animBg="1"/>
      <p:bldP spid="57" grpId="0"/>
      <p:bldP spid="5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 y="-2"/>
            <a:ext cx="12191999" cy="6858000"/>
            <a:chOff x="1" y="-2"/>
            <a:chExt cx="12191999" cy="6858000"/>
          </a:xfrm>
        </p:grpSpPr>
        <p:pic>
          <p:nvPicPr>
            <p:cNvPr id="85" name="图片 84"/>
            <p:cNvPicPr>
              <a:picLocks noChangeAspect="1"/>
            </p:cNvPicPr>
            <p:nvPr/>
          </p:nvPicPr>
          <p:blipFill>
            <a:blip r:embed="rId1">
              <a:extLst>
                <a:ext uri="{BEBA8EAE-BF5A-486C-A8C5-ECC9F3942E4B}">
                  <a14:imgProps xmlns:a14="http://schemas.microsoft.com/office/drawing/2010/main">
                    <a14:imgLayer r:embed="rId2">
                      <a14:imgEffect>
                        <a14:brightnessContrast contrast="40000"/>
                      </a14:imgEffect>
                      <a14:imgEffect>
                        <a14:saturation sat="400000"/>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1" y="-2"/>
              <a:ext cx="12191999" cy="6858000"/>
            </a:xfrm>
            <a:prstGeom prst="rect">
              <a:avLst/>
            </a:prstGeom>
          </p:spPr>
        </p:pic>
        <p:sp>
          <p:nvSpPr>
            <p:cNvPr id="2" name="矩形 1"/>
            <p:cNvSpPr/>
            <p:nvPr/>
          </p:nvSpPr>
          <p:spPr>
            <a:xfrm>
              <a:off x="250371" y="267786"/>
              <a:ext cx="11691258" cy="632242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lumMod val="75000"/>
                    <a:lumOff val="25000"/>
                  </a:schemeClr>
                </a:solidFill>
                <a:latin typeface="思源黑体" panose="020B0500000000000000" pitchFamily="34" charset="-122"/>
                <a:ea typeface="思源黑体" panose="020B0500000000000000" pitchFamily="34" charset="-122"/>
              </a:endParaRPr>
            </a:p>
          </p:txBody>
        </p:sp>
      </p:grpSp>
      <p:grpSp>
        <p:nvGrpSpPr>
          <p:cNvPr id="6" name="组合 5"/>
          <p:cNvGrpSpPr/>
          <p:nvPr/>
        </p:nvGrpSpPr>
        <p:grpSpPr>
          <a:xfrm>
            <a:off x="942702" y="876582"/>
            <a:ext cx="2545288" cy="677108"/>
            <a:chOff x="250371" y="432445"/>
            <a:chExt cx="2545288" cy="677108"/>
          </a:xfrm>
        </p:grpSpPr>
        <p:sp>
          <p:nvSpPr>
            <p:cNvPr id="58" name="1"/>
            <p:cNvSpPr/>
            <p:nvPr/>
          </p:nvSpPr>
          <p:spPr>
            <a:xfrm flipV="1">
              <a:off x="250371" y="503428"/>
              <a:ext cx="144000" cy="527747"/>
            </a:xfrm>
            <a:prstGeom prst="rect">
              <a:avLst/>
            </a:prstGeom>
            <a:solidFill>
              <a:srgbClr val="587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panose="020B0500000000000000" pitchFamily="34" charset="-122"/>
                <a:ea typeface="思源黑体" panose="020B0500000000000000" pitchFamily="34" charset="-122"/>
              </a:endParaRPr>
            </a:p>
          </p:txBody>
        </p:sp>
        <p:sp>
          <p:nvSpPr>
            <p:cNvPr id="63" name="文本框 62"/>
            <p:cNvSpPr txBox="1"/>
            <p:nvPr/>
          </p:nvSpPr>
          <p:spPr>
            <a:xfrm>
              <a:off x="468734" y="432445"/>
              <a:ext cx="2326925" cy="523220"/>
            </a:xfrm>
            <a:prstGeom prst="rect">
              <a:avLst/>
            </a:prstGeom>
            <a:noFill/>
          </p:spPr>
          <p:txBody>
            <a:bodyPr wrap="square" rtlCol="0">
              <a:spAutoFit/>
            </a:bodyPr>
            <a:lstStyle/>
            <a:p>
              <a:r>
                <a:rPr lang="en-US" altLang="zh-CN" sz="2800" b="1" dirty="0">
                  <a:solidFill>
                    <a:srgbClr val="2E5596"/>
                  </a:solidFill>
                  <a:latin typeface="思源黑体" panose="020B0500000000000000" pitchFamily="34" charset="-122"/>
                  <a:ea typeface="思源黑体" panose="020B0500000000000000" pitchFamily="34" charset="-122"/>
                </a:rPr>
                <a:t>02/</a:t>
              </a:r>
              <a:r>
                <a:rPr lang="zh-CN" altLang="en-US" sz="2800" b="1" dirty="0">
                  <a:solidFill>
                    <a:srgbClr val="2E5596"/>
                  </a:solidFill>
                  <a:latin typeface="思源黑体" panose="020B0500000000000000" pitchFamily="34" charset="-122"/>
                  <a:ea typeface="思源黑体" panose="020B0500000000000000" pitchFamily="34" charset="-122"/>
                </a:rPr>
                <a:t>完成情况</a:t>
              </a:r>
              <a:endParaRPr lang="zh-CN" altLang="en-US" sz="2800" b="1" dirty="0">
                <a:solidFill>
                  <a:srgbClr val="2E5596"/>
                </a:solidFill>
                <a:latin typeface="思源黑体" panose="020B0500000000000000" pitchFamily="34" charset="-122"/>
                <a:ea typeface="思源黑体" panose="020B0500000000000000" pitchFamily="34" charset="-122"/>
              </a:endParaRPr>
            </a:p>
          </p:txBody>
        </p:sp>
        <p:sp>
          <p:nvSpPr>
            <p:cNvPr id="64" name="文本框 63"/>
            <p:cNvSpPr txBox="1"/>
            <p:nvPr/>
          </p:nvSpPr>
          <p:spPr>
            <a:xfrm>
              <a:off x="468735" y="801776"/>
              <a:ext cx="2265076" cy="307777"/>
            </a:xfrm>
            <a:prstGeom prst="rect">
              <a:avLst/>
            </a:prstGeom>
            <a:noFill/>
          </p:spPr>
          <p:txBody>
            <a:bodyPr wrap="square" rtlCol="0">
              <a:spAutoFit/>
            </a:bodyPr>
            <a:lstStyle/>
            <a:p>
              <a:r>
                <a:rPr lang="en-US" altLang="zh-CN" sz="1400" dirty="0">
                  <a:solidFill>
                    <a:schemeClr val="tx1">
                      <a:lumMod val="65000"/>
                      <a:lumOff val="35000"/>
                    </a:schemeClr>
                  </a:solidFill>
                  <a:latin typeface="思源黑体" panose="020B0500000000000000" pitchFamily="34" charset="-122"/>
                  <a:ea typeface="思源黑体" panose="020B0500000000000000" pitchFamily="34" charset="-122"/>
                </a:rPr>
                <a:t>Mid year work summary</a:t>
              </a:r>
              <a:endParaRPr lang="en-US" altLang="zh-CN" sz="1400" dirty="0">
                <a:solidFill>
                  <a:schemeClr val="tx1">
                    <a:lumMod val="65000"/>
                    <a:lumOff val="35000"/>
                  </a:schemeClr>
                </a:solidFill>
                <a:latin typeface="思源黑体" panose="020B0500000000000000" pitchFamily="34" charset="-122"/>
                <a:ea typeface="思源黑体" panose="020B0500000000000000" pitchFamily="34" charset="-122"/>
              </a:endParaRPr>
            </a:p>
          </p:txBody>
        </p:sp>
      </p:grpSp>
      <p:grpSp>
        <p:nvGrpSpPr>
          <p:cNvPr id="14" name="组合 13"/>
          <p:cNvGrpSpPr/>
          <p:nvPr/>
        </p:nvGrpSpPr>
        <p:grpSpPr>
          <a:xfrm>
            <a:off x="1656163" y="4634399"/>
            <a:ext cx="5240617" cy="1347019"/>
            <a:chOff x="1656163" y="4634399"/>
            <a:chExt cx="5240617" cy="1347019"/>
          </a:xfrm>
        </p:grpSpPr>
        <p:sp>
          <p:nvSpPr>
            <p:cNvPr id="69" name="Freeform 14"/>
            <p:cNvSpPr/>
            <p:nvPr/>
          </p:nvSpPr>
          <p:spPr bwMode="auto">
            <a:xfrm>
              <a:off x="1656163" y="4681166"/>
              <a:ext cx="559026" cy="352964"/>
            </a:xfrm>
            <a:custGeom>
              <a:avLst/>
              <a:gdLst>
                <a:gd name="connsiteX0" fmla="*/ 927945 w 1015773"/>
                <a:gd name="connsiteY0" fmla="*/ 0 h 641350"/>
                <a:gd name="connsiteX1" fmla="*/ 939656 w 1015773"/>
                <a:gd name="connsiteY1" fmla="*/ 5938 h 641350"/>
                <a:gd name="connsiteX2" fmla="*/ 834262 w 1015773"/>
                <a:gd name="connsiteY2" fmla="*/ 184091 h 641350"/>
                <a:gd name="connsiteX3" fmla="*/ 1015773 w 1015773"/>
                <a:gd name="connsiteY3" fmla="*/ 403813 h 641350"/>
                <a:gd name="connsiteX4" fmla="*/ 945511 w 1015773"/>
                <a:gd name="connsiteY4" fmla="*/ 570089 h 641350"/>
                <a:gd name="connsiteX5" fmla="*/ 787420 w 1015773"/>
                <a:gd name="connsiteY5" fmla="*/ 641350 h 641350"/>
                <a:gd name="connsiteX6" fmla="*/ 623475 w 1015773"/>
                <a:gd name="connsiteY6" fmla="*/ 570089 h 641350"/>
                <a:gd name="connsiteX7" fmla="*/ 564923 w 1015773"/>
                <a:gd name="connsiteY7" fmla="*/ 391936 h 641350"/>
                <a:gd name="connsiteX8" fmla="*/ 664461 w 1015773"/>
                <a:gd name="connsiteY8" fmla="*/ 142522 h 641350"/>
                <a:gd name="connsiteX9" fmla="*/ 927945 w 1015773"/>
                <a:gd name="connsiteY9" fmla="*/ 0 h 641350"/>
                <a:gd name="connsiteX10" fmla="*/ 363022 w 1015773"/>
                <a:gd name="connsiteY10" fmla="*/ 0 h 641350"/>
                <a:gd name="connsiteX11" fmla="*/ 374733 w 1015773"/>
                <a:gd name="connsiteY11" fmla="*/ 5938 h 641350"/>
                <a:gd name="connsiteX12" fmla="*/ 269339 w 1015773"/>
                <a:gd name="connsiteY12" fmla="*/ 184091 h 641350"/>
                <a:gd name="connsiteX13" fmla="*/ 450850 w 1015773"/>
                <a:gd name="connsiteY13" fmla="*/ 403813 h 641350"/>
                <a:gd name="connsiteX14" fmla="*/ 386443 w 1015773"/>
                <a:gd name="connsiteY14" fmla="*/ 570089 h 641350"/>
                <a:gd name="connsiteX15" fmla="*/ 222497 w 1015773"/>
                <a:gd name="connsiteY15" fmla="*/ 641350 h 641350"/>
                <a:gd name="connsiteX16" fmla="*/ 64407 w 1015773"/>
                <a:gd name="connsiteY16" fmla="*/ 570089 h 641350"/>
                <a:gd name="connsiteX17" fmla="*/ 0 w 1015773"/>
                <a:gd name="connsiteY17" fmla="*/ 391936 h 641350"/>
                <a:gd name="connsiteX18" fmla="*/ 105394 w 1015773"/>
                <a:gd name="connsiteY18" fmla="*/ 142522 h 641350"/>
                <a:gd name="connsiteX19" fmla="*/ 363022 w 1015773"/>
                <a:gd name="connsiteY19" fmla="*/ 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15773" h="641350">
                  <a:moveTo>
                    <a:pt x="927945" y="0"/>
                  </a:moveTo>
                  <a:cubicBezTo>
                    <a:pt x="939656" y="5938"/>
                    <a:pt x="939656" y="5938"/>
                    <a:pt x="939656" y="5938"/>
                  </a:cubicBezTo>
                  <a:cubicBezTo>
                    <a:pt x="875248" y="47507"/>
                    <a:pt x="840117" y="106892"/>
                    <a:pt x="834262" y="184091"/>
                  </a:cubicBezTo>
                  <a:cubicBezTo>
                    <a:pt x="951366" y="219722"/>
                    <a:pt x="1015773" y="290983"/>
                    <a:pt x="1015773" y="403813"/>
                  </a:cubicBezTo>
                  <a:cubicBezTo>
                    <a:pt x="1015773" y="469136"/>
                    <a:pt x="992352" y="528520"/>
                    <a:pt x="945511" y="570089"/>
                  </a:cubicBezTo>
                  <a:cubicBezTo>
                    <a:pt x="904524" y="617596"/>
                    <a:pt x="845972" y="641350"/>
                    <a:pt x="787420" y="641350"/>
                  </a:cubicBezTo>
                  <a:cubicBezTo>
                    <a:pt x="723013" y="641350"/>
                    <a:pt x="664461" y="617596"/>
                    <a:pt x="623475" y="570089"/>
                  </a:cubicBezTo>
                  <a:cubicBezTo>
                    <a:pt x="582489" y="528520"/>
                    <a:pt x="564923" y="469136"/>
                    <a:pt x="564923" y="391936"/>
                  </a:cubicBezTo>
                  <a:cubicBezTo>
                    <a:pt x="564923" y="302860"/>
                    <a:pt x="594199" y="219722"/>
                    <a:pt x="664461" y="142522"/>
                  </a:cubicBezTo>
                  <a:cubicBezTo>
                    <a:pt x="734724" y="65323"/>
                    <a:pt x="822552" y="17815"/>
                    <a:pt x="927945" y="0"/>
                  </a:cubicBezTo>
                  <a:close/>
                  <a:moveTo>
                    <a:pt x="363022" y="0"/>
                  </a:moveTo>
                  <a:cubicBezTo>
                    <a:pt x="374733" y="5938"/>
                    <a:pt x="374733" y="5938"/>
                    <a:pt x="374733" y="5938"/>
                  </a:cubicBezTo>
                  <a:cubicBezTo>
                    <a:pt x="316181" y="47507"/>
                    <a:pt x="281049" y="106892"/>
                    <a:pt x="269339" y="184091"/>
                  </a:cubicBezTo>
                  <a:cubicBezTo>
                    <a:pt x="392298" y="219722"/>
                    <a:pt x="450850" y="290983"/>
                    <a:pt x="450850" y="403813"/>
                  </a:cubicBezTo>
                  <a:cubicBezTo>
                    <a:pt x="450850" y="469136"/>
                    <a:pt x="427429" y="528520"/>
                    <a:pt x="386443" y="570089"/>
                  </a:cubicBezTo>
                  <a:cubicBezTo>
                    <a:pt x="339601" y="617596"/>
                    <a:pt x="286905" y="641350"/>
                    <a:pt x="222497" y="641350"/>
                  </a:cubicBezTo>
                  <a:cubicBezTo>
                    <a:pt x="158090" y="641350"/>
                    <a:pt x="105394" y="617596"/>
                    <a:pt x="64407" y="570089"/>
                  </a:cubicBezTo>
                  <a:cubicBezTo>
                    <a:pt x="17566" y="528520"/>
                    <a:pt x="0" y="469136"/>
                    <a:pt x="0" y="391936"/>
                  </a:cubicBezTo>
                  <a:cubicBezTo>
                    <a:pt x="0" y="302860"/>
                    <a:pt x="35131" y="219722"/>
                    <a:pt x="105394" y="142522"/>
                  </a:cubicBezTo>
                  <a:cubicBezTo>
                    <a:pt x="175656" y="65323"/>
                    <a:pt x="257629" y="17815"/>
                    <a:pt x="363022" y="0"/>
                  </a:cubicBezTo>
                  <a:close/>
                </a:path>
              </a:pathLst>
            </a:custGeom>
            <a:solidFill>
              <a:srgbClr val="2E5596"/>
            </a:solidFill>
            <a:ln>
              <a:noFill/>
            </a:ln>
          </p:spPr>
          <p:txBody>
            <a:bodyPr vert="horz" wrap="square" lIns="91440" tIns="45720" rIns="91440" bIns="45720" numCol="1" anchor="t" anchorCtr="0" compatLnSpc="1">
              <a:noAutofit/>
            </a:bodyPr>
            <a:lstStyle/>
            <a:p>
              <a:endParaRPr lang="en-US">
                <a:solidFill>
                  <a:schemeClr val="tx1">
                    <a:lumMod val="75000"/>
                    <a:lumOff val="25000"/>
                  </a:schemeClr>
                </a:solidFill>
                <a:latin typeface="思源黑体" panose="020B0500000000000000" pitchFamily="34" charset="-122"/>
                <a:ea typeface="思源黑体" panose="020B0500000000000000" pitchFamily="34" charset="-122"/>
              </a:endParaRPr>
            </a:p>
          </p:txBody>
        </p:sp>
        <p:sp>
          <p:nvSpPr>
            <p:cNvPr id="70" name="TextBox 24"/>
            <p:cNvSpPr txBox="1"/>
            <p:nvPr/>
          </p:nvSpPr>
          <p:spPr>
            <a:xfrm>
              <a:off x="2547952" y="4634399"/>
              <a:ext cx="4348828" cy="1347019"/>
            </a:xfrm>
            <a:prstGeom prst="rect">
              <a:avLst/>
            </a:prstGeom>
            <a:noFill/>
          </p:spPr>
          <p:txBody>
            <a:bodyPr wrap="square" lIns="91423" tIns="45712" rIns="91423" bIns="45712" rtlCol="0">
              <a:spAutoFit/>
            </a:bodyPr>
            <a:lstStyle/>
            <a:p>
              <a:pPr marL="0" marR="0" lvl="0" indent="0" algn="l" defTabSz="1217930" rtl="0" eaLnBrk="1" fontAlgn="auto" latinLnBrk="0" hangingPunct="1">
                <a:lnSpc>
                  <a:spcPct val="150000"/>
                </a:lnSpc>
                <a:spcBef>
                  <a:spcPts val="0"/>
                </a:spcBef>
                <a:spcAft>
                  <a:spcPts val="0"/>
                </a:spcAft>
                <a:buClrTx/>
                <a:buSzTx/>
                <a:buFontTx/>
                <a:buNone/>
                <a:defRPr/>
              </a:pPr>
              <a:r>
                <a:rPr lang="zh-CN" altLang="en-US" sz="1400" dirty="0">
                  <a:solidFill>
                    <a:schemeClr val="tx1">
                      <a:lumMod val="75000"/>
                      <a:lumOff val="25000"/>
                    </a:schemeClr>
                  </a:solidFill>
                  <a:latin typeface="思源黑体" panose="020B0500000000000000" pitchFamily="34" charset="-122"/>
                  <a:ea typeface="思源黑体" panose="020B0500000000000000" pitchFamily="34" charset="-122"/>
                  <a:sym typeface="FZHei-B01S" panose="02010601030101010101" pitchFamily="2" charset="-122"/>
                </a:rPr>
                <a:t>请在此处添加具体内容，文字尽量言简意赅，简单说明即可，不必过于繁琐，注意板面美观度。请在此处添加具体内容，文字尽量言简意赅，简单说明即可，不必过于繁琐，注意板面美观度。</a:t>
              </a:r>
              <a:endParaRPr kumimoji="0" lang="zh-CN" altLang="en-US" sz="1400" b="0" i="0" u="none" strike="noStrike" kern="1200" cap="none" spc="0" normalizeH="0" baseline="0" noProof="0" dirty="0">
                <a:ln>
                  <a:noFill/>
                </a:ln>
                <a:solidFill>
                  <a:schemeClr val="tx1">
                    <a:lumMod val="75000"/>
                    <a:lumOff val="25000"/>
                  </a:schemeClr>
                </a:solidFill>
                <a:effectLst/>
                <a:uLnTx/>
                <a:uFillTx/>
                <a:latin typeface="思源黑体" panose="020B0500000000000000" pitchFamily="34" charset="-122"/>
                <a:ea typeface="思源黑体" panose="020B0500000000000000" pitchFamily="34" charset="-122"/>
                <a:sym typeface="FZHei-B01S" panose="02010601030101010101" pitchFamily="2" charset="-122"/>
              </a:endParaRPr>
            </a:p>
          </p:txBody>
        </p:sp>
      </p:grpSp>
      <p:grpSp>
        <p:nvGrpSpPr>
          <p:cNvPr id="13" name="组合 12"/>
          <p:cNvGrpSpPr/>
          <p:nvPr/>
        </p:nvGrpSpPr>
        <p:grpSpPr>
          <a:xfrm>
            <a:off x="1656163" y="2023615"/>
            <a:ext cx="1795096" cy="1983472"/>
            <a:chOff x="1629462" y="2223601"/>
            <a:chExt cx="2233301" cy="2467663"/>
          </a:xfrm>
        </p:grpSpPr>
        <p:grpSp>
          <p:nvGrpSpPr>
            <p:cNvPr id="74" name="Group 11"/>
            <p:cNvGrpSpPr/>
            <p:nvPr/>
          </p:nvGrpSpPr>
          <p:grpSpPr>
            <a:xfrm>
              <a:off x="1935676" y="2223601"/>
              <a:ext cx="829800" cy="829800"/>
              <a:chOff x="4732010" y="4200773"/>
              <a:chExt cx="573588" cy="573588"/>
            </a:xfrm>
            <a:effectLst>
              <a:outerShdw blurRad="254000" dist="63500" dir="2700000" algn="tl" rotWithShape="0">
                <a:prstClr val="black">
                  <a:alpha val="25000"/>
                </a:prstClr>
              </a:outerShdw>
            </a:effectLst>
          </p:grpSpPr>
          <p:sp>
            <p:nvSpPr>
              <p:cNvPr id="75" name="Rounded Rectangle 12"/>
              <p:cNvSpPr/>
              <p:nvPr/>
            </p:nvSpPr>
            <p:spPr>
              <a:xfrm>
                <a:off x="4732010" y="4200773"/>
                <a:ext cx="573588" cy="573588"/>
              </a:xfrm>
              <a:prstGeom prst="roundRect">
                <a:avLst>
                  <a:gd name="adj" fmla="val 50000"/>
                </a:avLst>
              </a:prstGeom>
              <a:solidFill>
                <a:srgbClr val="587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lumMod val="75000"/>
                      <a:lumOff val="25000"/>
                    </a:schemeClr>
                  </a:solidFill>
                  <a:latin typeface="思源黑体" panose="020B0500000000000000" pitchFamily="34" charset="-122"/>
                  <a:ea typeface="思源黑体" panose="020B0500000000000000" pitchFamily="34" charset="-122"/>
                </a:endParaRPr>
              </a:p>
            </p:txBody>
          </p:sp>
          <p:sp>
            <p:nvSpPr>
              <p:cNvPr id="76" name="Freeform 36"/>
              <p:cNvSpPr>
                <a:spLocks noChangeAspect="1" noChangeArrowheads="1"/>
              </p:cNvSpPr>
              <p:nvPr/>
            </p:nvSpPr>
            <p:spPr bwMode="auto">
              <a:xfrm>
                <a:off x="4877289" y="4285396"/>
                <a:ext cx="269400" cy="423196"/>
              </a:xfrm>
              <a:custGeom>
                <a:avLst/>
                <a:gdLst>
                  <a:gd name="T0" fmla="*/ 406 w 657"/>
                  <a:gd name="T1" fmla="*/ 947 h 1032"/>
                  <a:gd name="T2" fmla="*/ 333 w 657"/>
                  <a:gd name="T3" fmla="*/ 1031 h 1032"/>
                  <a:gd name="T4" fmla="*/ 250 w 657"/>
                  <a:gd name="T5" fmla="*/ 947 h 1032"/>
                  <a:gd name="T6" fmla="*/ 448 w 657"/>
                  <a:gd name="T7" fmla="*/ 916 h 1032"/>
                  <a:gd name="T8" fmla="*/ 198 w 657"/>
                  <a:gd name="T9" fmla="*/ 833 h 1032"/>
                  <a:gd name="T10" fmla="*/ 656 w 657"/>
                  <a:gd name="T11" fmla="*/ 333 h 1032"/>
                  <a:gd name="T12" fmla="*/ 562 w 657"/>
                  <a:gd name="T13" fmla="*/ 562 h 1032"/>
                  <a:gd name="T14" fmla="*/ 531 w 657"/>
                  <a:gd name="T15" fmla="*/ 635 h 1032"/>
                  <a:gd name="T16" fmla="*/ 500 w 657"/>
                  <a:gd name="T17" fmla="*/ 708 h 1032"/>
                  <a:gd name="T18" fmla="*/ 500 w 657"/>
                  <a:gd name="T19" fmla="*/ 729 h 1032"/>
                  <a:gd name="T20" fmla="*/ 166 w 657"/>
                  <a:gd name="T21" fmla="*/ 791 h 1032"/>
                  <a:gd name="T22" fmla="*/ 156 w 657"/>
                  <a:gd name="T23" fmla="*/ 708 h 1032"/>
                  <a:gd name="T24" fmla="*/ 135 w 657"/>
                  <a:gd name="T25" fmla="*/ 635 h 1032"/>
                  <a:gd name="T26" fmla="*/ 93 w 657"/>
                  <a:gd name="T27" fmla="*/ 552 h 1032"/>
                  <a:gd name="T28" fmla="*/ 0 w 657"/>
                  <a:gd name="T29" fmla="*/ 333 h 1032"/>
                  <a:gd name="T30" fmla="*/ 333 w 657"/>
                  <a:gd name="T31" fmla="*/ 0 h 1032"/>
                  <a:gd name="T32" fmla="*/ 656 w 657"/>
                  <a:gd name="T33" fmla="*/ 333 h 1032"/>
                  <a:gd name="T34" fmla="*/ 510 w 657"/>
                  <a:gd name="T35" fmla="*/ 156 h 1032"/>
                  <a:gd name="T36" fmla="*/ 156 w 657"/>
                  <a:gd name="T37" fmla="*/ 156 h 1032"/>
                  <a:gd name="T38" fmla="*/ 146 w 657"/>
                  <a:gd name="T39" fmla="*/ 499 h 1032"/>
                  <a:gd name="T40" fmla="*/ 166 w 657"/>
                  <a:gd name="T41" fmla="*/ 541 h 1032"/>
                  <a:gd name="T42" fmla="*/ 229 w 657"/>
                  <a:gd name="T43" fmla="*/ 666 h 1032"/>
                  <a:gd name="T44" fmla="*/ 427 w 657"/>
                  <a:gd name="T45" fmla="*/ 718 h 1032"/>
                  <a:gd name="T46" fmla="*/ 458 w 657"/>
                  <a:gd name="T47" fmla="*/ 604 h 1032"/>
                  <a:gd name="T48" fmla="*/ 510 w 657"/>
                  <a:gd name="T49" fmla="*/ 520 h 1032"/>
                  <a:gd name="T50" fmla="*/ 583 w 657"/>
                  <a:gd name="T51" fmla="*/ 333 h 1032"/>
                  <a:gd name="T52" fmla="*/ 354 w 657"/>
                  <a:gd name="T53" fmla="*/ 354 h 1032"/>
                  <a:gd name="T54" fmla="*/ 302 w 657"/>
                  <a:gd name="T55" fmla="*/ 354 h 1032"/>
                  <a:gd name="T56" fmla="*/ 239 w 657"/>
                  <a:gd name="T57" fmla="*/ 354 h 1032"/>
                  <a:gd name="T58" fmla="*/ 250 w 657"/>
                  <a:gd name="T59" fmla="*/ 499 h 1032"/>
                  <a:gd name="T60" fmla="*/ 302 w 657"/>
                  <a:gd name="T61" fmla="*/ 499 h 1032"/>
                  <a:gd name="T62" fmla="*/ 364 w 657"/>
                  <a:gd name="T63" fmla="*/ 499 h 1032"/>
                  <a:gd name="T64" fmla="*/ 416 w 657"/>
                  <a:gd name="T65" fmla="*/ 499 h 1032"/>
                  <a:gd name="T66" fmla="*/ 427 w 657"/>
                  <a:gd name="T67" fmla="*/ 354 h 1032"/>
                  <a:gd name="T68" fmla="*/ 385 w 657"/>
                  <a:gd name="T69" fmla="*/ 416 h 10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657" h="1032">
                    <a:moveTo>
                      <a:pt x="250" y="947"/>
                    </a:moveTo>
                    <a:cubicBezTo>
                      <a:pt x="406" y="947"/>
                      <a:pt x="406" y="947"/>
                      <a:pt x="406" y="947"/>
                    </a:cubicBezTo>
                    <a:cubicBezTo>
                      <a:pt x="406" y="968"/>
                      <a:pt x="396" y="989"/>
                      <a:pt x="385" y="1010"/>
                    </a:cubicBezTo>
                    <a:cubicBezTo>
                      <a:pt x="364" y="1020"/>
                      <a:pt x="354" y="1031"/>
                      <a:pt x="333" y="1031"/>
                    </a:cubicBezTo>
                    <a:cubicBezTo>
                      <a:pt x="312" y="1031"/>
                      <a:pt x="291" y="1020"/>
                      <a:pt x="281" y="1010"/>
                    </a:cubicBezTo>
                    <a:cubicBezTo>
                      <a:pt x="260" y="989"/>
                      <a:pt x="250" y="968"/>
                      <a:pt x="250" y="947"/>
                    </a:cubicBezTo>
                    <a:close/>
                    <a:moveTo>
                      <a:pt x="208" y="916"/>
                    </a:moveTo>
                    <a:cubicBezTo>
                      <a:pt x="448" y="916"/>
                      <a:pt x="448" y="916"/>
                      <a:pt x="448" y="916"/>
                    </a:cubicBezTo>
                    <a:cubicBezTo>
                      <a:pt x="458" y="833"/>
                      <a:pt x="458" y="833"/>
                      <a:pt x="458" y="833"/>
                    </a:cubicBezTo>
                    <a:cubicBezTo>
                      <a:pt x="198" y="833"/>
                      <a:pt x="198" y="833"/>
                      <a:pt x="198" y="833"/>
                    </a:cubicBezTo>
                    <a:lnTo>
                      <a:pt x="208" y="916"/>
                    </a:lnTo>
                    <a:close/>
                    <a:moveTo>
                      <a:pt x="656" y="333"/>
                    </a:moveTo>
                    <a:cubicBezTo>
                      <a:pt x="656" y="416"/>
                      <a:pt x="625" y="489"/>
                      <a:pt x="573" y="552"/>
                    </a:cubicBezTo>
                    <a:lnTo>
                      <a:pt x="562" y="562"/>
                    </a:lnTo>
                    <a:cubicBezTo>
                      <a:pt x="562" y="562"/>
                      <a:pt x="562" y="572"/>
                      <a:pt x="552" y="572"/>
                    </a:cubicBezTo>
                    <a:cubicBezTo>
                      <a:pt x="541" y="593"/>
                      <a:pt x="541" y="614"/>
                      <a:pt x="531" y="635"/>
                    </a:cubicBezTo>
                    <a:cubicBezTo>
                      <a:pt x="521" y="656"/>
                      <a:pt x="510" y="677"/>
                      <a:pt x="510" y="697"/>
                    </a:cubicBezTo>
                    <a:cubicBezTo>
                      <a:pt x="500" y="697"/>
                      <a:pt x="500" y="697"/>
                      <a:pt x="500" y="708"/>
                    </a:cubicBezTo>
                    <a:lnTo>
                      <a:pt x="500" y="718"/>
                    </a:lnTo>
                    <a:cubicBezTo>
                      <a:pt x="500" y="729"/>
                      <a:pt x="500" y="729"/>
                      <a:pt x="500" y="729"/>
                    </a:cubicBezTo>
                    <a:cubicBezTo>
                      <a:pt x="500" y="791"/>
                      <a:pt x="500" y="791"/>
                      <a:pt x="500" y="791"/>
                    </a:cubicBezTo>
                    <a:cubicBezTo>
                      <a:pt x="166" y="791"/>
                      <a:pt x="166" y="791"/>
                      <a:pt x="166" y="791"/>
                    </a:cubicBezTo>
                    <a:cubicBezTo>
                      <a:pt x="166" y="729"/>
                      <a:pt x="166" y="729"/>
                      <a:pt x="166" y="729"/>
                    </a:cubicBezTo>
                    <a:cubicBezTo>
                      <a:pt x="166" y="718"/>
                      <a:pt x="156" y="718"/>
                      <a:pt x="156" y="708"/>
                    </a:cubicBezTo>
                    <a:lnTo>
                      <a:pt x="156" y="697"/>
                    </a:lnTo>
                    <a:cubicBezTo>
                      <a:pt x="146" y="677"/>
                      <a:pt x="146" y="656"/>
                      <a:pt x="135" y="635"/>
                    </a:cubicBezTo>
                    <a:cubicBezTo>
                      <a:pt x="125" y="614"/>
                      <a:pt x="114" y="593"/>
                      <a:pt x="104" y="572"/>
                    </a:cubicBezTo>
                    <a:cubicBezTo>
                      <a:pt x="93" y="562"/>
                      <a:pt x="93" y="562"/>
                      <a:pt x="93" y="552"/>
                    </a:cubicBezTo>
                    <a:lnTo>
                      <a:pt x="83" y="552"/>
                    </a:lnTo>
                    <a:cubicBezTo>
                      <a:pt x="31" y="489"/>
                      <a:pt x="0" y="416"/>
                      <a:pt x="0" y="333"/>
                    </a:cubicBezTo>
                    <a:cubicBezTo>
                      <a:pt x="0" y="239"/>
                      <a:pt x="31" y="166"/>
                      <a:pt x="104" y="104"/>
                    </a:cubicBezTo>
                    <a:cubicBezTo>
                      <a:pt x="166" y="31"/>
                      <a:pt x="239" y="0"/>
                      <a:pt x="333" y="0"/>
                    </a:cubicBezTo>
                    <a:cubicBezTo>
                      <a:pt x="416" y="0"/>
                      <a:pt x="500" y="31"/>
                      <a:pt x="562" y="104"/>
                    </a:cubicBezTo>
                    <a:cubicBezTo>
                      <a:pt x="625" y="166"/>
                      <a:pt x="656" y="239"/>
                      <a:pt x="656" y="333"/>
                    </a:cubicBezTo>
                    <a:close/>
                    <a:moveTo>
                      <a:pt x="583" y="333"/>
                    </a:moveTo>
                    <a:cubicBezTo>
                      <a:pt x="583" y="260"/>
                      <a:pt x="562" y="198"/>
                      <a:pt x="510" y="156"/>
                    </a:cubicBezTo>
                    <a:cubicBezTo>
                      <a:pt x="458" y="104"/>
                      <a:pt x="396" y="83"/>
                      <a:pt x="333" y="83"/>
                    </a:cubicBezTo>
                    <a:cubicBezTo>
                      <a:pt x="260" y="83"/>
                      <a:pt x="198" y="104"/>
                      <a:pt x="156" y="156"/>
                    </a:cubicBezTo>
                    <a:cubicBezTo>
                      <a:pt x="104" y="198"/>
                      <a:pt x="73" y="260"/>
                      <a:pt x="73" y="333"/>
                    </a:cubicBezTo>
                    <a:cubicBezTo>
                      <a:pt x="73" y="396"/>
                      <a:pt x="93" y="448"/>
                      <a:pt x="146" y="499"/>
                    </a:cubicBezTo>
                    <a:cubicBezTo>
                      <a:pt x="146" y="499"/>
                      <a:pt x="146" y="510"/>
                      <a:pt x="156" y="510"/>
                    </a:cubicBezTo>
                    <a:cubicBezTo>
                      <a:pt x="156" y="520"/>
                      <a:pt x="166" y="531"/>
                      <a:pt x="166" y="541"/>
                    </a:cubicBezTo>
                    <a:cubicBezTo>
                      <a:pt x="177" y="562"/>
                      <a:pt x="187" y="583"/>
                      <a:pt x="198" y="604"/>
                    </a:cubicBezTo>
                    <a:cubicBezTo>
                      <a:pt x="208" y="624"/>
                      <a:pt x="218" y="645"/>
                      <a:pt x="229" y="666"/>
                    </a:cubicBezTo>
                    <a:cubicBezTo>
                      <a:pt x="229" y="697"/>
                      <a:pt x="239" y="708"/>
                      <a:pt x="239" y="718"/>
                    </a:cubicBezTo>
                    <a:cubicBezTo>
                      <a:pt x="427" y="718"/>
                      <a:pt x="427" y="718"/>
                      <a:pt x="427" y="718"/>
                    </a:cubicBezTo>
                    <a:cubicBezTo>
                      <a:pt x="427" y="708"/>
                      <a:pt x="427" y="697"/>
                      <a:pt x="437" y="666"/>
                    </a:cubicBezTo>
                    <a:cubicBezTo>
                      <a:pt x="437" y="645"/>
                      <a:pt x="448" y="624"/>
                      <a:pt x="458" y="604"/>
                    </a:cubicBezTo>
                    <a:cubicBezTo>
                      <a:pt x="468" y="583"/>
                      <a:pt x="479" y="562"/>
                      <a:pt x="489" y="541"/>
                    </a:cubicBezTo>
                    <a:cubicBezTo>
                      <a:pt x="489" y="531"/>
                      <a:pt x="500" y="520"/>
                      <a:pt x="510" y="520"/>
                    </a:cubicBezTo>
                    <a:cubicBezTo>
                      <a:pt x="510" y="510"/>
                      <a:pt x="510" y="499"/>
                      <a:pt x="521" y="499"/>
                    </a:cubicBezTo>
                    <a:cubicBezTo>
                      <a:pt x="562" y="448"/>
                      <a:pt x="583" y="396"/>
                      <a:pt x="583" y="333"/>
                    </a:cubicBezTo>
                    <a:close/>
                    <a:moveTo>
                      <a:pt x="385" y="416"/>
                    </a:moveTo>
                    <a:cubicBezTo>
                      <a:pt x="354" y="354"/>
                      <a:pt x="354" y="354"/>
                      <a:pt x="354" y="354"/>
                    </a:cubicBezTo>
                    <a:cubicBezTo>
                      <a:pt x="333" y="302"/>
                      <a:pt x="333" y="302"/>
                      <a:pt x="333" y="302"/>
                    </a:cubicBezTo>
                    <a:cubicBezTo>
                      <a:pt x="302" y="354"/>
                      <a:pt x="302" y="354"/>
                      <a:pt x="302" y="354"/>
                    </a:cubicBezTo>
                    <a:cubicBezTo>
                      <a:pt x="271" y="416"/>
                      <a:pt x="271" y="416"/>
                      <a:pt x="271" y="416"/>
                    </a:cubicBezTo>
                    <a:cubicBezTo>
                      <a:pt x="239" y="354"/>
                      <a:pt x="239" y="354"/>
                      <a:pt x="239" y="354"/>
                    </a:cubicBezTo>
                    <a:cubicBezTo>
                      <a:pt x="187" y="385"/>
                      <a:pt x="187" y="385"/>
                      <a:pt x="187" y="385"/>
                    </a:cubicBezTo>
                    <a:cubicBezTo>
                      <a:pt x="250" y="499"/>
                      <a:pt x="250" y="499"/>
                      <a:pt x="250" y="499"/>
                    </a:cubicBezTo>
                    <a:cubicBezTo>
                      <a:pt x="271" y="552"/>
                      <a:pt x="271" y="552"/>
                      <a:pt x="271" y="552"/>
                    </a:cubicBezTo>
                    <a:cubicBezTo>
                      <a:pt x="302" y="499"/>
                      <a:pt x="302" y="499"/>
                      <a:pt x="302" y="499"/>
                    </a:cubicBezTo>
                    <a:cubicBezTo>
                      <a:pt x="333" y="437"/>
                      <a:pt x="333" y="437"/>
                      <a:pt x="333" y="437"/>
                    </a:cubicBezTo>
                    <a:cubicBezTo>
                      <a:pt x="364" y="499"/>
                      <a:pt x="364" y="499"/>
                      <a:pt x="364" y="499"/>
                    </a:cubicBezTo>
                    <a:cubicBezTo>
                      <a:pt x="385" y="552"/>
                      <a:pt x="385" y="552"/>
                      <a:pt x="385" y="552"/>
                    </a:cubicBezTo>
                    <a:cubicBezTo>
                      <a:pt x="416" y="499"/>
                      <a:pt x="416" y="499"/>
                      <a:pt x="416" y="499"/>
                    </a:cubicBezTo>
                    <a:cubicBezTo>
                      <a:pt x="479" y="385"/>
                      <a:pt x="479" y="385"/>
                      <a:pt x="479" y="385"/>
                    </a:cubicBezTo>
                    <a:cubicBezTo>
                      <a:pt x="427" y="354"/>
                      <a:pt x="427" y="354"/>
                      <a:pt x="427" y="354"/>
                    </a:cubicBezTo>
                    <a:lnTo>
                      <a:pt x="385" y="416"/>
                    </a:lnTo>
                    <a:close/>
                    <a:moveTo>
                      <a:pt x="385" y="416"/>
                    </a:moveTo>
                    <a:lnTo>
                      <a:pt x="385" y="416"/>
                    </a:lnTo>
                    <a:close/>
                  </a:path>
                </a:pathLst>
              </a:custGeom>
              <a:solidFill>
                <a:schemeClr val="bg1"/>
              </a:solidFill>
              <a:ln>
                <a:noFill/>
              </a:ln>
              <a:effectLst/>
            </p:spPr>
            <p:txBody>
              <a:bodyPr wrap="none" lIns="182843" tIns="91422" rIns="182843" bIns="91422" anchor="ctr"/>
              <a:lstStyle/>
              <a:p>
                <a:pPr>
                  <a:defRPr/>
                </a:pPr>
                <a:endParaRPr lang="en-US" sz="2400" dirty="0">
                  <a:solidFill>
                    <a:schemeClr val="tx1">
                      <a:lumMod val="75000"/>
                      <a:lumOff val="25000"/>
                    </a:schemeClr>
                  </a:solidFill>
                  <a:latin typeface="思源黑体" panose="020B0500000000000000" pitchFamily="34" charset="-122"/>
                  <a:ea typeface="思源黑体" panose="020B0500000000000000" pitchFamily="34" charset="-122"/>
                </a:endParaRPr>
              </a:p>
            </p:txBody>
          </p:sp>
        </p:grpSp>
        <p:sp>
          <p:nvSpPr>
            <p:cNvPr id="80" name="矩形 79"/>
            <p:cNvSpPr/>
            <p:nvPr/>
          </p:nvSpPr>
          <p:spPr>
            <a:xfrm>
              <a:off x="1629462" y="3772523"/>
              <a:ext cx="2233301" cy="918741"/>
            </a:xfrm>
            <a:prstGeom prst="rect">
              <a:avLst/>
            </a:prstGeom>
          </p:spPr>
          <p:txBody>
            <a:bodyPr wrap="square">
              <a:spAutoFit/>
              <a:scene3d>
                <a:camera prst="orthographicFront"/>
                <a:lightRig rig="threePt" dir="t"/>
              </a:scene3d>
              <a:sp3d contourW="12700"/>
            </a:bodyPr>
            <a:lstStyle/>
            <a:p>
              <a:pPr>
                <a:lnSpc>
                  <a:spcPct val="120000"/>
                </a:lnSpc>
                <a:defRPr/>
              </a:pPr>
              <a:r>
                <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mn-lt"/>
                </a:rPr>
                <a:t>用户可以在投影仪或者计算机上进行演示也可以将文稿打印出来</a:t>
              </a:r>
              <a:endPar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mn-lt"/>
              </a:endParaRPr>
            </a:p>
          </p:txBody>
        </p:sp>
        <p:sp>
          <p:nvSpPr>
            <p:cNvPr id="81" name="矩形 80"/>
            <p:cNvSpPr/>
            <p:nvPr/>
          </p:nvSpPr>
          <p:spPr>
            <a:xfrm>
              <a:off x="1675158" y="3174817"/>
              <a:ext cx="1839917" cy="535674"/>
            </a:xfrm>
            <a:prstGeom prst="rect">
              <a:avLst/>
            </a:prstGeom>
          </p:spPr>
          <p:txBody>
            <a:bodyPr wrap="square">
              <a:spAutoFit/>
              <a:scene3d>
                <a:camera prst="orthographicFront"/>
                <a:lightRig rig="threePt" dir="t"/>
              </a:scene3d>
              <a:sp3d contourW="12700"/>
            </a:bodyPr>
            <a:lstStyle/>
            <a:p>
              <a:pPr>
                <a:lnSpc>
                  <a:spcPct val="120000"/>
                </a:lnSpc>
                <a:defRPr/>
              </a:pPr>
              <a:r>
                <a:rPr lang="zh-CN" altLang="en-US" sz="2000" b="1"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mn-lt"/>
                </a:rPr>
                <a:t>添加标题</a:t>
              </a:r>
              <a:endParaRPr lang="zh-CN" altLang="en-US" sz="2000" b="1"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mn-lt"/>
              </a:endParaRPr>
            </a:p>
          </p:txBody>
        </p:sp>
      </p:grpSp>
      <p:grpSp>
        <p:nvGrpSpPr>
          <p:cNvPr id="12" name="组合 11"/>
          <p:cNvGrpSpPr/>
          <p:nvPr/>
        </p:nvGrpSpPr>
        <p:grpSpPr>
          <a:xfrm>
            <a:off x="3462915" y="2033679"/>
            <a:ext cx="1795096" cy="1972729"/>
            <a:chOff x="3405554" y="2223601"/>
            <a:chExt cx="2233303" cy="2454299"/>
          </a:xfrm>
        </p:grpSpPr>
        <p:grpSp>
          <p:nvGrpSpPr>
            <p:cNvPr id="71" name="Group 13"/>
            <p:cNvGrpSpPr/>
            <p:nvPr/>
          </p:nvGrpSpPr>
          <p:grpSpPr>
            <a:xfrm>
              <a:off x="3677941" y="2223601"/>
              <a:ext cx="829800" cy="829800"/>
              <a:chOff x="8298170" y="4200773"/>
              <a:chExt cx="573588" cy="573588"/>
            </a:xfrm>
            <a:effectLst>
              <a:outerShdw blurRad="254000" dist="63500" dir="2700000" algn="tl" rotWithShape="0">
                <a:prstClr val="black">
                  <a:alpha val="25000"/>
                </a:prstClr>
              </a:outerShdw>
            </a:effectLst>
          </p:grpSpPr>
          <p:sp>
            <p:nvSpPr>
              <p:cNvPr id="72" name="Rounded Rectangle 14"/>
              <p:cNvSpPr/>
              <p:nvPr/>
            </p:nvSpPr>
            <p:spPr>
              <a:xfrm>
                <a:off x="8298170" y="4200773"/>
                <a:ext cx="573588" cy="573588"/>
              </a:xfrm>
              <a:prstGeom prst="roundRect">
                <a:avLst>
                  <a:gd name="adj" fmla="val 50000"/>
                </a:avLst>
              </a:prstGeom>
              <a:solidFill>
                <a:srgbClr val="2E55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lumMod val="75000"/>
                      <a:lumOff val="25000"/>
                    </a:schemeClr>
                  </a:solidFill>
                  <a:latin typeface="思源黑体" panose="020B0500000000000000" pitchFamily="34" charset="-122"/>
                  <a:ea typeface="思源黑体" panose="020B0500000000000000" pitchFamily="34" charset="-122"/>
                </a:endParaRPr>
              </a:p>
            </p:txBody>
          </p:sp>
          <p:sp>
            <p:nvSpPr>
              <p:cNvPr id="73" name="AutoShape 66"/>
              <p:cNvSpPr>
                <a:spLocks noChangeAspect="1"/>
              </p:cNvSpPr>
              <p:nvPr/>
            </p:nvSpPr>
            <p:spPr bwMode="auto">
              <a:xfrm>
                <a:off x="8424717" y="4317850"/>
                <a:ext cx="339345" cy="339433"/>
              </a:xfrm>
              <a:custGeom>
                <a:avLst/>
                <a:gdLst>
                  <a:gd name="T0" fmla="*/ 10799 w 21598"/>
                  <a:gd name="T1" fmla="*/ 10800 h 21600"/>
                  <a:gd name="T2" fmla="*/ 10799 w 21598"/>
                  <a:gd name="T3" fmla="*/ 10800 h 21600"/>
                  <a:gd name="T4" fmla="*/ 10799 w 21598"/>
                  <a:gd name="T5" fmla="*/ 10800 h 21600"/>
                  <a:gd name="T6" fmla="*/ 10799 w 21598"/>
                  <a:gd name="T7" fmla="*/ 10800 h 21600"/>
                </a:gdLst>
                <a:ahLst/>
                <a:cxnLst>
                  <a:cxn ang="0">
                    <a:pos x="T0" y="T1"/>
                  </a:cxn>
                  <a:cxn ang="0">
                    <a:pos x="T2" y="T3"/>
                  </a:cxn>
                  <a:cxn ang="0">
                    <a:pos x="T4" y="T5"/>
                  </a:cxn>
                  <a:cxn ang="0">
                    <a:pos x="T6" y="T7"/>
                  </a:cxn>
                </a:cxnLst>
                <a:rect l="0" t="0" r="r" b="b"/>
                <a:pathLst>
                  <a:path w="21598" h="21600">
                    <a:moveTo>
                      <a:pt x="17537" y="12697"/>
                    </a:moveTo>
                    <a:lnTo>
                      <a:pt x="19798" y="9997"/>
                    </a:lnTo>
                    <a:lnTo>
                      <a:pt x="19798" y="17284"/>
                    </a:lnTo>
                    <a:cubicBezTo>
                      <a:pt x="19798" y="17874"/>
                      <a:pt x="19700" y="18429"/>
                      <a:pt x="19505" y="18949"/>
                    </a:cubicBezTo>
                    <a:cubicBezTo>
                      <a:pt x="19309" y="19469"/>
                      <a:pt x="19049" y="19928"/>
                      <a:pt x="18721" y="20321"/>
                    </a:cubicBezTo>
                    <a:cubicBezTo>
                      <a:pt x="18394" y="20715"/>
                      <a:pt x="18014" y="21027"/>
                      <a:pt x="17583" y="21256"/>
                    </a:cubicBezTo>
                    <a:cubicBezTo>
                      <a:pt x="17153" y="21485"/>
                      <a:pt x="16690" y="21599"/>
                      <a:pt x="16188" y="21599"/>
                    </a:cubicBezTo>
                    <a:lnTo>
                      <a:pt x="3595" y="21599"/>
                    </a:lnTo>
                    <a:cubicBezTo>
                      <a:pt x="3103" y="21599"/>
                      <a:pt x="2635" y="21485"/>
                      <a:pt x="2195" y="21256"/>
                    </a:cubicBezTo>
                    <a:cubicBezTo>
                      <a:pt x="1754" y="21027"/>
                      <a:pt x="1372" y="20715"/>
                      <a:pt x="1052" y="20321"/>
                    </a:cubicBezTo>
                    <a:cubicBezTo>
                      <a:pt x="734" y="19928"/>
                      <a:pt x="477" y="19469"/>
                      <a:pt x="286" y="18949"/>
                    </a:cubicBezTo>
                    <a:cubicBezTo>
                      <a:pt x="95" y="18429"/>
                      <a:pt x="0" y="17874"/>
                      <a:pt x="0" y="17284"/>
                    </a:cubicBezTo>
                    <a:lnTo>
                      <a:pt x="0" y="4315"/>
                    </a:lnTo>
                    <a:cubicBezTo>
                      <a:pt x="0" y="3722"/>
                      <a:pt x="95" y="3164"/>
                      <a:pt x="286" y="2632"/>
                    </a:cubicBezTo>
                    <a:cubicBezTo>
                      <a:pt x="477" y="2106"/>
                      <a:pt x="734" y="1645"/>
                      <a:pt x="1052" y="1263"/>
                    </a:cubicBezTo>
                    <a:cubicBezTo>
                      <a:pt x="1372" y="878"/>
                      <a:pt x="1754" y="572"/>
                      <a:pt x="2195" y="343"/>
                    </a:cubicBezTo>
                    <a:cubicBezTo>
                      <a:pt x="2635" y="114"/>
                      <a:pt x="3103" y="0"/>
                      <a:pt x="3595" y="0"/>
                    </a:cubicBezTo>
                    <a:lnTo>
                      <a:pt x="16188" y="0"/>
                    </a:lnTo>
                    <a:cubicBezTo>
                      <a:pt x="16401" y="0"/>
                      <a:pt x="16605" y="26"/>
                      <a:pt x="16798" y="82"/>
                    </a:cubicBezTo>
                    <a:lnTo>
                      <a:pt x="14608" y="2714"/>
                    </a:lnTo>
                    <a:lnTo>
                      <a:pt x="3595" y="2714"/>
                    </a:lnTo>
                    <a:cubicBezTo>
                      <a:pt x="3228" y="2714"/>
                      <a:pt x="2914" y="2867"/>
                      <a:pt x="2652" y="3184"/>
                    </a:cubicBezTo>
                    <a:cubicBezTo>
                      <a:pt x="2391" y="3496"/>
                      <a:pt x="2261" y="3875"/>
                      <a:pt x="2261" y="4315"/>
                    </a:cubicBezTo>
                    <a:lnTo>
                      <a:pt x="2261" y="17284"/>
                    </a:lnTo>
                    <a:cubicBezTo>
                      <a:pt x="2261" y="17724"/>
                      <a:pt x="2391" y="18101"/>
                      <a:pt x="2652" y="18412"/>
                    </a:cubicBezTo>
                    <a:cubicBezTo>
                      <a:pt x="2914" y="18729"/>
                      <a:pt x="3228" y="18888"/>
                      <a:pt x="3595" y="18888"/>
                    </a:cubicBezTo>
                    <a:lnTo>
                      <a:pt x="16188" y="18888"/>
                    </a:lnTo>
                    <a:cubicBezTo>
                      <a:pt x="16556" y="18888"/>
                      <a:pt x="16874" y="18729"/>
                      <a:pt x="17138" y="18412"/>
                    </a:cubicBezTo>
                    <a:cubicBezTo>
                      <a:pt x="17405" y="18101"/>
                      <a:pt x="17537" y="17724"/>
                      <a:pt x="17537" y="17284"/>
                    </a:cubicBezTo>
                    <a:lnTo>
                      <a:pt x="17537" y="12697"/>
                    </a:lnTo>
                    <a:close/>
                    <a:moveTo>
                      <a:pt x="21333" y="2796"/>
                    </a:moveTo>
                    <a:cubicBezTo>
                      <a:pt x="21514" y="3011"/>
                      <a:pt x="21599" y="3272"/>
                      <a:pt x="21597" y="3578"/>
                    </a:cubicBezTo>
                    <a:cubicBezTo>
                      <a:pt x="21592" y="3881"/>
                      <a:pt x="21504" y="4136"/>
                      <a:pt x="21333" y="4342"/>
                    </a:cubicBezTo>
                    <a:lnTo>
                      <a:pt x="13005" y="14346"/>
                    </a:lnTo>
                    <a:lnTo>
                      <a:pt x="11854" y="15721"/>
                    </a:lnTo>
                    <a:cubicBezTo>
                      <a:pt x="11676" y="15938"/>
                      <a:pt x="11458" y="16044"/>
                      <a:pt x="11206" y="16044"/>
                    </a:cubicBezTo>
                    <a:cubicBezTo>
                      <a:pt x="10951" y="16044"/>
                      <a:pt x="10733" y="15938"/>
                      <a:pt x="10555" y="15721"/>
                    </a:cubicBezTo>
                    <a:lnTo>
                      <a:pt x="9383" y="14346"/>
                    </a:lnTo>
                    <a:lnTo>
                      <a:pt x="4779" y="8787"/>
                    </a:lnTo>
                    <a:cubicBezTo>
                      <a:pt x="4600" y="8573"/>
                      <a:pt x="4507" y="8314"/>
                      <a:pt x="4507" y="8006"/>
                    </a:cubicBezTo>
                    <a:cubicBezTo>
                      <a:pt x="4507" y="7703"/>
                      <a:pt x="4600" y="7441"/>
                      <a:pt x="4779" y="7227"/>
                    </a:cubicBezTo>
                    <a:lnTo>
                      <a:pt x="5927" y="5846"/>
                    </a:lnTo>
                    <a:cubicBezTo>
                      <a:pt x="6106" y="5635"/>
                      <a:pt x="6323" y="5526"/>
                      <a:pt x="6578" y="5526"/>
                    </a:cubicBezTo>
                    <a:cubicBezTo>
                      <a:pt x="6830" y="5526"/>
                      <a:pt x="7043" y="5634"/>
                      <a:pt x="7214" y="5846"/>
                    </a:cubicBezTo>
                    <a:lnTo>
                      <a:pt x="11198" y="10632"/>
                    </a:lnTo>
                    <a:lnTo>
                      <a:pt x="18861" y="1404"/>
                    </a:lnTo>
                    <a:cubicBezTo>
                      <a:pt x="19040" y="1186"/>
                      <a:pt x="19262" y="1084"/>
                      <a:pt x="19524" y="1087"/>
                    </a:cubicBezTo>
                    <a:cubicBezTo>
                      <a:pt x="19786" y="1092"/>
                      <a:pt x="20001" y="1198"/>
                      <a:pt x="20173" y="1404"/>
                    </a:cubicBezTo>
                    <a:lnTo>
                      <a:pt x="21333" y="2796"/>
                    </a:lnTo>
                    <a:close/>
                  </a:path>
                </a:pathLst>
              </a:custGeom>
              <a:solidFill>
                <a:schemeClr val="bg1"/>
              </a:solidFill>
              <a:ln>
                <a:noFill/>
              </a:ln>
              <a:effectLst/>
            </p:spPr>
            <p:txBody>
              <a:bodyPr lIns="50789" tIns="50789" rIns="50789" bIns="50789" anchor="ctr"/>
              <a:lstStyle/>
              <a:p>
                <a:pPr defTabSz="457200">
                  <a:defRPr/>
                </a:pPr>
                <a:endParaRPr lang="es-ES" sz="3600" dirty="0">
                  <a:solidFill>
                    <a:schemeClr val="tx1">
                      <a:lumMod val="75000"/>
                      <a:lumOff val="25000"/>
                    </a:schemeClr>
                  </a:solidFill>
                  <a:effectLst>
                    <a:outerShdw blurRad="38100" dist="38100" dir="2700000" algn="tl">
                      <a:srgbClr val="000000"/>
                    </a:outerShdw>
                  </a:effectLst>
                  <a:latin typeface="思源黑体" panose="020B0500000000000000" pitchFamily="34" charset="-122"/>
                  <a:ea typeface="思源黑体" panose="020B0500000000000000" pitchFamily="34" charset="-122"/>
                  <a:cs typeface="Gill Sans" panose="020B0502020104020203" charset="0"/>
                  <a:sym typeface="Gill Sans" panose="020B0502020104020203" charset="0"/>
                </a:endParaRPr>
              </a:p>
            </p:txBody>
          </p:sp>
        </p:grpSp>
        <p:sp>
          <p:nvSpPr>
            <p:cNvPr id="82" name="矩形 81"/>
            <p:cNvSpPr/>
            <p:nvPr/>
          </p:nvSpPr>
          <p:spPr>
            <a:xfrm>
              <a:off x="3405554" y="3759157"/>
              <a:ext cx="2233303" cy="918743"/>
            </a:xfrm>
            <a:prstGeom prst="rect">
              <a:avLst/>
            </a:prstGeom>
          </p:spPr>
          <p:txBody>
            <a:bodyPr wrap="square">
              <a:spAutoFit/>
              <a:scene3d>
                <a:camera prst="orthographicFront"/>
                <a:lightRig rig="threePt" dir="t"/>
              </a:scene3d>
              <a:sp3d contourW="12700"/>
            </a:bodyPr>
            <a:lstStyle/>
            <a:p>
              <a:pPr>
                <a:lnSpc>
                  <a:spcPct val="120000"/>
                </a:lnSpc>
                <a:defRPr/>
              </a:pPr>
              <a:r>
                <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mn-lt"/>
                </a:rPr>
                <a:t>用户可以在投影仪或者计算机上进行演示也可以将文稿打印出来</a:t>
              </a:r>
              <a:endPar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mn-lt"/>
              </a:endParaRPr>
            </a:p>
          </p:txBody>
        </p:sp>
        <p:sp>
          <p:nvSpPr>
            <p:cNvPr id="83" name="矩形 82"/>
            <p:cNvSpPr/>
            <p:nvPr/>
          </p:nvSpPr>
          <p:spPr>
            <a:xfrm>
              <a:off x="3482449" y="3162297"/>
              <a:ext cx="1648288" cy="535674"/>
            </a:xfrm>
            <a:prstGeom prst="rect">
              <a:avLst/>
            </a:prstGeom>
          </p:spPr>
          <p:txBody>
            <a:bodyPr wrap="square">
              <a:spAutoFit/>
              <a:scene3d>
                <a:camera prst="orthographicFront"/>
                <a:lightRig rig="threePt" dir="t"/>
              </a:scene3d>
              <a:sp3d contourW="12700"/>
            </a:bodyPr>
            <a:lstStyle/>
            <a:p>
              <a:pPr>
                <a:lnSpc>
                  <a:spcPct val="120000"/>
                </a:lnSpc>
                <a:defRPr/>
              </a:pPr>
              <a:r>
                <a:rPr lang="zh-CN" altLang="en-US" sz="2000" b="1"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mn-lt"/>
                </a:rPr>
                <a:t>添加标题</a:t>
              </a:r>
              <a:endParaRPr lang="zh-CN" altLang="en-US" sz="2000" b="1"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mn-lt"/>
              </a:endParaRPr>
            </a:p>
          </p:txBody>
        </p:sp>
      </p:grpSp>
      <p:grpSp>
        <p:nvGrpSpPr>
          <p:cNvPr id="11" name="组合 10"/>
          <p:cNvGrpSpPr/>
          <p:nvPr/>
        </p:nvGrpSpPr>
        <p:grpSpPr>
          <a:xfrm>
            <a:off x="5334510" y="2008598"/>
            <a:ext cx="1795096" cy="1992783"/>
            <a:chOff x="5311394" y="2237239"/>
            <a:chExt cx="2233301" cy="2479248"/>
          </a:xfrm>
        </p:grpSpPr>
        <p:grpSp>
          <p:nvGrpSpPr>
            <p:cNvPr id="77" name="Group 7"/>
            <p:cNvGrpSpPr/>
            <p:nvPr/>
          </p:nvGrpSpPr>
          <p:grpSpPr>
            <a:xfrm>
              <a:off x="5598244" y="2237239"/>
              <a:ext cx="829800" cy="829800"/>
              <a:chOff x="8298170" y="1966801"/>
              <a:chExt cx="573588" cy="573588"/>
            </a:xfrm>
            <a:effectLst>
              <a:outerShdw blurRad="254000" dist="63500" dir="2700000" algn="tl" rotWithShape="0">
                <a:prstClr val="black">
                  <a:alpha val="25000"/>
                </a:prstClr>
              </a:outerShdw>
            </a:effectLst>
          </p:grpSpPr>
          <p:sp>
            <p:nvSpPr>
              <p:cNvPr id="78" name="Rounded Rectangle 8"/>
              <p:cNvSpPr/>
              <p:nvPr/>
            </p:nvSpPr>
            <p:spPr>
              <a:xfrm>
                <a:off x="8298170" y="1966801"/>
                <a:ext cx="573588" cy="573588"/>
              </a:xfrm>
              <a:prstGeom prst="roundRect">
                <a:avLst>
                  <a:gd name="adj" fmla="val 50000"/>
                </a:avLst>
              </a:prstGeom>
              <a:solidFill>
                <a:srgbClr val="587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lumMod val="75000"/>
                      <a:lumOff val="25000"/>
                    </a:schemeClr>
                  </a:solidFill>
                  <a:latin typeface="思源黑体" panose="020B0500000000000000" pitchFamily="34" charset="-122"/>
                  <a:ea typeface="思源黑体" panose="020B0500000000000000" pitchFamily="34" charset="-122"/>
                </a:endParaRPr>
              </a:p>
            </p:txBody>
          </p:sp>
          <p:sp>
            <p:nvSpPr>
              <p:cNvPr id="79" name="Freeform 37"/>
              <p:cNvSpPr>
                <a:spLocks noChangeAspect="1" noChangeArrowheads="1"/>
              </p:cNvSpPr>
              <p:nvPr/>
            </p:nvSpPr>
            <p:spPr bwMode="auto">
              <a:xfrm>
                <a:off x="8420005" y="2116136"/>
                <a:ext cx="367625" cy="325109"/>
              </a:xfrm>
              <a:custGeom>
                <a:avLst/>
                <a:gdLst>
                  <a:gd name="connsiteX0" fmla="*/ 358785 w 512434"/>
                  <a:gd name="connsiteY0" fmla="*/ 409158 h 453171"/>
                  <a:gd name="connsiteX1" fmla="*/ 345300 w 512434"/>
                  <a:gd name="connsiteY1" fmla="*/ 425866 h 453171"/>
                  <a:gd name="connsiteX2" fmla="*/ 358785 w 512434"/>
                  <a:gd name="connsiteY2" fmla="*/ 439722 h 453171"/>
                  <a:gd name="connsiteX3" fmla="*/ 372270 w 512434"/>
                  <a:gd name="connsiteY3" fmla="*/ 425866 h 453171"/>
                  <a:gd name="connsiteX4" fmla="*/ 358785 w 512434"/>
                  <a:gd name="connsiteY4" fmla="*/ 409158 h 453171"/>
                  <a:gd name="connsiteX5" fmla="*/ 151153 w 512434"/>
                  <a:gd name="connsiteY5" fmla="*/ 300585 h 453171"/>
                  <a:gd name="connsiteX6" fmla="*/ 195731 w 512434"/>
                  <a:gd name="connsiteY6" fmla="*/ 300585 h 453171"/>
                  <a:gd name="connsiteX7" fmla="*/ 195731 w 512434"/>
                  <a:gd name="connsiteY7" fmla="*/ 345175 h 453171"/>
                  <a:gd name="connsiteX8" fmla="*/ 151153 w 512434"/>
                  <a:gd name="connsiteY8" fmla="*/ 345175 h 453171"/>
                  <a:gd name="connsiteX9" fmla="*/ 71978 w 512434"/>
                  <a:gd name="connsiteY9" fmla="*/ 300585 h 453171"/>
                  <a:gd name="connsiteX10" fmla="*/ 120152 w 512434"/>
                  <a:gd name="connsiteY10" fmla="*/ 300585 h 453171"/>
                  <a:gd name="connsiteX11" fmla="*/ 120152 w 512434"/>
                  <a:gd name="connsiteY11" fmla="*/ 345175 h 453171"/>
                  <a:gd name="connsiteX12" fmla="*/ 71978 w 512434"/>
                  <a:gd name="connsiteY12" fmla="*/ 345175 h 453171"/>
                  <a:gd name="connsiteX13" fmla="*/ 481786 w 512434"/>
                  <a:gd name="connsiteY13" fmla="*/ 286492 h 453171"/>
                  <a:gd name="connsiteX14" fmla="*/ 468300 w 512434"/>
                  <a:gd name="connsiteY14" fmla="*/ 299940 h 453171"/>
                  <a:gd name="connsiteX15" fmla="*/ 481786 w 512434"/>
                  <a:gd name="connsiteY15" fmla="*/ 313389 h 453171"/>
                  <a:gd name="connsiteX16" fmla="*/ 498948 w 512434"/>
                  <a:gd name="connsiteY16" fmla="*/ 299940 h 453171"/>
                  <a:gd name="connsiteX17" fmla="*/ 481786 w 512434"/>
                  <a:gd name="connsiteY17" fmla="*/ 286492 h 453171"/>
                  <a:gd name="connsiteX18" fmla="*/ 235785 w 512434"/>
                  <a:gd name="connsiteY18" fmla="*/ 286492 h 453171"/>
                  <a:gd name="connsiteX19" fmla="*/ 222300 w 512434"/>
                  <a:gd name="connsiteY19" fmla="*/ 299940 h 453171"/>
                  <a:gd name="connsiteX20" fmla="*/ 235785 w 512434"/>
                  <a:gd name="connsiteY20" fmla="*/ 313389 h 453171"/>
                  <a:gd name="connsiteX21" fmla="*/ 249270 w 512434"/>
                  <a:gd name="connsiteY21" fmla="*/ 299940 h 453171"/>
                  <a:gd name="connsiteX22" fmla="*/ 235785 w 512434"/>
                  <a:gd name="connsiteY22" fmla="*/ 286492 h 453171"/>
                  <a:gd name="connsiteX23" fmla="*/ 151153 w 512434"/>
                  <a:gd name="connsiteY23" fmla="*/ 228588 h 453171"/>
                  <a:gd name="connsiteX24" fmla="*/ 195731 w 512434"/>
                  <a:gd name="connsiteY24" fmla="*/ 228588 h 453171"/>
                  <a:gd name="connsiteX25" fmla="*/ 195731 w 512434"/>
                  <a:gd name="connsiteY25" fmla="*/ 273178 h 453171"/>
                  <a:gd name="connsiteX26" fmla="*/ 151153 w 512434"/>
                  <a:gd name="connsiteY26" fmla="*/ 273178 h 453171"/>
                  <a:gd name="connsiteX27" fmla="*/ 71978 w 512434"/>
                  <a:gd name="connsiteY27" fmla="*/ 228588 h 453171"/>
                  <a:gd name="connsiteX28" fmla="*/ 120152 w 512434"/>
                  <a:gd name="connsiteY28" fmla="*/ 228588 h 453171"/>
                  <a:gd name="connsiteX29" fmla="*/ 120152 w 512434"/>
                  <a:gd name="connsiteY29" fmla="*/ 273178 h 453171"/>
                  <a:gd name="connsiteX30" fmla="*/ 71978 w 512434"/>
                  <a:gd name="connsiteY30" fmla="*/ 273178 h 453171"/>
                  <a:gd name="connsiteX31" fmla="*/ 427028 w 512434"/>
                  <a:gd name="connsiteY31" fmla="*/ 221695 h 453171"/>
                  <a:gd name="connsiteX32" fmla="*/ 372270 w 512434"/>
                  <a:gd name="connsiteY32" fmla="*/ 275896 h 453171"/>
                  <a:gd name="connsiteX33" fmla="*/ 358785 w 512434"/>
                  <a:gd name="connsiteY33" fmla="*/ 272636 h 453171"/>
                  <a:gd name="connsiteX34" fmla="*/ 341622 w 512434"/>
                  <a:gd name="connsiteY34" fmla="*/ 279564 h 453171"/>
                  <a:gd name="connsiteX35" fmla="*/ 283596 w 512434"/>
                  <a:gd name="connsiteY35" fmla="*/ 238404 h 453171"/>
                  <a:gd name="connsiteX36" fmla="*/ 266433 w 512434"/>
                  <a:gd name="connsiteY36" fmla="*/ 238404 h 453171"/>
                  <a:gd name="connsiteX37" fmla="*/ 270111 w 512434"/>
                  <a:gd name="connsiteY37" fmla="*/ 255520 h 453171"/>
                  <a:gd name="connsiteX38" fmla="*/ 331406 w 512434"/>
                  <a:gd name="connsiteY38" fmla="*/ 303200 h 453171"/>
                  <a:gd name="connsiteX39" fmla="*/ 358785 w 512434"/>
                  <a:gd name="connsiteY39" fmla="*/ 327245 h 453171"/>
                  <a:gd name="connsiteX40" fmla="*/ 386164 w 512434"/>
                  <a:gd name="connsiteY40" fmla="*/ 299940 h 453171"/>
                  <a:gd name="connsiteX41" fmla="*/ 386164 w 512434"/>
                  <a:gd name="connsiteY41" fmla="*/ 296680 h 453171"/>
                  <a:gd name="connsiteX42" fmla="*/ 444191 w 512434"/>
                  <a:gd name="connsiteY42" fmla="*/ 238404 h 453171"/>
                  <a:gd name="connsiteX43" fmla="*/ 444191 w 512434"/>
                  <a:gd name="connsiteY43" fmla="*/ 221695 h 453171"/>
                  <a:gd name="connsiteX44" fmla="*/ 427028 w 512434"/>
                  <a:gd name="connsiteY44" fmla="*/ 221695 h 453171"/>
                  <a:gd name="connsiteX45" fmla="*/ 358785 w 512434"/>
                  <a:gd name="connsiteY45" fmla="*/ 163826 h 453171"/>
                  <a:gd name="connsiteX46" fmla="*/ 345300 w 512434"/>
                  <a:gd name="connsiteY46" fmla="*/ 177274 h 453171"/>
                  <a:gd name="connsiteX47" fmla="*/ 358785 w 512434"/>
                  <a:gd name="connsiteY47" fmla="*/ 190723 h 453171"/>
                  <a:gd name="connsiteX48" fmla="*/ 372270 w 512434"/>
                  <a:gd name="connsiteY48" fmla="*/ 177274 h 453171"/>
                  <a:gd name="connsiteX49" fmla="*/ 358785 w 512434"/>
                  <a:gd name="connsiteY49" fmla="*/ 163826 h 453171"/>
                  <a:gd name="connsiteX50" fmla="*/ 151153 w 512434"/>
                  <a:gd name="connsiteY50" fmla="*/ 156592 h 453171"/>
                  <a:gd name="connsiteX51" fmla="*/ 195731 w 512434"/>
                  <a:gd name="connsiteY51" fmla="*/ 156592 h 453171"/>
                  <a:gd name="connsiteX52" fmla="*/ 195731 w 512434"/>
                  <a:gd name="connsiteY52" fmla="*/ 201182 h 453171"/>
                  <a:gd name="connsiteX53" fmla="*/ 151153 w 512434"/>
                  <a:gd name="connsiteY53" fmla="*/ 201182 h 453171"/>
                  <a:gd name="connsiteX54" fmla="*/ 37595 w 512434"/>
                  <a:gd name="connsiteY54" fmla="*/ 102289 h 453171"/>
                  <a:gd name="connsiteX55" fmla="*/ 37595 w 512434"/>
                  <a:gd name="connsiteY55" fmla="*/ 374925 h 453171"/>
                  <a:gd name="connsiteX56" fmla="*/ 228838 w 512434"/>
                  <a:gd name="connsiteY56" fmla="*/ 374925 h 453171"/>
                  <a:gd name="connsiteX57" fmla="*/ 208406 w 512434"/>
                  <a:gd name="connsiteY57" fmla="*/ 299940 h 453171"/>
                  <a:gd name="connsiteX58" fmla="*/ 246001 w 512434"/>
                  <a:gd name="connsiteY58" fmla="*/ 201318 h 453171"/>
                  <a:gd name="connsiteX59" fmla="*/ 225569 w 512434"/>
                  <a:gd name="connsiteY59" fmla="*/ 201318 h 453171"/>
                  <a:gd name="connsiteX60" fmla="*/ 225569 w 512434"/>
                  <a:gd name="connsiteY60" fmla="*/ 156898 h 453171"/>
                  <a:gd name="connsiteX61" fmla="*/ 270111 w 512434"/>
                  <a:gd name="connsiteY61" fmla="*/ 156898 h 453171"/>
                  <a:gd name="connsiteX62" fmla="*/ 270111 w 512434"/>
                  <a:gd name="connsiteY62" fmla="*/ 177274 h 453171"/>
                  <a:gd name="connsiteX63" fmla="*/ 358785 w 512434"/>
                  <a:gd name="connsiteY63" fmla="*/ 149970 h 453171"/>
                  <a:gd name="connsiteX64" fmla="*/ 382895 w 512434"/>
                  <a:gd name="connsiteY64" fmla="*/ 149970 h 453171"/>
                  <a:gd name="connsiteX65" fmla="*/ 382895 w 512434"/>
                  <a:gd name="connsiteY65" fmla="*/ 102289 h 453171"/>
                  <a:gd name="connsiteX66" fmla="*/ 37595 w 512434"/>
                  <a:gd name="connsiteY66" fmla="*/ 102289 h 453171"/>
                  <a:gd name="connsiteX67" fmla="*/ 136894 w 512434"/>
                  <a:gd name="connsiteY67" fmla="*/ 30564 h 453171"/>
                  <a:gd name="connsiteX68" fmla="*/ 136894 w 512434"/>
                  <a:gd name="connsiteY68" fmla="*/ 68057 h 453171"/>
                  <a:gd name="connsiteX69" fmla="*/ 283596 w 512434"/>
                  <a:gd name="connsiteY69" fmla="*/ 68057 h 453171"/>
                  <a:gd name="connsiteX70" fmla="*/ 283596 w 512434"/>
                  <a:gd name="connsiteY70" fmla="*/ 30564 h 453171"/>
                  <a:gd name="connsiteX71" fmla="*/ 136894 w 512434"/>
                  <a:gd name="connsiteY71" fmla="*/ 30564 h 453171"/>
                  <a:gd name="connsiteX72" fmla="*/ 30648 w 512434"/>
                  <a:gd name="connsiteY72" fmla="*/ 0 h 453171"/>
                  <a:gd name="connsiteX73" fmla="*/ 389433 w 512434"/>
                  <a:gd name="connsiteY73" fmla="*/ 0 h 453171"/>
                  <a:gd name="connsiteX74" fmla="*/ 420490 w 512434"/>
                  <a:gd name="connsiteY74" fmla="*/ 30564 h 453171"/>
                  <a:gd name="connsiteX75" fmla="*/ 420490 w 512434"/>
                  <a:gd name="connsiteY75" fmla="*/ 163826 h 453171"/>
                  <a:gd name="connsiteX76" fmla="*/ 512434 w 512434"/>
                  <a:gd name="connsiteY76" fmla="*/ 299940 h 453171"/>
                  <a:gd name="connsiteX77" fmla="*/ 358785 w 512434"/>
                  <a:gd name="connsiteY77" fmla="*/ 453171 h 453171"/>
                  <a:gd name="connsiteX78" fmla="*/ 263164 w 512434"/>
                  <a:gd name="connsiteY78" fmla="*/ 419346 h 453171"/>
                  <a:gd name="connsiteX79" fmla="*/ 30648 w 512434"/>
                  <a:gd name="connsiteY79" fmla="*/ 419346 h 453171"/>
                  <a:gd name="connsiteX80" fmla="*/ 0 w 512434"/>
                  <a:gd name="connsiteY80" fmla="*/ 388374 h 453171"/>
                  <a:gd name="connsiteX81" fmla="*/ 0 w 512434"/>
                  <a:gd name="connsiteY81" fmla="*/ 30564 h 453171"/>
                  <a:gd name="connsiteX82" fmla="*/ 30648 w 512434"/>
                  <a:gd name="connsiteY82" fmla="*/ 0 h 453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512434" h="453171">
                    <a:moveTo>
                      <a:pt x="358785" y="409158"/>
                    </a:moveTo>
                    <a:cubicBezTo>
                      <a:pt x="351838" y="409158"/>
                      <a:pt x="345300" y="415678"/>
                      <a:pt x="345300" y="425866"/>
                    </a:cubicBezTo>
                    <a:cubicBezTo>
                      <a:pt x="345300" y="432794"/>
                      <a:pt x="351838" y="439722"/>
                      <a:pt x="358785" y="439722"/>
                    </a:cubicBezTo>
                    <a:cubicBezTo>
                      <a:pt x="365732" y="439722"/>
                      <a:pt x="372270" y="432794"/>
                      <a:pt x="372270" y="425866"/>
                    </a:cubicBezTo>
                    <a:cubicBezTo>
                      <a:pt x="372270" y="415678"/>
                      <a:pt x="365732" y="409158"/>
                      <a:pt x="358785" y="409158"/>
                    </a:cubicBezTo>
                    <a:close/>
                    <a:moveTo>
                      <a:pt x="151153" y="300585"/>
                    </a:moveTo>
                    <a:lnTo>
                      <a:pt x="195731" y="300585"/>
                    </a:lnTo>
                    <a:lnTo>
                      <a:pt x="195731" y="345175"/>
                    </a:lnTo>
                    <a:lnTo>
                      <a:pt x="151153" y="345175"/>
                    </a:lnTo>
                    <a:close/>
                    <a:moveTo>
                      <a:pt x="71978" y="300585"/>
                    </a:moveTo>
                    <a:lnTo>
                      <a:pt x="120152" y="300585"/>
                    </a:lnTo>
                    <a:lnTo>
                      <a:pt x="120152" y="345175"/>
                    </a:lnTo>
                    <a:lnTo>
                      <a:pt x="71978" y="345175"/>
                    </a:lnTo>
                    <a:close/>
                    <a:moveTo>
                      <a:pt x="481786" y="286492"/>
                    </a:moveTo>
                    <a:cubicBezTo>
                      <a:pt x="474839" y="286492"/>
                      <a:pt x="468300" y="293012"/>
                      <a:pt x="468300" y="299940"/>
                    </a:cubicBezTo>
                    <a:cubicBezTo>
                      <a:pt x="468300" y="310128"/>
                      <a:pt x="474839" y="313389"/>
                      <a:pt x="481786" y="313389"/>
                    </a:cubicBezTo>
                    <a:cubicBezTo>
                      <a:pt x="492002" y="313389"/>
                      <a:pt x="498948" y="310128"/>
                      <a:pt x="498948" y="299940"/>
                    </a:cubicBezTo>
                    <a:cubicBezTo>
                      <a:pt x="498948" y="293012"/>
                      <a:pt x="492002" y="286492"/>
                      <a:pt x="481786" y="286492"/>
                    </a:cubicBezTo>
                    <a:close/>
                    <a:moveTo>
                      <a:pt x="235785" y="286492"/>
                    </a:moveTo>
                    <a:cubicBezTo>
                      <a:pt x="228838" y="286492"/>
                      <a:pt x="222300" y="293012"/>
                      <a:pt x="222300" y="299940"/>
                    </a:cubicBezTo>
                    <a:cubicBezTo>
                      <a:pt x="222300" y="310128"/>
                      <a:pt x="228838" y="313389"/>
                      <a:pt x="235785" y="313389"/>
                    </a:cubicBezTo>
                    <a:cubicBezTo>
                      <a:pt x="242732" y="313389"/>
                      <a:pt x="249270" y="310128"/>
                      <a:pt x="249270" y="299940"/>
                    </a:cubicBezTo>
                    <a:cubicBezTo>
                      <a:pt x="249270" y="293012"/>
                      <a:pt x="242732" y="286492"/>
                      <a:pt x="235785" y="286492"/>
                    </a:cubicBezTo>
                    <a:close/>
                    <a:moveTo>
                      <a:pt x="151153" y="228588"/>
                    </a:moveTo>
                    <a:lnTo>
                      <a:pt x="195731" y="228588"/>
                    </a:lnTo>
                    <a:lnTo>
                      <a:pt x="195731" y="273178"/>
                    </a:lnTo>
                    <a:lnTo>
                      <a:pt x="151153" y="273178"/>
                    </a:lnTo>
                    <a:close/>
                    <a:moveTo>
                      <a:pt x="71978" y="228588"/>
                    </a:moveTo>
                    <a:lnTo>
                      <a:pt x="120152" y="228588"/>
                    </a:lnTo>
                    <a:lnTo>
                      <a:pt x="120152" y="273178"/>
                    </a:lnTo>
                    <a:lnTo>
                      <a:pt x="71978" y="273178"/>
                    </a:lnTo>
                    <a:close/>
                    <a:moveTo>
                      <a:pt x="427028" y="221695"/>
                    </a:moveTo>
                    <a:cubicBezTo>
                      <a:pt x="427028" y="221695"/>
                      <a:pt x="427028" y="221695"/>
                      <a:pt x="372270" y="275896"/>
                    </a:cubicBezTo>
                    <a:cubicBezTo>
                      <a:pt x="369001" y="275896"/>
                      <a:pt x="365732" y="272636"/>
                      <a:pt x="358785" y="272636"/>
                    </a:cubicBezTo>
                    <a:cubicBezTo>
                      <a:pt x="351838" y="272636"/>
                      <a:pt x="345300" y="275896"/>
                      <a:pt x="341622" y="279564"/>
                    </a:cubicBezTo>
                    <a:cubicBezTo>
                      <a:pt x="341622" y="279564"/>
                      <a:pt x="341622" y="279564"/>
                      <a:pt x="283596" y="238404"/>
                    </a:cubicBezTo>
                    <a:cubicBezTo>
                      <a:pt x="280327" y="231883"/>
                      <a:pt x="270111" y="235143"/>
                      <a:pt x="266433" y="238404"/>
                    </a:cubicBezTo>
                    <a:cubicBezTo>
                      <a:pt x="263164" y="242071"/>
                      <a:pt x="266433" y="252260"/>
                      <a:pt x="270111" y="255520"/>
                    </a:cubicBezTo>
                    <a:cubicBezTo>
                      <a:pt x="270111" y="255520"/>
                      <a:pt x="270111" y="255520"/>
                      <a:pt x="331406" y="303200"/>
                    </a:cubicBezTo>
                    <a:cubicBezTo>
                      <a:pt x="331406" y="317056"/>
                      <a:pt x="345300" y="327245"/>
                      <a:pt x="358785" y="327245"/>
                    </a:cubicBezTo>
                    <a:cubicBezTo>
                      <a:pt x="375948" y="327245"/>
                      <a:pt x="386164" y="317056"/>
                      <a:pt x="386164" y="299940"/>
                    </a:cubicBezTo>
                    <a:lnTo>
                      <a:pt x="386164" y="296680"/>
                    </a:lnTo>
                    <a:cubicBezTo>
                      <a:pt x="386164" y="296680"/>
                      <a:pt x="386164" y="296680"/>
                      <a:pt x="444191" y="238404"/>
                    </a:cubicBezTo>
                    <a:cubicBezTo>
                      <a:pt x="447869" y="231883"/>
                      <a:pt x="451138" y="224955"/>
                      <a:pt x="444191" y="221695"/>
                    </a:cubicBezTo>
                    <a:cubicBezTo>
                      <a:pt x="440922" y="218027"/>
                      <a:pt x="433975" y="218027"/>
                      <a:pt x="427028" y="221695"/>
                    </a:cubicBezTo>
                    <a:close/>
                    <a:moveTo>
                      <a:pt x="358785" y="163826"/>
                    </a:moveTo>
                    <a:cubicBezTo>
                      <a:pt x="351838" y="163826"/>
                      <a:pt x="345300" y="170346"/>
                      <a:pt x="345300" y="177274"/>
                    </a:cubicBezTo>
                    <a:cubicBezTo>
                      <a:pt x="345300" y="184202"/>
                      <a:pt x="351838" y="190723"/>
                      <a:pt x="358785" y="190723"/>
                    </a:cubicBezTo>
                    <a:cubicBezTo>
                      <a:pt x="365732" y="190723"/>
                      <a:pt x="372270" y="184202"/>
                      <a:pt x="372270" y="177274"/>
                    </a:cubicBezTo>
                    <a:cubicBezTo>
                      <a:pt x="372270" y="170346"/>
                      <a:pt x="365732" y="163826"/>
                      <a:pt x="358785" y="163826"/>
                    </a:cubicBezTo>
                    <a:close/>
                    <a:moveTo>
                      <a:pt x="151153" y="156592"/>
                    </a:moveTo>
                    <a:lnTo>
                      <a:pt x="195731" y="156592"/>
                    </a:lnTo>
                    <a:lnTo>
                      <a:pt x="195731" y="201182"/>
                    </a:lnTo>
                    <a:lnTo>
                      <a:pt x="151153" y="201182"/>
                    </a:lnTo>
                    <a:close/>
                    <a:moveTo>
                      <a:pt x="37595" y="102289"/>
                    </a:moveTo>
                    <a:lnTo>
                      <a:pt x="37595" y="374925"/>
                    </a:lnTo>
                    <a:cubicBezTo>
                      <a:pt x="37595" y="374925"/>
                      <a:pt x="37595" y="374925"/>
                      <a:pt x="228838" y="374925"/>
                    </a:cubicBezTo>
                    <a:cubicBezTo>
                      <a:pt x="215353" y="354549"/>
                      <a:pt x="208406" y="327245"/>
                      <a:pt x="208406" y="299940"/>
                    </a:cubicBezTo>
                    <a:cubicBezTo>
                      <a:pt x="208406" y="262448"/>
                      <a:pt x="222300" y="228215"/>
                      <a:pt x="246001" y="201318"/>
                    </a:cubicBezTo>
                    <a:cubicBezTo>
                      <a:pt x="246001" y="201318"/>
                      <a:pt x="246001" y="201318"/>
                      <a:pt x="225569" y="201318"/>
                    </a:cubicBezTo>
                    <a:cubicBezTo>
                      <a:pt x="225569" y="201318"/>
                      <a:pt x="225569" y="201318"/>
                      <a:pt x="225569" y="156898"/>
                    </a:cubicBezTo>
                    <a:cubicBezTo>
                      <a:pt x="225569" y="156898"/>
                      <a:pt x="225569" y="156898"/>
                      <a:pt x="270111" y="156898"/>
                    </a:cubicBezTo>
                    <a:cubicBezTo>
                      <a:pt x="270111" y="156898"/>
                      <a:pt x="270111" y="156898"/>
                      <a:pt x="270111" y="177274"/>
                    </a:cubicBezTo>
                    <a:cubicBezTo>
                      <a:pt x="293812" y="160158"/>
                      <a:pt x="324868" y="149970"/>
                      <a:pt x="358785" y="149970"/>
                    </a:cubicBezTo>
                    <a:cubicBezTo>
                      <a:pt x="365732" y="149970"/>
                      <a:pt x="375948" y="149970"/>
                      <a:pt x="382895" y="149970"/>
                    </a:cubicBezTo>
                    <a:cubicBezTo>
                      <a:pt x="382895" y="149970"/>
                      <a:pt x="382895" y="149970"/>
                      <a:pt x="382895" y="102289"/>
                    </a:cubicBezTo>
                    <a:cubicBezTo>
                      <a:pt x="382895" y="102289"/>
                      <a:pt x="382895" y="102289"/>
                      <a:pt x="37595" y="102289"/>
                    </a:cubicBezTo>
                    <a:close/>
                    <a:moveTo>
                      <a:pt x="136894" y="30564"/>
                    </a:moveTo>
                    <a:lnTo>
                      <a:pt x="136894" y="68057"/>
                    </a:lnTo>
                    <a:cubicBezTo>
                      <a:pt x="136894" y="68057"/>
                      <a:pt x="136894" y="68057"/>
                      <a:pt x="283596" y="68057"/>
                    </a:cubicBezTo>
                    <a:cubicBezTo>
                      <a:pt x="283596" y="68057"/>
                      <a:pt x="283596" y="68057"/>
                      <a:pt x="283596" y="30564"/>
                    </a:cubicBezTo>
                    <a:cubicBezTo>
                      <a:pt x="283596" y="30564"/>
                      <a:pt x="283596" y="30564"/>
                      <a:pt x="136894" y="30564"/>
                    </a:cubicBezTo>
                    <a:close/>
                    <a:moveTo>
                      <a:pt x="30648" y="0"/>
                    </a:moveTo>
                    <a:cubicBezTo>
                      <a:pt x="30648" y="0"/>
                      <a:pt x="30648" y="0"/>
                      <a:pt x="389433" y="0"/>
                    </a:cubicBezTo>
                    <a:cubicBezTo>
                      <a:pt x="406596" y="0"/>
                      <a:pt x="420490" y="13856"/>
                      <a:pt x="420490" y="30564"/>
                    </a:cubicBezTo>
                    <a:cubicBezTo>
                      <a:pt x="420490" y="30564"/>
                      <a:pt x="420490" y="30564"/>
                      <a:pt x="420490" y="163826"/>
                    </a:cubicBezTo>
                    <a:cubicBezTo>
                      <a:pt x="474839" y="187463"/>
                      <a:pt x="512434" y="238404"/>
                      <a:pt x="512434" y="299940"/>
                    </a:cubicBezTo>
                    <a:cubicBezTo>
                      <a:pt x="512434" y="385113"/>
                      <a:pt x="444191" y="453171"/>
                      <a:pt x="358785" y="453171"/>
                    </a:cubicBezTo>
                    <a:cubicBezTo>
                      <a:pt x="324868" y="453171"/>
                      <a:pt x="290543" y="439722"/>
                      <a:pt x="263164" y="419346"/>
                    </a:cubicBezTo>
                    <a:cubicBezTo>
                      <a:pt x="263164" y="419346"/>
                      <a:pt x="263164" y="419346"/>
                      <a:pt x="30648" y="419346"/>
                    </a:cubicBezTo>
                    <a:cubicBezTo>
                      <a:pt x="13894" y="419346"/>
                      <a:pt x="0" y="405490"/>
                      <a:pt x="0" y="388374"/>
                    </a:cubicBezTo>
                    <a:cubicBezTo>
                      <a:pt x="0" y="388374"/>
                      <a:pt x="0" y="388374"/>
                      <a:pt x="0" y="30564"/>
                    </a:cubicBezTo>
                    <a:cubicBezTo>
                      <a:pt x="0" y="13856"/>
                      <a:pt x="13894" y="0"/>
                      <a:pt x="30648" y="0"/>
                    </a:cubicBezTo>
                    <a:close/>
                  </a:path>
                </a:pathLst>
              </a:custGeom>
              <a:solidFill>
                <a:schemeClr val="bg1"/>
              </a:solidFill>
              <a:ln>
                <a:noFill/>
              </a:ln>
              <a:effectLst/>
            </p:spPr>
            <p:txBody>
              <a:bodyPr wrap="square" anchor="ctr">
                <a:noAutofit/>
              </a:bodyPr>
              <a:lstStyle/>
              <a:p>
                <a:pPr>
                  <a:defRPr/>
                </a:pPr>
                <a:endParaRPr lang="en-US" sz="2400" dirty="0">
                  <a:solidFill>
                    <a:schemeClr val="tx1">
                      <a:lumMod val="75000"/>
                      <a:lumOff val="25000"/>
                    </a:schemeClr>
                  </a:solidFill>
                  <a:latin typeface="思源黑体" panose="020B0500000000000000" pitchFamily="34" charset="-122"/>
                  <a:ea typeface="思源黑体" panose="020B0500000000000000" pitchFamily="34" charset="-122"/>
                </a:endParaRPr>
              </a:p>
            </p:txBody>
          </p:sp>
        </p:grpSp>
        <p:sp>
          <p:nvSpPr>
            <p:cNvPr id="84" name="矩形 83"/>
            <p:cNvSpPr/>
            <p:nvPr/>
          </p:nvSpPr>
          <p:spPr>
            <a:xfrm>
              <a:off x="5311394" y="3797744"/>
              <a:ext cx="2233301" cy="918743"/>
            </a:xfrm>
            <a:prstGeom prst="rect">
              <a:avLst/>
            </a:prstGeom>
          </p:spPr>
          <p:txBody>
            <a:bodyPr wrap="square">
              <a:spAutoFit/>
              <a:scene3d>
                <a:camera prst="orthographicFront"/>
                <a:lightRig rig="threePt" dir="t"/>
              </a:scene3d>
              <a:sp3d contourW="12700"/>
            </a:bodyPr>
            <a:lstStyle/>
            <a:p>
              <a:pPr>
                <a:lnSpc>
                  <a:spcPct val="120000"/>
                </a:lnSpc>
                <a:defRPr/>
              </a:pPr>
              <a:r>
                <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mn-lt"/>
                </a:rPr>
                <a:t>用户可以在投影仪或者计算机上进行演示也可以将文稿打印出来</a:t>
              </a:r>
              <a:endPar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mn-lt"/>
              </a:endParaRPr>
            </a:p>
          </p:txBody>
        </p:sp>
        <p:sp>
          <p:nvSpPr>
            <p:cNvPr id="86" name="矩形 85"/>
            <p:cNvSpPr/>
            <p:nvPr/>
          </p:nvSpPr>
          <p:spPr>
            <a:xfrm>
              <a:off x="5363876" y="3207138"/>
              <a:ext cx="1814857" cy="535674"/>
            </a:xfrm>
            <a:prstGeom prst="rect">
              <a:avLst/>
            </a:prstGeom>
          </p:spPr>
          <p:txBody>
            <a:bodyPr wrap="square">
              <a:spAutoFit/>
              <a:scene3d>
                <a:camera prst="orthographicFront"/>
                <a:lightRig rig="threePt" dir="t"/>
              </a:scene3d>
              <a:sp3d contourW="12700"/>
            </a:bodyPr>
            <a:lstStyle/>
            <a:p>
              <a:pPr>
                <a:lnSpc>
                  <a:spcPct val="120000"/>
                </a:lnSpc>
                <a:defRPr/>
              </a:pPr>
              <a:r>
                <a:rPr lang="zh-CN" altLang="en-US" sz="2000" b="1"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mn-lt"/>
                </a:rPr>
                <a:t>添加标题</a:t>
              </a:r>
              <a:endParaRPr lang="zh-CN" altLang="en-US" sz="2000" b="1"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mn-lt"/>
              </a:endParaRPr>
            </a:p>
          </p:txBody>
        </p:sp>
      </p:grpSp>
      <p:pic>
        <p:nvPicPr>
          <p:cNvPr id="23" name="图片 22"/>
          <p:cNvPicPr>
            <a:picLocks noChangeAspect="1"/>
          </p:cNvPicPr>
          <p:nvPr/>
        </p:nvPicPr>
        <p:blipFill rotWithShape="1">
          <a:blip r:embed="rId3" cstate="print">
            <a:extLst>
              <a:ext uri="{28A0092B-C50C-407E-A947-70E740481C1C}">
                <a14:useLocalDpi xmlns:a14="http://schemas.microsoft.com/office/drawing/2010/main" val="0"/>
              </a:ext>
            </a:extLst>
          </a:blip>
          <a:srcRect r="24183"/>
          <a:stretch>
            <a:fillRect/>
          </a:stretch>
        </p:blipFill>
        <p:spPr>
          <a:xfrm>
            <a:off x="7831537" y="1339664"/>
            <a:ext cx="4887565" cy="429768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ppt_x"/>
                                          </p:val>
                                        </p:tav>
                                        <p:tav tm="100000">
                                          <p:val>
                                            <p:strVal val="#ppt_x"/>
                                          </p:val>
                                        </p:tav>
                                      </p:tavLst>
                                    </p:anim>
                                    <p:anim calcmode="lin" valueType="num">
                                      <p:cBhvr additive="base">
                                        <p:cTn id="12" dur="500" fill="hold"/>
                                        <p:tgtEl>
                                          <p:spTgt spid="11"/>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4" fill="hold" nodeType="afterEffect">
                                  <p:stCondLst>
                                    <p:cond delay="0"/>
                                  </p:stCondLst>
                                  <p:childTnLst>
                                    <p:set>
                                      <p:cBhvr>
                                        <p:cTn id="15" dur="1" fill="hold">
                                          <p:stCondLst>
                                            <p:cond delay="0"/>
                                          </p:stCondLst>
                                        </p:cTn>
                                        <p:tgtEl>
                                          <p:spTgt spid="12"/>
                                        </p:tgtEl>
                                        <p:attrNameLst>
                                          <p:attrName>style.visibility</p:attrName>
                                        </p:attrNameLst>
                                      </p:cBhvr>
                                      <p:to>
                                        <p:strVal val="visible"/>
                                      </p:to>
                                    </p:set>
                                    <p:anim calcmode="lin" valueType="num">
                                      <p:cBhvr additive="base">
                                        <p:cTn id="16" dur="500" fill="hold"/>
                                        <p:tgtEl>
                                          <p:spTgt spid="12"/>
                                        </p:tgtEl>
                                        <p:attrNameLst>
                                          <p:attrName>ppt_x</p:attrName>
                                        </p:attrNameLst>
                                      </p:cBhvr>
                                      <p:tavLst>
                                        <p:tav tm="0">
                                          <p:val>
                                            <p:strVal val="#ppt_x"/>
                                          </p:val>
                                        </p:tav>
                                        <p:tav tm="100000">
                                          <p:val>
                                            <p:strVal val="#ppt_x"/>
                                          </p:val>
                                        </p:tav>
                                      </p:tavLst>
                                    </p:anim>
                                    <p:anim calcmode="lin" valueType="num">
                                      <p:cBhvr additive="base">
                                        <p:cTn id="17" dur="500" fill="hold"/>
                                        <p:tgtEl>
                                          <p:spTgt spid="12"/>
                                        </p:tgtEl>
                                        <p:attrNameLst>
                                          <p:attrName>ppt_y</p:attrName>
                                        </p:attrNameLst>
                                      </p:cBhvr>
                                      <p:tavLst>
                                        <p:tav tm="0">
                                          <p:val>
                                            <p:strVal val="1+#ppt_h/2"/>
                                          </p:val>
                                        </p:tav>
                                        <p:tav tm="100000">
                                          <p:val>
                                            <p:strVal val="#ppt_y"/>
                                          </p:val>
                                        </p:tav>
                                      </p:tavLst>
                                    </p:anim>
                                  </p:childTnLst>
                                </p:cTn>
                              </p:par>
                            </p:childTnLst>
                          </p:cTn>
                        </p:par>
                        <p:par>
                          <p:cTn id="18" fill="hold">
                            <p:stCondLst>
                              <p:cond delay="1500"/>
                            </p:stCondLst>
                            <p:childTnLst>
                              <p:par>
                                <p:cTn id="19" presetID="2" presetClass="entr" presetSubtype="4" fill="hold" nodeType="afterEffect">
                                  <p:stCondLst>
                                    <p:cond delay="0"/>
                                  </p:stCondLst>
                                  <p:childTnLst>
                                    <p:set>
                                      <p:cBhvr>
                                        <p:cTn id="20" dur="1" fill="hold">
                                          <p:stCondLst>
                                            <p:cond delay="0"/>
                                          </p:stCondLst>
                                        </p:cTn>
                                        <p:tgtEl>
                                          <p:spTgt spid="13"/>
                                        </p:tgtEl>
                                        <p:attrNameLst>
                                          <p:attrName>style.visibility</p:attrName>
                                        </p:attrNameLst>
                                      </p:cBhvr>
                                      <p:to>
                                        <p:strVal val="visible"/>
                                      </p:to>
                                    </p:set>
                                    <p:anim calcmode="lin" valueType="num">
                                      <p:cBhvr additive="base">
                                        <p:cTn id="21" dur="500" fill="hold"/>
                                        <p:tgtEl>
                                          <p:spTgt spid="13"/>
                                        </p:tgtEl>
                                        <p:attrNameLst>
                                          <p:attrName>ppt_x</p:attrName>
                                        </p:attrNameLst>
                                      </p:cBhvr>
                                      <p:tavLst>
                                        <p:tav tm="0">
                                          <p:val>
                                            <p:strVal val="#ppt_x"/>
                                          </p:val>
                                        </p:tav>
                                        <p:tav tm="100000">
                                          <p:val>
                                            <p:strVal val="#ppt_x"/>
                                          </p:val>
                                        </p:tav>
                                      </p:tavLst>
                                    </p:anim>
                                    <p:anim calcmode="lin" valueType="num">
                                      <p:cBhvr additive="base">
                                        <p:cTn id="22"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500"/>
                                        <p:tgtEl>
                                          <p:spTgt spid="1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wipe(down)">
                                      <p:cBhvr>
                                        <p:cTn id="32"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 y="-2"/>
            <a:ext cx="12191999" cy="6858000"/>
            <a:chOff x="1" y="-2"/>
            <a:chExt cx="12191999" cy="6858000"/>
          </a:xfrm>
        </p:grpSpPr>
        <p:pic>
          <p:nvPicPr>
            <p:cNvPr id="85" name="图片 84"/>
            <p:cNvPicPr>
              <a:picLocks noChangeAspect="1"/>
            </p:cNvPicPr>
            <p:nvPr/>
          </p:nvPicPr>
          <p:blipFill>
            <a:blip r:embed="rId1">
              <a:extLst>
                <a:ext uri="{BEBA8EAE-BF5A-486C-A8C5-ECC9F3942E4B}">
                  <a14:imgProps xmlns:a14="http://schemas.microsoft.com/office/drawing/2010/main">
                    <a14:imgLayer r:embed="rId2">
                      <a14:imgEffect>
                        <a14:brightnessContrast contrast="40000"/>
                      </a14:imgEffect>
                      <a14:imgEffect>
                        <a14:saturation sat="400000"/>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1" y="-2"/>
              <a:ext cx="12191999" cy="6858000"/>
            </a:xfrm>
            <a:prstGeom prst="rect">
              <a:avLst/>
            </a:prstGeom>
          </p:spPr>
        </p:pic>
        <p:sp>
          <p:nvSpPr>
            <p:cNvPr id="2" name="矩形 1"/>
            <p:cNvSpPr/>
            <p:nvPr/>
          </p:nvSpPr>
          <p:spPr>
            <a:xfrm>
              <a:off x="250371" y="267786"/>
              <a:ext cx="11691258" cy="632242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lumMod val="75000"/>
                    <a:lumOff val="25000"/>
                  </a:schemeClr>
                </a:solidFill>
                <a:latin typeface="思源黑体" panose="020B0500000000000000" pitchFamily="34" charset="-122"/>
                <a:ea typeface="思源黑体" panose="020B0500000000000000" pitchFamily="34" charset="-122"/>
              </a:endParaRPr>
            </a:p>
          </p:txBody>
        </p:sp>
      </p:grpSp>
      <p:grpSp>
        <p:nvGrpSpPr>
          <p:cNvPr id="6" name="组合 5"/>
          <p:cNvGrpSpPr/>
          <p:nvPr/>
        </p:nvGrpSpPr>
        <p:grpSpPr>
          <a:xfrm>
            <a:off x="942702" y="876582"/>
            <a:ext cx="2483440" cy="677108"/>
            <a:chOff x="250371" y="432445"/>
            <a:chExt cx="2483440" cy="677108"/>
          </a:xfrm>
        </p:grpSpPr>
        <p:sp>
          <p:nvSpPr>
            <p:cNvPr id="58" name="1"/>
            <p:cNvSpPr/>
            <p:nvPr/>
          </p:nvSpPr>
          <p:spPr>
            <a:xfrm flipV="1">
              <a:off x="250371" y="503428"/>
              <a:ext cx="144000" cy="527747"/>
            </a:xfrm>
            <a:prstGeom prst="rect">
              <a:avLst/>
            </a:prstGeom>
            <a:solidFill>
              <a:srgbClr val="587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panose="020B0500000000000000" pitchFamily="34" charset="-122"/>
                <a:ea typeface="思源黑体" panose="020B0500000000000000" pitchFamily="34" charset="-122"/>
              </a:endParaRPr>
            </a:p>
          </p:txBody>
        </p:sp>
        <p:sp>
          <p:nvSpPr>
            <p:cNvPr id="63" name="文本框 62"/>
            <p:cNvSpPr txBox="1"/>
            <p:nvPr/>
          </p:nvSpPr>
          <p:spPr>
            <a:xfrm>
              <a:off x="468735" y="432445"/>
              <a:ext cx="2265076" cy="523220"/>
            </a:xfrm>
            <a:prstGeom prst="rect">
              <a:avLst/>
            </a:prstGeom>
            <a:noFill/>
          </p:spPr>
          <p:txBody>
            <a:bodyPr wrap="square" rtlCol="0">
              <a:spAutoFit/>
            </a:bodyPr>
            <a:lstStyle/>
            <a:p>
              <a:r>
                <a:rPr lang="en-US" altLang="zh-CN" sz="2800" b="1" dirty="0">
                  <a:solidFill>
                    <a:srgbClr val="2E5596"/>
                  </a:solidFill>
                  <a:latin typeface="思源黑体" panose="020B0500000000000000" pitchFamily="34" charset="-122"/>
                  <a:ea typeface="思源黑体" panose="020B0500000000000000" pitchFamily="34" charset="-122"/>
                </a:rPr>
                <a:t>02/</a:t>
              </a:r>
              <a:r>
                <a:rPr lang="zh-CN" altLang="en-US" sz="2800" b="1" dirty="0">
                  <a:solidFill>
                    <a:srgbClr val="2E5596"/>
                  </a:solidFill>
                  <a:latin typeface="思源黑体" panose="020B0500000000000000" pitchFamily="34" charset="-122"/>
                  <a:ea typeface="思源黑体" panose="020B0500000000000000" pitchFamily="34" charset="-122"/>
                </a:rPr>
                <a:t>完成情况</a:t>
              </a:r>
              <a:endParaRPr lang="zh-CN" altLang="en-US" sz="2800" b="1" dirty="0">
                <a:solidFill>
                  <a:srgbClr val="2E5596"/>
                </a:solidFill>
                <a:latin typeface="思源黑体" panose="020B0500000000000000" pitchFamily="34" charset="-122"/>
                <a:ea typeface="思源黑体" panose="020B0500000000000000" pitchFamily="34" charset="-122"/>
              </a:endParaRPr>
            </a:p>
          </p:txBody>
        </p:sp>
        <p:sp>
          <p:nvSpPr>
            <p:cNvPr id="64" name="文本框 63"/>
            <p:cNvSpPr txBox="1"/>
            <p:nvPr/>
          </p:nvSpPr>
          <p:spPr>
            <a:xfrm>
              <a:off x="468735" y="801776"/>
              <a:ext cx="2265076" cy="307777"/>
            </a:xfrm>
            <a:prstGeom prst="rect">
              <a:avLst/>
            </a:prstGeom>
            <a:noFill/>
          </p:spPr>
          <p:txBody>
            <a:bodyPr wrap="square" rtlCol="0">
              <a:spAutoFit/>
            </a:bodyPr>
            <a:lstStyle/>
            <a:p>
              <a:r>
                <a:rPr lang="en-US" altLang="zh-CN" sz="1400" dirty="0">
                  <a:solidFill>
                    <a:schemeClr val="tx1">
                      <a:lumMod val="65000"/>
                      <a:lumOff val="35000"/>
                    </a:schemeClr>
                  </a:solidFill>
                  <a:latin typeface="思源黑体" panose="020B0500000000000000" pitchFamily="34" charset="-122"/>
                  <a:ea typeface="思源黑体" panose="020B0500000000000000" pitchFamily="34" charset="-122"/>
                </a:rPr>
                <a:t>Mid year work summary</a:t>
              </a:r>
              <a:endParaRPr lang="en-US" altLang="zh-CN" sz="1400" dirty="0">
                <a:solidFill>
                  <a:schemeClr val="tx1">
                    <a:lumMod val="65000"/>
                    <a:lumOff val="35000"/>
                  </a:schemeClr>
                </a:solidFill>
                <a:latin typeface="思源黑体" panose="020B0500000000000000" pitchFamily="34" charset="-122"/>
                <a:ea typeface="思源黑体" panose="020B0500000000000000" pitchFamily="34" charset="-122"/>
              </a:endParaRPr>
            </a:p>
          </p:txBody>
        </p:sp>
      </p:grpSp>
      <p:grpSp>
        <p:nvGrpSpPr>
          <p:cNvPr id="9" name="Group 3"/>
          <p:cNvGrpSpPr/>
          <p:nvPr/>
        </p:nvGrpSpPr>
        <p:grpSpPr>
          <a:xfrm>
            <a:off x="1688596" y="4117922"/>
            <a:ext cx="1478449" cy="1478448"/>
            <a:chOff x="1140357" y="1660936"/>
            <a:chExt cx="1224001" cy="1224000"/>
          </a:xfrm>
          <a:effectLst>
            <a:outerShdw dist="38100" dir="5400000" algn="ctr" rotWithShape="0">
              <a:srgbClr val="000000">
                <a:alpha val="10000"/>
              </a:srgbClr>
            </a:outerShdw>
          </a:effectLst>
        </p:grpSpPr>
        <p:sp>
          <p:nvSpPr>
            <p:cNvPr id="10" name="타원 69"/>
            <p:cNvSpPr/>
            <p:nvPr/>
          </p:nvSpPr>
          <p:spPr>
            <a:xfrm>
              <a:off x="1140357" y="1660936"/>
              <a:ext cx="1224000" cy="1224000"/>
            </a:xfrm>
            <a:prstGeom prst="ellipse">
              <a:avLst/>
            </a:prstGeom>
            <a:solidFill>
              <a:schemeClr val="bg1">
                <a:lumMod val="95000"/>
              </a:schemeClr>
            </a:solidFill>
            <a:ln w="1016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100" b="1" dirty="0">
                <a:solidFill>
                  <a:schemeClr val="bg1"/>
                </a:solidFill>
                <a:latin typeface="思源黑体" panose="020B0500000000000000" pitchFamily="34" charset="-122"/>
                <a:ea typeface="思源黑体" panose="020B0500000000000000" pitchFamily="34" charset="-122"/>
                <a:cs typeface="Roboto Condensed Light" charset="0"/>
                <a:sym typeface="思源黑体" panose="020B0500000000000000" pitchFamily="34" charset="-122"/>
              </a:endParaRPr>
            </a:p>
          </p:txBody>
        </p:sp>
        <p:sp>
          <p:nvSpPr>
            <p:cNvPr id="11" name="타원 69"/>
            <p:cNvSpPr/>
            <p:nvPr/>
          </p:nvSpPr>
          <p:spPr>
            <a:xfrm>
              <a:off x="1140358" y="1660936"/>
              <a:ext cx="1224000" cy="1224000"/>
            </a:xfrm>
            <a:prstGeom prst="chord">
              <a:avLst>
                <a:gd name="adj1" fmla="val 21580614"/>
                <a:gd name="adj2" fmla="val 10795957"/>
              </a:avLst>
            </a:prstGeom>
            <a:solidFill>
              <a:srgbClr val="2E5596"/>
            </a:solidFill>
            <a:ln w="1016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100" b="1" dirty="0">
                <a:solidFill>
                  <a:schemeClr val="bg1"/>
                </a:solidFill>
                <a:latin typeface="思源黑体" panose="020B0500000000000000" pitchFamily="34" charset="-122"/>
                <a:ea typeface="思源黑体" panose="020B0500000000000000" pitchFamily="34" charset="-122"/>
                <a:cs typeface="Roboto Condensed Light" charset="0"/>
                <a:sym typeface="思源黑体" panose="020B0500000000000000" pitchFamily="34" charset="-122"/>
              </a:endParaRPr>
            </a:p>
          </p:txBody>
        </p:sp>
        <p:sp>
          <p:nvSpPr>
            <p:cNvPr id="12" name="TextBox 6"/>
            <p:cNvSpPr txBox="1"/>
            <p:nvPr/>
          </p:nvSpPr>
          <p:spPr>
            <a:xfrm>
              <a:off x="1210690" y="2397081"/>
              <a:ext cx="1138554" cy="358912"/>
            </a:xfrm>
            <a:prstGeom prst="rect">
              <a:avLst/>
            </a:prstGeom>
            <a:noFill/>
          </p:spPr>
          <p:txBody>
            <a:bodyPr wrap="square" lIns="0" tIns="0" rIns="0" bIns="0" rtlCol="0" anchor="ctr">
              <a:noAutofit/>
            </a:bodyPr>
            <a:lstStyle/>
            <a:p>
              <a:pPr algn="ctr">
                <a:spcAft>
                  <a:spcPts val="225"/>
                </a:spcAft>
              </a:pPr>
              <a:r>
                <a:rPr lang="nb-NO" sz="3000" b="1" dirty="0">
                  <a:solidFill>
                    <a:schemeClr val="bg1"/>
                  </a:solidFill>
                  <a:latin typeface="思源黑体" panose="020B0500000000000000" pitchFamily="34" charset="-122"/>
                  <a:ea typeface="思源黑体" panose="020B0500000000000000" pitchFamily="34" charset="-122"/>
                  <a:cs typeface="Roboto Condensed Light" charset="0"/>
                  <a:sym typeface="思源黑体" panose="020B0500000000000000" pitchFamily="34" charset="-122"/>
                </a:rPr>
                <a:t>50</a:t>
              </a:r>
              <a:r>
                <a:rPr lang="nb-NO" sz="2400" b="1" dirty="0">
                  <a:solidFill>
                    <a:schemeClr val="bg1"/>
                  </a:solidFill>
                  <a:latin typeface="思源黑体" panose="020B0500000000000000" pitchFamily="34" charset="-122"/>
                  <a:ea typeface="思源黑体" panose="020B0500000000000000" pitchFamily="34" charset="-122"/>
                  <a:cs typeface="Roboto Condensed Light" charset="0"/>
                  <a:sym typeface="思源黑体" panose="020B0500000000000000" pitchFamily="34" charset="-122"/>
                </a:rPr>
                <a:t>%</a:t>
              </a:r>
              <a:endParaRPr lang="en-US" sz="2400" b="1" dirty="0">
                <a:solidFill>
                  <a:schemeClr val="bg1"/>
                </a:solidFill>
                <a:latin typeface="思源黑体" panose="020B0500000000000000" pitchFamily="34" charset="-122"/>
                <a:ea typeface="思源黑体" panose="020B0500000000000000" pitchFamily="34" charset="-122"/>
                <a:cs typeface="Roboto Condensed Light" charset="0"/>
                <a:sym typeface="思源黑体" panose="020B0500000000000000" pitchFamily="34" charset="-122"/>
              </a:endParaRPr>
            </a:p>
          </p:txBody>
        </p:sp>
      </p:grpSp>
      <p:grpSp>
        <p:nvGrpSpPr>
          <p:cNvPr id="13" name="Group 7"/>
          <p:cNvGrpSpPr/>
          <p:nvPr/>
        </p:nvGrpSpPr>
        <p:grpSpPr>
          <a:xfrm>
            <a:off x="4125824" y="4117922"/>
            <a:ext cx="1478448" cy="1478448"/>
            <a:chOff x="1140357" y="1660936"/>
            <a:chExt cx="1224000" cy="1224000"/>
          </a:xfrm>
          <a:effectLst>
            <a:outerShdw dist="38100" dir="5400000" algn="ctr" rotWithShape="0">
              <a:srgbClr val="000000">
                <a:alpha val="10000"/>
              </a:srgbClr>
            </a:outerShdw>
          </a:effectLst>
        </p:grpSpPr>
        <p:sp>
          <p:nvSpPr>
            <p:cNvPr id="14" name="타원 69"/>
            <p:cNvSpPr/>
            <p:nvPr/>
          </p:nvSpPr>
          <p:spPr>
            <a:xfrm>
              <a:off x="1140357" y="1660936"/>
              <a:ext cx="1224000" cy="1224000"/>
            </a:xfrm>
            <a:prstGeom prst="ellipse">
              <a:avLst/>
            </a:prstGeom>
            <a:solidFill>
              <a:schemeClr val="bg1">
                <a:lumMod val="95000"/>
              </a:schemeClr>
            </a:solidFill>
            <a:ln w="1016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100" b="1" dirty="0">
                <a:solidFill>
                  <a:schemeClr val="bg1"/>
                </a:solidFill>
                <a:latin typeface="思源黑体" panose="020B0500000000000000" pitchFamily="34" charset="-122"/>
                <a:ea typeface="思源黑体" panose="020B0500000000000000" pitchFamily="34" charset="-122"/>
                <a:cs typeface="Roboto Condensed Light" charset="0"/>
                <a:sym typeface="思源黑体" panose="020B0500000000000000" pitchFamily="34" charset="-122"/>
              </a:endParaRPr>
            </a:p>
          </p:txBody>
        </p:sp>
        <p:sp>
          <p:nvSpPr>
            <p:cNvPr id="15" name="타원 69"/>
            <p:cNvSpPr/>
            <p:nvPr/>
          </p:nvSpPr>
          <p:spPr>
            <a:xfrm>
              <a:off x="1140357" y="1660936"/>
              <a:ext cx="1224000" cy="1224000"/>
            </a:xfrm>
            <a:prstGeom prst="chord">
              <a:avLst>
                <a:gd name="adj1" fmla="val 19343047"/>
                <a:gd name="adj2" fmla="val 13024249"/>
              </a:avLst>
            </a:prstGeom>
            <a:solidFill>
              <a:srgbClr val="587DB8"/>
            </a:solidFill>
            <a:ln w="1016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100" b="1" dirty="0">
                <a:solidFill>
                  <a:schemeClr val="bg1"/>
                </a:solidFill>
                <a:latin typeface="思源黑体" panose="020B0500000000000000" pitchFamily="34" charset="-122"/>
                <a:ea typeface="思源黑体" panose="020B0500000000000000" pitchFamily="34" charset="-122"/>
                <a:cs typeface="Roboto Condensed Light" charset="0"/>
                <a:sym typeface="思源黑体" panose="020B0500000000000000" pitchFamily="34" charset="-122"/>
              </a:endParaRPr>
            </a:p>
          </p:txBody>
        </p:sp>
        <p:sp>
          <p:nvSpPr>
            <p:cNvPr id="16" name="TextBox 10"/>
            <p:cNvSpPr txBox="1"/>
            <p:nvPr/>
          </p:nvSpPr>
          <p:spPr>
            <a:xfrm>
              <a:off x="1210690" y="2098262"/>
              <a:ext cx="1138554" cy="358912"/>
            </a:xfrm>
            <a:prstGeom prst="rect">
              <a:avLst/>
            </a:prstGeom>
            <a:noFill/>
          </p:spPr>
          <p:txBody>
            <a:bodyPr wrap="square" lIns="0" tIns="0" rIns="0" bIns="0" rtlCol="0" anchor="ctr">
              <a:noAutofit/>
            </a:bodyPr>
            <a:lstStyle/>
            <a:p>
              <a:pPr algn="ctr">
                <a:spcAft>
                  <a:spcPts val="225"/>
                </a:spcAft>
              </a:pPr>
              <a:r>
                <a:rPr lang="nb-NO" sz="3000" b="1" dirty="0">
                  <a:solidFill>
                    <a:schemeClr val="bg1"/>
                  </a:solidFill>
                  <a:latin typeface="思源黑体" panose="020B0500000000000000" pitchFamily="34" charset="-122"/>
                  <a:ea typeface="思源黑体" panose="020B0500000000000000" pitchFamily="34" charset="-122"/>
                  <a:cs typeface="Roboto Condensed Light" charset="0"/>
                  <a:sym typeface="思源黑体" panose="020B0500000000000000" pitchFamily="34" charset="-122"/>
                </a:rPr>
                <a:t>80</a:t>
              </a:r>
              <a:r>
                <a:rPr lang="nb-NO" sz="2400" b="1" dirty="0">
                  <a:solidFill>
                    <a:schemeClr val="bg1"/>
                  </a:solidFill>
                  <a:latin typeface="思源黑体" panose="020B0500000000000000" pitchFamily="34" charset="-122"/>
                  <a:ea typeface="思源黑体" panose="020B0500000000000000" pitchFamily="34" charset="-122"/>
                  <a:cs typeface="Roboto Condensed Light" charset="0"/>
                  <a:sym typeface="思源黑体" panose="020B0500000000000000" pitchFamily="34" charset="-122"/>
                </a:rPr>
                <a:t>%</a:t>
              </a:r>
              <a:endParaRPr lang="en-US" sz="2400" b="1" dirty="0">
                <a:solidFill>
                  <a:schemeClr val="bg1"/>
                </a:solidFill>
                <a:latin typeface="思源黑体" panose="020B0500000000000000" pitchFamily="34" charset="-122"/>
                <a:ea typeface="思源黑体" panose="020B0500000000000000" pitchFamily="34" charset="-122"/>
                <a:cs typeface="Roboto Condensed Light" charset="0"/>
                <a:sym typeface="思源黑体" panose="020B0500000000000000" pitchFamily="34" charset="-122"/>
              </a:endParaRPr>
            </a:p>
          </p:txBody>
        </p:sp>
      </p:grpSp>
      <p:grpSp>
        <p:nvGrpSpPr>
          <p:cNvPr id="17" name="Group 11"/>
          <p:cNvGrpSpPr/>
          <p:nvPr/>
        </p:nvGrpSpPr>
        <p:grpSpPr>
          <a:xfrm>
            <a:off x="6563053" y="4117922"/>
            <a:ext cx="1478448" cy="1478448"/>
            <a:chOff x="1140357" y="1660936"/>
            <a:chExt cx="1224000" cy="1224000"/>
          </a:xfrm>
          <a:effectLst>
            <a:outerShdw dist="38100" dir="5400000" algn="ctr" rotWithShape="0">
              <a:srgbClr val="000000">
                <a:alpha val="10000"/>
              </a:srgbClr>
            </a:outerShdw>
          </a:effectLst>
        </p:grpSpPr>
        <p:sp>
          <p:nvSpPr>
            <p:cNvPr id="18" name="타원 69"/>
            <p:cNvSpPr/>
            <p:nvPr/>
          </p:nvSpPr>
          <p:spPr>
            <a:xfrm>
              <a:off x="1140357" y="1660936"/>
              <a:ext cx="1224000" cy="1224000"/>
            </a:xfrm>
            <a:prstGeom prst="ellipse">
              <a:avLst/>
            </a:prstGeom>
            <a:solidFill>
              <a:schemeClr val="bg1">
                <a:lumMod val="95000"/>
              </a:schemeClr>
            </a:solidFill>
            <a:ln w="1016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100" b="1" dirty="0">
                <a:solidFill>
                  <a:schemeClr val="bg1"/>
                </a:solidFill>
                <a:latin typeface="思源黑体" panose="020B0500000000000000" pitchFamily="34" charset="-122"/>
                <a:ea typeface="思源黑体" panose="020B0500000000000000" pitchFamily="34" charset="-122"/>
                <a:cs typeface="Roboto Condensed Light" charset="0"/>
                <a:sym typeface="思源黑体" panose="020B0500000000000000" pitchFamily="34" charset="-122"/>
              </a:endParaRPr>
            </a:p>
          </p:txBody>
        </p:sp>
        <p:sp>
          <p:nvSpPr>
            <p:cNvPr id="19" name="타원 69"/>
            <p:cNvSpPr/>
            <p:nvPr/>
          </p:nvSpPr>
          <p:spPr>
            <a:xfrm>
              <a:off x="1140357" y="1660936"/>
              <a:ext cx="1224000" cy="1224000"/>
            </a:xfrm>
            <a:prstGeom prst="chord">
              <a:avLst>
                <a:gd name="adj1" fmla="val 1227871"/>
                <a:gd name="adj2" fmla="val 9519582"/>
              </a:avLst>
            </a:prstGeom>
            <a:solidFill>
              <a:srgbClr val="2E5596"/>
            </a:solidFill>
            <a:ln w="1016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100" b="1" dirty="0">
                <a:solidFill>
                  <a:schemeClr val="bg1"/>
                </a:solidFill>
                <a:latin typeface="思源黑体" panose="020B0500000000000000" pitchFamily="34" charset="-122"/>
                <a:ea typeface="思源黑体" panose="020B0500000000000000" pitchFamily="34" charset="-122"/>
                <a:cs typeface="Roboto Condensed Light" charset="0"/>
                <a:sym typeface="思源黑体" panose="020B0500000000000000" pitchFamily="34" charset="-122"/>
              </a:endParaRPr>
            </a:p>
          </p:txBody>
        </p:sp>
        <p:sp>
          <p:nvSpPr>
            <p:cNvPr id="20" name="TextBox 14"/>
            <p:cNvSpPr txBox="1"/>
            <p:nvPr/>
          </p:nvSpPr>
          <p:spPr>
            <a:xfrm>
              <a:off x="1210690" y="2455710"/>
              <a:ext cx="1138554" cy="358912"/>
            </a:xfrm>
            <a:prstGeom prst="rect">
              <a:avLst/>
            </a:prstGeom>
            <a:noFill/>
          </p:spPr>
          <p:txBody>
            <a:bodyPr wrap="square" lIns="0" tIns="0" rIns="0" bIns="0" rtlCol="0" anchor="ctr">
              <a:noAutofit/>
            </a:bodyPr>
            <a:lstStyle/>
            <a:p>
              <a:pPr algn="ctr">
                <a:spcAft>
                  <a:spcPts val="225"/>
                </a:spcAft>
              </a:pPr>
              <a:r>
                <a:rPr lang="nb-NO" sz="3000" b="1" dirty="0">
                  <a:solidFill>
                    <a:schemeClr val="bg1"/>
                  </a:solidFill>
                  <a:latin typeface="思源黑体" panose="020B0500000000000000" pitchFamily="34" charset="-122"/>
                  <a:ea typeface="思源黑体" panose="020B0500000000000000" pitchFamily="34" charset="-122"/>
                  <a:cs typeface="Roboto Condensed Light" charset="0"/>
                  <a:sym typeface="思源黑体" panose="020B0500000000000000" pitchFamily="34" charset="-122"/>
                </a:rPr>
                <a:t>30</a:t>
              </a:r>
              <a:r>
                <a:rPr lang="nb-NO" sz="2400" b="1" dirty="0">
                  <a:solidFill>
                    <a:schemeClr val="bg1"/>
                  </a:solidFill>
                  <a:latin typeface="思源黑体" panose="020B0500000000000000" pitchFamily="34" charset="-122"/>
                  <a:ea typeface="思源黑体" panose="020B0500000000000000" pitchFamily="34" charset="-122"/>
                  <a:cs typeface="Roboto Condensed Light" charset="0"/>
                  <a:sym typeface="思源黑体" panose="020B0500000000000000" pitchFamily="34" charset="-122"/>
                </a:rPr>
                <a:t>%</a:t>
              </a:r>
              <a:endParaRPr lang="en-US" sz="2400" b="1" dirty="0">
                <a:solidFill>
                  <a:schemeClr val="bg1"/>
                </a:solidFill>
                <a:latin typeface="思源黑体" panose="020B0500000000000000" pitchFamily="34" charset="-122"/>
                <a:ea typeface="思源黑体" panose="020B0500000000000000" pitchFamily="34" charset="-122"/>
                <a:cs typeface="Roboto Condensed Light" charset="0"/>
                <a:sym typeface="思源黑体" panose="020B0500000000000000" pitchFamily="34" charset="-122"/>
              </a:endParaRPr>
            </a:p>
          </p:txBody>
        </p:sp>
      </p:grpSp>
      <p:grpSp>
        <p:nvGrpSpPr>
          <p:cNvPr id="21" name="Group 15"/>
          <p:cNvGrpSpPr/>
          <p:nvPr/>
        </p:nvGrpSpPr>
        <p:grpSpPr>
          <a:xfrm>
            <a:off x="9000281" y="4117922"/>
            <a:ext cx="1478448" cy="1478448"/>
            <a:chOff x="1140357" y="1660936"/>
            <a:chExt cx="1224000" cy="1224000"/>
          </a:xfrm>
          <a:effectLst>
            <a:outerShdw dist="38100" dir="5400000" algn="ctr" rotWithShape="0">
              <a:srgbClr val="000000">
                <a:alpha val="10000"/>
              </a:srgbClr>
            </a:outerShdw>
          </a:effectLst>
        </p:grpSpPr>
        <p:sp>
          <p:nvSpPr>
            <p:cNvPr id="22" name="타원 69"/>
            <p:cNvSpPr/>
            <p:nvPr/>
          </p:nvSpPr>
          <p:spPr>
            <a:xfrm>
              <a:off x="1140357" y="1660936"/>
              <a:ext cx="1224000" cy="1224000"/>
            </a:xfrm>
            <a:prstGeom prst="ellipse">
              <a:avLst/>
            </a:prstGeom>
            <a:solidFill>
              <a:schemeClr val="bg1">
                <a:lumMod val="95000"/>
              </a:schemeClr>
            </a:solidFill>
            <a:ln w="1016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100" b="1" dirty="0">
                <a:solidFill>
                  <a:schemeClr val="bg1"/>
                </a:solidFill>
                <a:latin typeface="思源黑体" panose="020B0500000000000000" pitchFamily="34" charset="-122"/>
                <a:ea typeface="思源黑体" panose="020B0500000000000000" pitchFamily="34" charset="-122"/>
                <a:cs typeface="Roboto Condensed Light" charset="0"/>
                <a:sym typeface="思源黑体" panose="020B0500000000000000" pitchFamily="34" charset="-122"/>
              </a:endParaRPr>
            </a:p>
          </p:txBody>
        </p:sp>
        <p:sp>
          <p:nvSpPr>
            <p:cNvPr id="23" name="타원 69"/>
            <p:cNvSpPr/>
            <p:nvPr/>
          </p:nvSpPr>
          <p:spPr>
            <a:xfrm>
              <a:off x="1140357" y="1660936"/>
              <a:ext cx="1224000" cy="1224000"/>
            </a:xfrm>
            <a:prstGeom prst="chord">
              <a:avLst>
                <a:gd name="adj1" fmla="val 20572023"/>
                <a:gd name="adj2" fmla="val 11837175"/>
              </a:avLst>
            </a:prstGeom>
            <a:solidFill>
              <a:srgbClr val="587DB8"/>
            </a:solidFill>
            <a:ln w="1016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100" b="1" dirty="0">
                <a:solidFill>
                  <a:schemeClr val="bg1"/>
                </a:solidFill>
                <a:latin typeface="思源黑体" panose="020B0500000000000000" pitchFamily="34" charset="-122"/>
                <a:ea typeface="思源黑体" panose="020B0500000000000000" pitchFamily="34" charset="-122"/>
                <a:cs typeface="Roboto Condensed Light" charset="0"/>
                <a:sym typeface="思源黑体" panose="020B0500000000000000" pitchFamily="34" charset="-122"/>
              </a:endParaRPr>
            </a:p>
          </p:txBody>
        </p:sp>
        <p:sp>
          <p:nvSpPr>
            <p:cNvPr id="24" name="TextBox 18"/>
            <p:cNvSpPr txBox="1"/>
            <p:nvPr/>
          </p:nvSpPr>
          <p:spPr>
            <a:xfrm>
              <a:off x="1210690" y="2272936"/>
              <a:ext cx="1138554" cy="358912"/>
            </a:xfrm>
            <a:prstGeom prst="rect">
              <a:avLst/>
            </a:prstGeom>
            <a:noFill/>
          </p:spPr>
          <p:txBody>
            <a:bodyPr wrap="square" lIns="0" tIns="0" rIns="0" bIns="0" rtlCol="0" anchor="ctr">
              <a:noAutofit/>
            </a:bodyPr>
            <a:lstStyle/>
            <a:p>
              <a:pPr algn="ctr">
                <a:spcAft>
                  <a:spcPts val="225"/>
                </a:spcAft>
              </a:pPr>
              <a:r>
                <a:rPr lang="nb-NO" sz="3000" b="1" dirty="0">
                  <a:solidFill>
                    <a:schemeClr val="bg1"/>
                  </a:solidFill>
                  <a:latin typeface="思源黑体" panose="020B0500000000000000" pitchFamily="34" charset="-122"/>
                  <a:ea typeface="思源黑体" panose="020B0500000000000000" pitchFamily="34" charset="-122"/>
                  <a:cs typeface="Roboto Condensed Light" charset="0"/>
                  <a:sym typeface="思源黑体" panose="020B0500000000000000" pitchFamily="34" charset="-122"/>
                </a:rPr>
                <a:t>65</a:t>
              </a:r>
              <a:r>
                <a:rPr lang="nb-NO" sz="2400" b="1" dirty="0">
                  <a:solidFill>
                    <a:schemeClr val="bg1"/>
                  </a:solidFill>
                  <a:latin typeface="思源黑体" panose="020B0500000000000000" pitchFamily="34" charset="-122"/>
                  <a:ea typeface="思源黑体" panose="020B0500000000000000" pitchFamily="34" charset="-122"/>
                  <a:cs typeface="Roboto Condensed Light" charset="0"/>
                  <a:sym typeface="思源黑体" panose="020B0500000000000000" pitchFamily="34" charset="-122"/>
                </a:rPr>
                <a:t>%</a:t>
              </a:r>
              <a:endParaRPr lang="en-US" sz="2400" b="1" dirty="0">
                <a:solidFill>
                  <a:schemeClr val="bg1"/>
                </a:solidFill>
                <a:latin typeface="思源黑体" panose="020B0500000000000000" pitchFamily="34" charset="-122"/>
                <a:ea typeface="思源黑体" panose="020B0500000000000000" pitchFamily="34" charset="-122"/>
                <a:cs typeface="Roboto Condensed Light" charset="0"/>
                <a:sym typeface="思源黑体" panose="020B0500000000000000" pitchFamily="34" charset="-122"/>
              </a:endParaRPr>
            </a:p>
          </p:txBody>
        </p:sp>
      </p:grpSp>
      <p:grpSp>
        <p:nvGrpSpPr>
          <p:cNvPr id="4" name="组合 3"/>
          <p:cNvGrpSpPr/>
          <p:nvPr/>
        </p:nvGrpSpPr>
        <p:grpSpPr>
          <a:xfrm>
            <a:off x="1529542" y="2364571"/>
            <a:ext cx="1896600" cy="1456660"/>
            <a:chOff x="1568730" y="2199630"/>
            <a:chExt cx="1896600" cy="1456660"/>
          </a:xfrm>
        </p:grpSpPr>
        <p:sp>
          <p:nvSpPr>
            <p:cNvPr id="33" name="Rectangle: Rounded Corners 42"/>
            <p:cNvSpPr/>
            <p:nvPr/>
          </p:nvSpPr>
          <p:spPr>
            <a:xfrm>
              <a:off x="1688595" y="2199630"/>
              <a:ext cx="1603245" cy="486473"/>
            </a:xfrm>
            <a:prstGeom prst="roundRect">
              <a:avLst/>
            </a:prstGeom>
            <a:solidFill>
              <a:srgbClr val="2E5596"/>
            </a:solidFill>
            <a:ln w="12700">
              <a:noFill/>
            </a:ln>
            <a:effectLst>
              <a:outerShdw blurRad="190500" dist="38100" dir="2700000" algn="tl" rotWithShape="0">
                <a:prstClr val="black">
                  <a:alpha val="3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algn="ctr"/>
              <a:r>
                <a:rPr lang="zh-CN" altLang="en-US" sz="2000" b="1" dirty="0">
                  <a:solidFill>
                    <a:schemeClr val="bg1"/>
                  </a:solidFill>
                  <a:latin typeface="思源黑体" panose="020B0500000000000000" pitchFamily="34" charset="-122"/>
                  <a:ea typeface="思源黑体" panose="020B0500000000000000" pitchFamily="34" charset="-122"/>
                  <a:cs typeface="+mn-ea"/>
                </a:rPr>
                <a:t>输入标题</a:t>
              </a:r>
              <a:endParaRPr lang="en-US" sz="2000" b="1" dirty="0">
                <a:solidFill>
                  <a:schemeClr val="bg1"/>
                </a:solidFill>
                <a:latin typeface="思源黑体" panose="020B0500000000000000" pitchFamily="34" charset="-122"/>
                <a:ea typeface="思源黑体" panose="020B0500000000000000" pitchFamily="34" charset="-122"/>
                <a:cs typeface="+mn-ea"/>
              </a:endParaRPr>
            </a:p>
          </p:txBody>
        </p:sp>
        <p:sp>
          <p:nvSpPr>
            <p:cNvPr id="34" name="Rectangle 29"/>
            <p:cNvSpPr/>
            <p:nvPr/>
          </p:nvSpPr>
          <p:spPr>
            <a:xfrm>
              <a:off x="1568730" y="2824972"/>
              <a:ext cx="1896600" cy="831318"/>
            </a:xfrm>
            <a:prstGeom prst="rect">
              <a:avLst/>
            </a:prstGeom>
          </p:spPr>
          <p:txBody>
            <a:bodyPr wrap="square">
              <a:spAutoFit/>
            </a:bodyPr>
            <a:lstStyle/>
            <a:p>
              <a:pPr lvl="0" algn="l">
                <a:lnSpc>
                  <a:spcPts val="2000"/>
                </a:lnSpc>
                <a:defRPr/>
              </a:pPr>
              <a:r>
                <a:rPr lang="zh-CN" altLang="en-US" sz="1100" dirty="0">
                  <a:solidFill>
                    <a:schemeClr val="tx1">
                      <a:lumMod val="75000"/>
                      <a:lumOff val="25000"/>
                    </a:schemeClr>
                  </a:solidFill>
                  <a:latin typeface="思源黑体" panose="020B0500000000000000" pitchFamily="34" charset="-122"/>
                  <a:ea typeface="思源黑体" panose="020B0500000000000000" pitchFamily="34" charset="-122"/>
                  <a:sym typeface="FZHei-B01S" panose="02010601030101010101" pitchFamily="2" charset="-122"/>
                </a:rPr>
                <a:t>请在此处添加具体内容，文字尽量言简意赅，简单说明即可，不必过于繁琐</a:t>
              </a:r>
              <a:endParaRPr lang="zh-CN" altLang="en-US" sz="1100" dirty="0">
                <a:solidFill>
                  <a:schemeClr val="tx1">
                    <a:lumMod val="75000"/>
                    <a:lumOff val="25000"/>
                  </a:schemeClr>
                </a:solidFill>
                <a:latin typeface="思源黑体" panose="020B0500000000000000" pitchFamily="34" charset="-122"/>
                <a:ea typeface="思源黑体" panose="020B0500000000000000" pitchFamily="34" charset="-122"/>
                <a:sym typeface="FZHei-B01S" panose="02010601030101010101" pitchFamily="2" charset="-122"/>
              </a:endParaRPr>
            </a:p>
          </p:txBody>
        </p:sp>
      </p:grpSp>
      <p:grpSp>
        <p:nvGrpSpPr>
          <p:cNvPr id="36" name="组合 35"/>
          <p:cNvGrpSpPr/>
          <p:nvPr/>
        </p:nvGrpSpPr>
        <p:grpSpPr>
          <a:xfrm>
            <a:off x="6353977" y="2364571"/>
            <a:ext cx="1896600" cy="1456660"/>
            <a:chOff x="1568730" y="2199630"/>
            <a:chExt cx="1896600" cy="1456660"/>
          </a:xfrm>
        </p:grpSpPr>
        <p:sp>
          <p:nvSpPr>
            <p:cNvPr id="37" name="Rectangle: Rounded Corners 42"/>
            <p:cNvSpPr/>
            <p:nvPr/>
          </p:nvSpPr>
          <p:spPr>
            <a:xfrm>
              <a:off x="1688595" y="2199630"/>
              <a:ext cx="1603245" cy="486473"/>
            </a:xfrm>
            <a:prstGeom prst="roundRect">
              <a:avLst/>
            </a:prstGeom>
            <a:solidFill>
              <a:srgbClr val="2E5596"/>
            </a:solidFill>
            <a:ln w="12700">
              <a:noFill/>
            </a:ln>
            <a:effectLst>
              <a:outerShdw blurRad="190500" dist="38100" dir="2700000" algn="tl" rotWithShape="0">
                <a:prstClr val="black">
                  <a:alpha val="3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algn="ctr"/>
              <a:r>
                <a:rPr lang="zh-CN" altLang="en-US" sz="2000" b="1" dirty="0">
                  <a:solidFill>
                    <a:schemeClr val="bg1"/>
                  </a:solidFill>
                  <a:latin typeface="思源黑体" panose="020B0500000000000000" pitchFamily="34" charset="-122"/>
                  <a:ea typeface="思源黑体" panose="020B0500000000000000" pitchFamily="34" charset="-122"/>
                  <a:cs typeface="+mn-ea"/>
                </a:rPr>
                <a:t>输入标题</a:t>
              </a:r>
              <a:endParaRPr lang="en-US" sz="2000" b="1" dirty="0">
                <a:solidFill>
                  <a:schemeClr val="bg1"/>
                </a:solidFill>
                <a:latin typeface="思源黑体" panose="020B0500000000000000" pitchFamily="34" charset="-122"/>
                <a:ea typeface="思源黑体" panose="020B0500000000000000" pitchFamily="34" charset="-122"/>
                <a:cs typeface="+mn-ea"/>
              </a:endParaRPr>
            </a:p>
          </p:txBody>
        </p:sp>
        <p:sp>
          <p:nvSpPr>
            <p:cNvPr id="38" name="Rectangle 29"/>
            <p:cNvSpPr/>
            <p:nvPr/>
          </p:nvSpPr>
          <p:spPr>
            <a:xfrm>
              <a:off x="1568730" y="2824972"/>
              <a:ext cx="1896600" cy="831318"/>
            </a:xfrm>
            <a:prstGeom prst="rect">
              <a:avLst/>
            </a:prstGeom>
          </p:spPr>
          <p:txBody>
            <a:bodyPr wrap="square">
              <a:spAutoFit/>
            </a:bodyPr>
            <a:lstStyle/>
            <a:p>
              <a:pPr lvl="0" algn="l">
                <a:lnSpc>
                  <a:spcPts val="2000"/>
                </a:lnSpc>
                <a:defRPr/>
              </a:pPr>
              <a:r>
                <a:rPr lang="zh-CN" altLang="en-US" sz="1100" dirty="0">
                  <a:solidFill>
                    <a:schemeClr val="tx1">
                      <a:lumMod val="75000"/>
                      <a:lumOff val="25000"/>
                    </a:schemeClr>
                  </a:solidFill>
                  <a:latin typeface="思源黑体" panose="020B0500000000000000" pitchFamily="34" charset="-122"/>
                  <a:ea typeface="思源黑体" panose="020B0500000000000000" pitchFamily="34" charset="-122"/>
                  <a:sym typeface="FZHei-B01S" panose="02010601030101010101" pitchFamily="2" charset="-122"/>
                </a:rPr>
                <a:t>请在此处添加具体内容，文字尽量言简意赅，简单说明即可，不必过于繁琐</a:t>
              </a:r>
              <a:endParaRPr lang="zh-CN" altLang="en-US" sz="1100" dirty="0">
                <a:solidFill>
                  <a:schemeClr val="tx1">
                    <a:lumMod val="75000"/>
                    <a:lumOff val="25000"/>
                  </a:schemeClr>
                </a:solidFill>
                <a:latin typeface="思源黑体" panose="020B0500000000000000" pitchFamily="34" charset="-122"/>
                <a:ea typeface="思源黑体" panose="020B0500000000000000" pitchFamily="34" charset="-122"/>
                <a:sym typeface="FZHei-B01S" panose="02010601030101010101" pitchFamily="2" charset="-122"/>
              </a:endParaRPr>
            </a:p>
          </p:txBody>
        </p:sp>
      </p:grpSp>
      <p:grpSp>
        <p:nvGrpSpPr>
          <p:cNvPr id="39" name="组合 38"/>
          <p:cNvGrpSpPr/>
          <p:nvPr/>
        </p:nvGrpSpPr>
        <p:grpSpPr>
          <a:xfrm>
            <a:off x="3950097" y="2364571"/>
            <a:ext cx="1896600" cy="1456660"/>
            <a:chOff x="1568730" y="2199630"/>
            <a:chExt cx="1896600" cy="1456660"/>
          </a:xfrm>
        </p:grpSpPr>
        <p:sp>
          <p:nvSpPr>
            <p:cNvPr id="40" name="Rectangle: Rounded Corners 42"/>
            <p:cNvSpPr/>
            <p:nvPr/>
          </p:nvSpPr>
          <p:spPr>
            <a:xfrm>
              <a:off x="1688595" y="2199630"/>
              <a:ext cx="1603245" cy="486473"/>
            </a:xfrm>
            <a:prstGeom prst="roundRect">
              <a:avLst/>
            </a:prstGeom>
            <a:solidFill>
              <a:srgbClr val="587DB8"/>
            </a:solidFill>
            <a:ln w="12700">
              <a:noFill/>
            </a:ln>
            <a:effectLst>
              <a:outerShdw blurRad="190500" dist="38100" dir="2700000" algn="tl" rotWithShape="0">
                <a:prstClr val="black">
                  <a:alpha val="3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algn="ctr"/>
              <a:r>
                <a:rPr lang="zh-CN" altLang="en-US" sz="2000" b="1" dirty="0">
                  <a:solidFill>
                    <a:schemeClr val="bg1"/>
                  </a:solidFill>
                  <a:latin typeface="思源黑体" panose="020B0500000000000000" pitchFamily="34" charset="-122"/>
                  <a:ea typeface="思源黑体" panose="020B0500000000000000" pitchFamily="34" charset="-122"/>
                  <a:cs typeface="+mn-ea"/>
                </a:rPr>
                <a:t>输入标题</a:t>
              </a:r>
              <a:endParaRPr lang="en-US" sz="2000" b="1" dirty="0">
                <a:solidFill>
                  <a:schemeClr val="bg1"/>
                </a:solidFill>
                <a:latin typeface="思源黑体" panose="020B0500000000000000" pitchFamily="34" charset="-122"/>
                <a:ea typeface="思源黑体" panose="020B0500000000000000" pitchFamily="34" charset="-122"/>
                <a:cs typeface="+mn-ea"/>
              </a:endParaRPr>
            </a:p>
          </p:txBody>
        </p:sp>
        <p:sp>
          <p:nvSpPr>
            <p:cNvPr id="41" name="Rectangle 29"/>
            <p:cNvSpPr/>
            <p:nvPr/>
          </p:nvSpPr>
          <p:spPr>
            <a:xfrm>
              <a:off x="1568730" y="2824972"/>
              <a:ext cx="1896600" cy="831318"/>
            </a:xfrm>
            <a:prstGeom prst="rect">
              <a:avLst/>
            </a:prstGeom>
          </p:spPr>
          <p:txBody>
            <a:bodyPr wrap="square">
              <a:spAutoFit/>
            </a:bodyPr>
            <a:lstStyle/>
            <a:p>
              <a:pPr lvl="0" algn="l">
                <a:lnSpc>
                  <a:spcPts val="2000"/>
                </a:lnSpc>
                <a:defRPr/>
              </a:pPr>
              <a:r>
                <a:rPr lang="zh-CN" altLang="en-US" sz="1100" dirty="0">
                  <a:solidFill>
                    <a:schemeClr val="tx1">
                      <a:lumMod val="75000"/>
                      <a:lumOff val="25000"/>
                    </a:schemeClr>
                  </a:solidFill>
                  <a:latin typeface="思源黑体" panose="020B0500000000000000" pitchFamily="34" charset="-122"/>
                  <a:ea typeface="思源黑体" panose="020B0500000000000000" pitchFamily="34" charset="-122"/>
                  <a:sym typeface="FZHei-B01S" panose="02010601030101010101" pitchFamily="2" charset="-122"/>
                </a:rPr>
                <a:t>请在此处添加具体内容，文字尽量言简意赅，简单说明即可，不必过于繁琐</a:t>
              </a:r>
              <a:endParaRPr lang="zh-CN" altLang="en-US" sz="1100" dirty="0">
                <a:solidFill>
                  <a:schemeClr val="tx1">
                    <a:lumMod val="75000"/>
                    <a:lumOff val="25000"/>
                  </a:schemeClr>
                </a:solidFill>
                <a:latin typeface="思源黑体" panose="020B0500000000000000" pitchFamily="34" charset="-122"/>
                <a:ea typeface="思源黑体" panose="020B0500000000000000" pitchFamily="34" charset="-122"/>
                <a:sym typeface="FZHei-B01S" panose="02010601030101010101" pitchFamily="2" charset="-122"/>
              </a:endParaRPr>
            </a:p>
          </p:txBody>
        </p:sp>
      </p:grpSp>
      <p:grpSp>
        <p:nvGrpSpPr>
          <p:cNvPr id="42" name="组合 41"/>
          <p:cNvGrpSpPr/>
          <p:nvPr/>
        </p:nvGrpSpPr>
        <p:grpSpPr>
          <a:xfrm>
            <a:off x="8824554" y="2364571"/>
            <a:ext cx="1896600" cy="1456660"/>
            <a:chOff x="1568730" y="2199630"/>
            <a:chExt cx="1896600" cy="1456660"/>
          </a:xfrm>
        </p:grpSpPr>
        <p:sp>
          <p:nvSpPr>
            <p:cNvPr id="43" name="Rectangle: Rounded Corners 42"/>
            <p:cNvSpPr/>
            <p:nvPr/>
          </p:nvSpPr>
          <p:spPr>
            <a:xfrm>
              <a:off x="1688595" y="2199630"/>
              <a:ext cx="1603245" cy="486473"/>
            </a:xfrm>
            <a:prstGeom prst="roundRect">
              <a:avLst/>
            </a:prstGeom>
            <a:solidFill>
              <a:srgbClr val="587DB8"/>
            </a:solidFill>
            <a:ln w="12700">
              <a:noFill/>
            </a:ln>
            <a:effectLst>
              <a:outerShdw blurRad="190500" dist="38100" dir="2700000" algn="tl" rotWithShape="0">
                <a:prstClr val="black">
                  <a:alpha val="3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algn="ctr"/>
              <a:r>
                <a:rPr lang="zh-CN" altLang="en-US" sz="2000" b="1" dirty="0">
                  <a:solidFill>
                    <a:schemeClr val="bg1"/>
                  </a:solidFill>
                  <a:latin typeface="思源黑体" panose="020B0500000000000000" pitchFamily="34" charset="-122"/>
                  <a:ea typeface="思源黑体" panose="020B0500000000000000" pitchFamily="34" charset="-122"/>
                  <a:cs typeface="+mn-ea"/>
                </a:rPr>
                <a:t>输入标题</a:t>
              </a:r>
              <a:endParaRPr lang="en-US" sz="2000" b="1" dirty="0">
                <a:solidFill>
                  <a:schemeClr val="bg1"/>
                </a:solidFill>
                <a:latin typeface="思源黑体" panose="020B0500000000000000" pitchFamily="34" charset="-122"/>
                <a:ea typeface="思源黑体" panose="020B0500000000000000" pitchFamily="34" charset="-122"/>
                <a:cs typeface="+mn-ea"/>
              </a:endParaRPr>
            </a:p>
          </p:txBody>
        </p:sp>
        <p:sp>
          <p:nvSpPr>
            <p:cNvPr id="44" name="Rectangle 29"/>
            <p:cNvSpPr/>
            <p:nvPr/>
          </p:nvSpPr>
          <p:spPr>
            <a:xfrm>
              <a:off x="1568730" y="2824972"/>
              <a:ext cx="1896600" cy="831318"/>
            </a:xfrm>
            <a:prstGeom prst="rect">
              <a:avLst/>
            </a:prstGeom>
          </p:spPr>
          <p:txBody>
            <a:bodyPr wrap="square">
              <a:spAutoFit/>
            </a:bodyPr>
            <a:lstStyle/>
            <a:p>
              <a:pPr lvl="0" algn="l">
                <a:lnSpc>
                  <a:spcPts val="2000"/>
                </a:lnSpc>
                <a:defRPr/>
              </a:pPr>
              <a:r>
                <a:rPr lang="zh-CN" altLang="en-US" sz="1100" dirty="0">
                  <a:solidFill>
                    <a:schemeClr val="tx1">
                      <a:lumMod val="75000"/>
                      <a:lumOff val="25000"/>
                    </a:schemeClr>
                  </a:solidFill>
                  <a:latin typeface="思源黑体" panose="020B0500000000000000" pitchFamily="34" charset="-122"/>
                  <a:ea typeface="思源黑体" panose="020B0500000000000000" pitchFamily="34" charset="-122"/>
                  <a:sym typeface="FZHei-B01S" panose="02010601030101010101" pitchFamily="2" charset="-122"/>
                </a:rPr>
                <a:t>请在此处添加具体内容，文字尽量言简意赅，简单说明即可，不必过于繁琐</a:t>
              </a:r>
              <a:endParaRPr lang="zh-CN" altLang="en-US" sz="1100" dirty="0">
                <a:solidFill>
                  <a:schemeClr val="tx1">
                    <a:lumMod val="75000"/>
                    <a:lumOff val="25000"/>
                  </a:schemeClr>
                </a:solidFill>
                <a:latin typeface="思源黑体" panose="020B0500000000000000" pitchFamily="34" charset="-122"/>
                <a:ea typeface="思源黑体" panose="020B0500000000000000" pitchFamily="34" charset="-122"/>
                <a:sym typeface="FZHei-B01S" panose="02010601030101010101" pitchFamily="2"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par>
                                <p:cTn id="13" presetID="10" presetClass="entr" presetSubtype="0" fill="hold" nodeType="withEffect">
                                  <p:stCondLst>
                                    <p:cond delay="0"/>
                                  </p:stCondLst>
                                  <p:childTnLst>
                                    <p:set>
                                      <p:cBhvr>
                                        <p:cTn id="14" dur="1" fill="hold">
                                          <p:stCondLst>
                                            <p:cond delay="0"/>
                                          </p:stCondLst>
                                        </p:cTn>
                                        <p:tgtEl>
                                          <p:spTgt spid="39"/>
                                        </p:tgtEl>
                                        <p:attrNameLst>
                                          <p:attrName>style.visibility</p:attrName>
                                        </p:attrNameLst>
                                      </p:cBhvr>
                                      <p:to>
                                        <p:strVal val="visible"/>
                                      </p:to>
                                    </p:set>
                                    <p:animEffect transition="in" filter="fade">
                                      <p:cBhvr>
                                        <p:cTn id="15" dur="500"/>
                                        <p:tgtEl>
                                          <p:spTgt spid="39"/>
                                        </p:tgtEl>
                                      </p:cBhvr>
                                    </p:animEffect>
                                  </p:childTnLst>
                                </p:cTn>
                              </p:par>
                              <p:par>
                                <p:cTn id="16" presetID="10" presetClass="entr" presetSubtype="0" fill="hold" nodeType="withEffect">
                                  <p:stCondLst>
                                    <p:cond delay="0"/>
                                  </p:stCondLst>
                                  <p:childTnLst>
                                    <p:set>
                                      <p:cBhvr>
                                        <p:cTn id="17" dur="1" fill="hold">
                                          <p:stCondLst>
                                            <p:cond delay="0"/>
                                          </p:stCondLst>
                                        </p:cTn>
                                        <p:tgtEl>
                                          <p:spTgt spid="36"/>
                                        </p:tgtEl>
                                        <p:attrNameLst>
                                          <p:attrName>style.visibility</p:attrName>
                                        </p:attrNameLst>
                                      </p:cBhvr>
                                      <p:to>
                                        <p:strVal val="visible"/>
                                      </p:to>
                                    </p:set>
                                    <p:animEffect transition="in" filter="fade">
                                      <p:cBhvr>
                                        <p:cTn id="18" dur="500"/>
                                        <p:tgtEl>
                                          <p:spTgt spid="36"/>
                                        </p:tgtEl>
                                      </p:cBhvr>
                                    </p:animEffect>
                                  </p:childTnLst>
                                </p:cTn>
                              </p:par>
                              <p:par>
                                <p:cTn id="19" presetID="10" presetClass="entr" presetSubtype="0" fill="hold" nodeType="withEffect">
                                  <p:stCondLst>
                                    <p:cond delay="0"/>
                                  </p:stCondLst>
                                  <p:childTnLst>
                                    <p:set>
                                      <p:cBhvr>
                                        <p:cTn id="20" dur="1" fill="hold">
                                          <p:stCondLst>
                                            <p:cond delay="0"/>
                                          </p:stCondLst>
                                        </p:cTn>
                                        <p:tgtEl>
                                          <p:spTgt spid="42"/>
                                        </p:tgtEl>
                                        <p:attrNameLst>
                                          <p:attrName>style.visibility</p:attrName>
                                        </p:attrNameLst>
                                      </p:cBhvr>
                                      <p:to>
                                        <p:strVal val="visible"/>
                                      </p:to>
                                    </p:set>
                                    <p:animEffect transition="in" filter="fade">
                                      <p:cBhvr>
                                        <p:cTn id="21" dur="500"/>
                                        <p:tgtEl>
                                          <p:spTgt spid="42"/>
                                        </p:tgtEl>
                                      </p:cBhvr>
                                    </p:animEffect>
                                  </p:childTnLst>
                                </p:cTn>
                              </p:par>
                            </p:childTnLst>
                          </p:cTn>
                        </p:par>
                        <p:par>
                          <p:cTn id="22" fill="hold">
                            <p:stCondLst>
                              <p:cond delay="500"/>
                            </p:stCondLst>
                            <p:childTnLst>
                              <p:par>
                                <p:cTn id="23" presetID="23" presetClass="entr" presetSubtype="16" fill="hold" nodeType="after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p:cTn id="25" dur="500" fill="hold"/>
                                        <p:tgtEl>
                                          <p:spTgt spid="9"/>
                                        </p:tgtEl>
                                        <p:attrNameLst>
                                          <p:attrName>ppt_w</p:attrName>
                                        </p:attrNameLst>
                                      </p:cBhvr>
                                      <p:tavLst>
                                        <p:tav tm="0">
                                          <p:val>
                                            <p:fltVal val="0"/>
                                          </p:val>
                                        </p:tav>
                                        <p:tav tm="100000">
                                          <p:val>
                                            <p:strVal val="#ppt_w"/>
                                          </p:val>
                                        </p:tav>
                                      </p:tavLst>
                                    </p:anim>
                                    <p:anim calcmode="lin" valueType="num">
                                      <p:cBhvr>
                                        <p:cTn id="26" dur="500" fill="hold"/>
                                        <p:tgtEl>
                                          <p:spTgt spid="9"/>
                                        </p:tgtEl>
                                        <p:attrNameLst>
                                          <p:attrName>ppt_h</p:attrName>
                                        </p:attrNameLst>
                                      </p:cBhvr>
                                      <p:tavLst>
                                        <p:tav tm="0">
                                          <p:val>
                                            <p:fltVal val="0"/>
                                          </p:val>
                                        </p:tav>
                                        <p:tav tm="100000">
                                          <p:val>
                                            <p:strVal val="#ppt_h"/>
                                          </p:val>
                                        </p:tav>
                                      </p:tavLst>
                                    </p:anim>
                                  </p:childTnLst>
                                </p:cTn>
                              </p:par>
                            </p:childTnLst>
                          </p:cTn>
                        </p:par>
                        <p:par>
                          <p:cTn id="27" fill="hold">
                            <p:stCondLst>
                              <p:cond delay="1000"/>
                            </p:stCondLst>
                            <p:childTnLst>
                              <p:par>
                                <p:cTn id="28" presetID="23" presetClass="entr" presetSubtype="16" fill="hold" nodeType="afterEffect">
                                  <p:stCondLst>
                                    <p:cond delay="0"/>
                                  </p:stCondLst>
                                  <p:childTnLst>
                                    <p:set>
                                      <p:cBhvr>
                                        <p:cTn id="29" dur="1" fill="hold">
                                          <p:stCondLst>
                                            <p:cond delay="0"/>
                                          </p:stCondLst>
                                        </p:cTn>
                                        <p:tgtEl>
                                          <p:spTgt spid="13"/>
                                        </p:tgtEl>
                                        <p:attrNameLst>
                                          <p:attrName>style.visibility</p:attrName>
                                        </p:attrNameLst>
                                      </p:cBhvr>
                                      <p:to>
                                        <p:strVal val="visible"/>
                                      </p:to>
                                    </p:set>
                                    <p:anim calcmode="lin" valueType="num">
                                      <p:cBhvr>
                                        <p:cTn id="30" dur="500" fill="hold"/>
                                        <p:tgtEl>
                                          <p:spTgt spid="13"/>
                                        </p:tgtEl>
                                        <p:attrNameLst>
                                          <p:attrName>ppt_w</p:attrName>
                                        </p:attrNameLst>
                                      </p:cBhvr>
                                      <p:tavLst>
                                        <p:tav tm="0">
                                          <p:val>
                                            <p:fltVal val="0"/>
                                          </p:val>
                                        </p:tav>
                                        <p:tav tm="100000">
                                          <p:val>
                                            <p:strVal val="#ppt_w"/>
                                          </p:val>
                                        </p:tav>
                                      </p:tavLst>
                                    </p:anim>
                                    <p:anim calcmode="lin" valueType="num">
                                      <p:cBhvr>
                                        <p:cTn id="31" dur="500" fill="hold"/>
                                        <p:tgtEl>
                                          <p:spTgt spid="13"/>
                                        </p:tgtEl>
                                        <p:attrNameLst>
                                          <p:attrName>ppt_h</p:attrName>
                                        </p:attrNameLst>
                                      </p:cBhvr>
                                      <p:tavLst>
                                        <p:tav tm="0">
                                          <p:val>
                                            <p:fltVal val="0"/>
                                          </p:val>
                                        </p:tav>
                                        <p:tav tm="100000">
                                          <p:val>
                                            <p:strVal val="#ppt_h"/>
                                          </p:val>
                                        </p:tav>
                                      </p:tavLst>
                                    </p:anim>
                                  </p:childTnLst>
                                </p:cTn>
                              </p:par>
                            </p:childTnLst>
                          </p:cTn>
                        </p:par>
                        <p:par>
                          <p:cTn id="32" fill="hold">
                            <p:stCondLst>
                              <p:cond delay="1500"/>
                            </p:stCondLst>
                            <p:childTnLst>
                              <p:par>
                                <p:cTn id="33" presetID="23" presetClass="entr" presetSubtype="16" fill="hold" nodeType="afterEffect">
                                  <p:stCondLst>
                                    <p:cond delay="0"/>
                                  </p:stCondLst>
                                  <p:childTnLst>
                                    <p:set>
                                      <p:cBhvr>
                                        <p:cTn id="34" dur="1" fill="hold">
                                          <p:stCondLst>
                                            <p:cond delay="0"/>
                                          </p:stCondLst>
                                        </p:cTn>
                                        <p:tgtEl>
                                          <p:spTgt spid="17"/>
                                        </p:tgtEl>
                                        <p:attrNameLst>
                                          <p:attrName>style.visibility</p:attrName>
                                        </p:attrNameLst>
                                      </p:cBhvr>
                                      <p:to>
                                        <p:strVal val="visible"/>
                                      </p:to>
                                    </p:set>
                                    <p:anim calcmode="lin" valueType="num">
                                      <p:cBhvr>
                                        <p:cTn id="35" dur="500" fill="hold"/>
                                        <p:tgtEl>
                                          <p:spTgt spid="17"/>
                                        </p:tgtEl>
                                        <p:attrNameLst>
                                          <p:attrName>ppt_w</p:attrName>
                                        </p:attrNameLst>
                                      </p:cBhvr>
                                      <p:tavLst>
                                        <p:tav tm="0">
                                          <p:val>
                                            <p:fltVal val="0"/>
                                          </p:val>
                                        </p:tav>
                                        <p:tav tm="100000">
                                          <p:val>
                                            <p:strVal val="#ppt_w"/>
                                          </p:val>
                                        </p:tav>
                                      </p:tavLst>
                                    </p:anim>
                                    <p:anim calcmode="lin" valueType="num">
                                      <p:cBhvr>
                                        <p:cTn id="36" dur="500" fill="hold"/>
                                        <p:tgtEl>
                                          <p:spTgt spid="17"/>
                                        </p:tgtEl>
                                        <p:attrNameLst>
                                          <p:attrName>ppt_h</p:attrName>
                                        </p:attrNameLst>
                                      </p:cBhvr>
                                      <p:tavLst>
                                        <p:tav tm="0">
                                          <p:val>
                                            <p:fltVal val="0"/>
                                          </p:val>
                                        </p:tav>
                                        <p:tav tm="100000">
                                          <p:val>
                                            <p:strVal val="#ppt_h"/>
                                          </p:val>
                                        </p:tav>
                                      </p:tavLst>
                                    </p:anim>
                                  </p:childTnLst>
                                </p:cTn>
                              </p:par>
                            </p:childTnLst>
                          </p:cTn>
                        </p:par>
                        <p:par>
                          <p:cTn id="37" fill="hold">
                            <p:stCondLst>
                              <p:cond delay="2000"/>
                            </p:stCondLst>
                            <p:childTnLst>
                              <p:par>
                                <p:cTn id="38" presetID="23" presetClass="entr" presetSubtype="16" fill="hold" nodeType="afterEffect">
                                  <p:stCondLst>
                                    <p:cond delay="0"/>
                                  </p:stCondLst>
                                  <p:childTnLst>
                                    <p:set>
                                      <p:cBhvr>
                                        <p:cTn id="39" dur="1" fill="hold">
                                          <p:stCondLst>
                                            <p:cond delay="0"/>
                                          </p:stCondLst>
                                        </p:cTn>
                                        <p:tgtEl>
                                          <p:spTgt spid="21"/>
                                        </p:tgtEl>
                                        <p:attrNameLst>
                                          <p:attrName>style.visibility</p:attrName>
                                        </p:attrNameLst>
                                      </p:cBhvr>
                                      <p:to>
                                        <p:strVal val="visible"/>
                                      </p:to>
                                    </p:set>
                                    <p:anim calcmode="lin" valueType="num">
                                      <p:cBhvr>
                                        <p:cTn id="40" dur="500" fill="hold"/>
                                        <p:tgtEl>
                                          <p:spTgt spid="21"/>
                                        </p:tgtEl>
                                        <p:attrNameLst>
                                          <p:attrName>ppt_w</p:attrName>
                                        </p:attrNameLst>
                                      </p:cBhvr>
                                      <p:tavLst>
                                        <p:tav tm="0">
                                          <p:val>
                                            <p:fltVal val="0"/>
                                          </p:val>
                                        </p:tav>
                                        <p:tav tm="100000">
                                          <p:val>
                                            <p:strVal val="#ppt_w"/>
                                          </p:val>
                                        </p:tav>
                                      </p:tavLst>
                                    </p:anim>
                                    <p:anim calcmode="lin" valueType="num">
                                      <p:cBhvr>
                                        <p:cTn id="41" dur="500" fill="hold"/>
                                        <p:tgtEl>
                                          <p:spTgt spid="2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 y="-2"/>
            <a:ext cx="12191999" cy="6858000"/>
            <a:chOff x="1" y="-2"/>
            <a:chExt cx="12191999" cy="6858000"/>
          </a:xfrm>
        </p:grpSpPr>
        <p:pic>
          <p:nvPicPr>
            <p:cNvPr id="85" name="图片 84"/>
            <p:cNvPicPr>
              <a:picLocks noChangeAspect="1"/>
            </p:cNvPicPr>
            <p:nvPr/>
          </p:nvPicPr>
          <p:blipFill>
            <a:blip r:embed="rId2">
              <a:extLst>
                <a:ext uri="{BEBA8EAE-BF5A-486C-A8C5-ECC9F3942E4B}">
                  <a14:imgProps xmlns:a14="http://schemas.microsoft.com/office/drawing/2010/main">
                    <a14:imgLayer r:embed="rId3">
                      <a14:imgEffect>
                        <a14:brightnessContrast contrast="40000"/>
                      </a14:imgEffect>
                      <a14:imgEffect>
                        <a14:saturation sat="400000"/>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1" y="-2"/>
              <a:ext cx="12191999" cy="6858000"/>
            </a:xfrm>
            <a:prstGeom prst="rect">
              <a:avLst/>
            </a:prstGeom>
          </p:spPr>
        </p:pic>
        <p:sp>
          <p:nvSpPr>
            <p:cNvPr id="2" name="矩形 1"/>
            <p:cNvSpPr/>
            <p:nvPr/>
          </p:nvSpPr>
          <p:spPr>
            <a:xfrm>
              <a:off x="250371" y="267786"/>
              <a:ext cx="11691258" cy="632242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lumMod val="75000"/>
                    <a:lumOff val="25000"/>
                  </a:schemeClr>
                </a:solidFill>
                <a:latin typeface="思源黑体" panose="020B0500000000000000" pitchFamily="34" charset="-122"/>
                <a:ea typeface="思源黑体" panose="020B0500000000000000" pitchFamily="34" charset="-122"/>
              </a:endParaRPr>
            </a:p>
          </p:txBody>
        </p:sp>
      </p:grpSp>
      <p:grpSp>
        <p:nvGrpSpPr>
          <p:cNvPr id="6" name="组合 5"/>
          <p:cNvGrpSpPr/>
          <p:nvPr/>
        </p:nvGrpSpPr>
        <p:grpSpPr>
          <a:xfrm>
            <a:off x="942702" y="876582"/>
            <a:ext cx="2483440" cy="677108"/>
            <a:chOff x="250371" y="432445"/>
            <a:chExt cx="2483440" cy="677108"/>
          </a:xfrm>
        </p:grpSpPr>
        <p:sp>
          <p:nvSpPr>
            <p:cNvPr id="58" name="1"/>
            <p:cNvSpPr/>
            <p:nvPr/>
          </p:nvSpPr>
          <p:spPr>
            <a:xfrm flipV="1">
              <a:off x="250371" y="503428"/>
              <a:ext cx="144000" cy="527747"/>
            </a:xfrm>
            <a:prstGeom prst="rect">
              <a:avLst/>
            </a:prstGeom>
            <a:solidFill>
              <a:srgbClr val="587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panose="020B0500000000000000" pitchFamily="34" charset="-122"/>
                <a:ea typeface="思源黑体" panose="020B0500000000000000" pitchFamily="34" charset="-122"/>
              </a:endParaRPr>
            </a:p>
          </p:txBody>
        </p:sp>
        <p:sp>
          <p:nvSpPr>
            <p:cNvPr id="63" name="文本框 62"/>
            <p:cNvSpPr txBox="1"/>
            <p:nvPr/>
          </p:nvSpPr>
          <p:spPr>
            <a:xfrm>
              <a:off x="468735" y="432445"/>
              <a:ext cx="2265076" cy="523220"/>
            </a:xfrm>
            <a:prstGeom prst="rect">
              <a:avLst/>
            </a:prstGeom>
            <a:noFill/>
          </p:spPr>
          <p:txBody>
            <a:bodyPr wrap="square" rtlCol="0">
              <a:spAutoFit/>
            </a:bodyPr>
            <a:lstStyle/>
            <a:p>
              <a:r>
                <a:rPr lang="en-US" altLang="zh-CN" sz="2800" b="1" dirty="0">
                  <a:solidFill>
                    <a:srgbClr val="2E5596"/>
                  </a:solidFill>
                  <a:latin typeface="思源黑体" panose="020B0500000000000000" pitchFamily="34" charset="-122"/>
                  <a:ea typeface="思源黑体" panose="020B0500000000000000" pitchFamily="34" charset="-122"/>
                </a:rPr>
                <a:t>02/</a:t>
              </a:r>
              <a:r>
                <a:rPr lang="zh-CN" altLang="en-US" sz="2800" b="1" dirty="0">
                  <a:solidFill>
                    <a:srgbClr val="2E5596"/>
                  </a:solidFill>
                  <a:latin typeface="思源黑体" panose="020B0500000000000000" pitchFamily="34" charset="-122"/>
                  <a:ea typeface="思源黑体" panose="020B0500000000000000" pitchFamily="34" charset="-122"/>
                </a:rPr>
                <a:t>完成情况</a:t>
              </a:r>
              <a:endParaRPr lang="zh-CN" altLang="en-US" sz="2800" b="1" dirty="0">
                <a:solidFill>
                  <a:srgbClr val="2E5596"/>
                </a:solidFill>
                <a:latin typeface="思源黑体" panose="020B0500000000000000" pitchFamily="34" charset="-122"/>
                <a:ea typeface="思源黑体" panose="020B0500000000000000" pitchFamily="34" charset="-122"/>
              </a:endParaRPr>
            </a:p>
          </p:txBody>
        </p:sp>
        <p:sp>
          <p:nvSpPr>
            <p:cNvPr id="64" name="文本框 63"/>
            <p:cNvSpPr txBox="1"/>
            <p:nvPr/>
          </p:nvSpPr>
          <p:spPr>
            <a:xfrm>
              <a:off x="468735" y="801776"/>
              <a:ext cx="2265076" cy="307777"/>
            </a:xfrm>
            <a:prstGeom prst="rect">
              <a:avLst/>
            </a:prstGeom>
            <a:noFill/>
          </p:spPr>
          <p:txBody>
            <a:bodyPr wrap="square" rtlCol="0">
              <a:spAutoFit/>
            </a:bodyPr>
            <a:lstStyle/>
            <a:p>
              <a:r>
                <a:rPr lang="en-US" altLang="zh-CN" sz="1400" dirty="0">
                  <a:solidFill>
                    <a:schemeClr val="tx1">
                      <a:lumMod val="65000"/>
                      <a:lumOff val="35000"/>
                    </a:schemeClr>
                  </a:solidFill>
                  <a:latin typeface="思源黑体" panose="020B0500000000000000" pitchFamily="34" charset="-122"/>
                  <a:ea typeface="思源黑体" panose="020B0500000000000000" pitchFamily="34" charset="-122"/>
                </a:rPr>
                <a:t>Mid year work summary</a:t>
              </a:r>
              <a:endParaRPr lang="en-US" altLang="zh-CN" sz="1400" dirty="0">
                <a:solidFill>
                  <a:schemeClr val="tx1">
                    <a:lumMod val="65000"/>
                    <a:lumOff val="35000"/>
                  </a:schemeClr>
                </a:solidFill>
                <a:latin typeface="思源黑体" panose="020B0500000000000000" pitchFamily="34" charset="-122"/>
                <a:ea typeface="思源黑体" panose="020B0500000000000000" pitchFamily="34" charset="-122"/>
              </a:endParaRPr>
            </a:p>
          </p:txBody>
        </p:sp>
      </p:grpSp>
      <p:graphicFrame>
        <p:nvGraphicFramePr>
          <p:cNvPr id="9" name="Chart 1"/>
          <p:cNvGraphicFramePr/>
          <p:nvPr/>
        </p:nvGraphicFramePr>
        <p:xfrm>
          <a:off x="1160321" y="2359337"/>
          <a:ext cx="4327002" cy="3308716"/>
        </p:xfrm>
        <a:graphic>
          <a:graphicData uri="http://schemas.openxmlformats.org/drawingml/2006/chart">
            <c:chart xmlns:c="http://schemas.openxmlformats.org/drawingml/2006/chart" xmlns:r="http://schemas.openxmlformats.org/officeDocument/2006/relationships" r:id="rId1"/>
          </a:graphicData>
        </a:graphic>
      </p:graphicFrame>
      <p:grpSp>
        <p:nvGrpSpPr>
          <p:cNvPr id="5" name="组合 4"/>
          <p:cNvGrpSpPr/>
          <p:nvPr/>
        </p:nvGrpSpPr>
        <p:grpSpPr>
          <a:xfrm>
            <a:off x="5949331" y="2739252"/>
            <a:ext cx="1688598" cy="2507687"/>
            <a:chOff x="5949331" y="2739252"/>
            <a:chExt cx="1688598" cy="2507687"/>
          </a:xfrm>
        </p:grpSpPr>
        <p:sp>
          <p:nvSpPr>
            <p:cNvPr id="10" name="Rounded Rectangle 142"/>
            <p:cNvSpPr/>
            <p:nvPr/>
          </p:nvSpPr>
          <p:spPr>
            <a:xfrm>
              <a:off x="6503220" y="2739252"/>
              <a:ext cx="662321" cy="662321"/>
            </a:xfrm>
            <a:prstGeom prst="roundRect">
              <a:avLst>
                <a:gd name="adj" fmla="val 50000"/>
              </a:avLst>
            </a:prstGeom>
            <a:solidFill>
              <a:srgbClr val="2C518E"/>
            </a:solidFill>
            <a:ln w="12700">
              <a:noFill/>
            </a:ln>
            <a:effectLst>
              <a:outerShdw blurRad="177800" sx="102000" sy="102000" algn="ctr"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lumMod val="75000"/>
                    <a:lumOff val="25000"/>
                  </a:schemeClr>
                </a:solidFill>
                <a:latin typeface="思源黑体" panose="020B0500000000000000" pitchFamily="34" charset="-122"/>
                <a:ea typeface="思源黑体" panose="020B0500000000000000" pitchFamily="34" charset="-122"/>
              </a:endParaRPr>
            </a:p>
          </p:txBody>
        </p:sp>
        <p:sp>
          <p:nvSpPr>
            <p:cNvPr id="11" name="Freeform 177"/>
            <p:cNvSpPr>
              <a:spLocks noEditPoints="1"/>
            </p:cNvSpPr>
            <p:nvPr/>
          </p:nvSpPr>
          <p:spPr bwMode="auto">
            <a:xfrm>
              <a:off x="6650259" y="2888935"/>
              <a:ext cx="368243" cy="362953"/>
            </a:xfrm>
            <a:custGeom>
              <a:avLst/>
              <a:gdLst>
                <a:gd name="T0" fmla="*/ 127 w 147"/>
                <a:gd name="T1" fmla="*/ 38 h 145"/>
                <a:gd name="T2" fmla="*/ 106 w 147"/>
                <a:gd name="T3" fmla="*/ 14 h 145"/>
                <a:gd name="T4" fmla="*/ 59 w 147"/>
                <a:gd name="T5" fmla="*/ 3 h 145"/>
                <a:gd name="T6" fmla="*/ 23 w 147"/>
                <a:gd name="T7" fmla="*/ 38 h 145"/>
                <a:gd name="T8" fmla="*/ 0 w 147"/>
                <a:gd name="T9" fmla="*/ 45 h 145"/>
                <a:gd name="T10" fmla="*/ 6 w 147"/>
                <a:gd name="T11" fmla="*/ 65 h 145"/>
                <a:gd name="T12" fmla="*/ 13 w 147"/>
                <a:gd name="T13" fmla="*/ 138 h 145"/>
                <a:gd name="T14" fmla="*/ 127 w 147"/>
                <a:gd name="T15" fmla="*/ 145 h 145"/>
                <a:gd name="T16" fmla="*/ 133 w 147"/>
                <a:gd name="T17" fmla="*/ 65 h 145"/>
                <a:gd name="T18" fmla="*/ 147 w 147"/>
                <a:gd name="T19" fmla="*/ 58 h 145"/>
                <a:gd name="T20" fmla="*/ 140 w 147"/>
                <a:gd name="T21" fmla="*/ 38 h 145"/>
                <a:gd name="T22" fmla="*/ 116 w 147"/>
                <a:gd name="T23" fmla="*/ 25 h 145"/>
                <a:gd name="T24" fmla="*/ 119 w 147"/>
                <a:gd name="T25" fmla="*/ 38 h 145"/>
                <a:gd name="T26" fmla="*/ 112 w 147"/>
                <a:gd name="T27" fmla="*/ 33 h 145"/>
                <a:gd name="T28" fmla="*/ 103 w 147"/>
                <a:gd name="T29" fmla="*/ 28 h 145"/>
                <a:gd name="T30" fmla="*/ 96 w 147"/>
                <a:gd name="T31" fmla="*/ 25 h 145"/>
                <a:gd name="T32" fmla="*/ 108 w 147"/>
                <a:gd name="T33" fmla="*/ 20 h 145"/>
                <a:gd name="T34" fmla="*/ 62 w 147"/>
                <a:gd name="T35" fmla="*/ 38 h 145"/>
                <a:gd name="T36" fmla="*/ 106 w 147"/>
                <a:gd name="T37" fmla="*/ 38 h 145"/>
                <a:gd name="T38" fmla="*/ 55 w 147"/>
                <a:gd name="T39" fmla="*/ 9 h 145"/>
                <a:gd name="T40" fmla="*/ 54 w 147"/>
                <a:gd name="T41" fmla="*/ 38 h 145"/>
                <a:gd name="T42" fmla="*/ 39 w 147"/>
                <a:gd name="T43" fmla="*/ 38 h 145"/>
                <a:gd name="T44" fmla="*/ 31 w 147"/>
                <a:gd name="T45" fmla="*/ 38 h 145"/>
                <a:gd name="T46" fmla="*/ 127 w 147"/>
                <a:gd name="T47" fmla="*/ 138 h 145"/>
                <a:gd name="T48" fmla="*/ 20 w 147"/>
                <a:gd name="T49" fmla="*/ 65 h 145"/>
                <a:gd name="T50" fmla="*/ 127 w 147"/>
                <a:gd name="T51" fmla="*/ 138 h 145"/>
                <a:gd name="T52" fmla="*/ 6 w 147"/>
                <a:gd name="T53" fmla="*/ 58 h 145"/>
                <a:gd name="T54" fmla="*/ 140 w 147"/>
                <a:gd name="T55" fmla="*/ 45 h 145"/>
                <a:gd name="T56" fmla="*/ 58 w 147"/>
                <a:gd name="T57" fmla="*/ 18 h 145"/>
                <a:gd name="T58" fmla="*/ 49 w 147"/>
                <a:gd name="T59" fmla="*/ 21 h 145"/>
                <a:gd name="T60" fmla="*/ 58 w 147"/>
                <a:gd name="T61" fmla="*/ 18 h 145"/>
                <a:gd name="T62" fmla="*/ 45 w 147"/>
                <a:gd name="T63" fmla="*/ 26 h 145"/>
                <a:gd name="T64" fmla="*/ 48 w 147"/>
                <a:gd name="T65" fmla="*/ 35 h 145"/>
                <a:gd name="T66" fmla="*/ 53 w 147"/>
                <a:gd name="T67" fmla="*/ 98 h 145"/>
                <a:gd name="T68" fmla="*/ 100 w 147"/>
                <a:gd name="T69" fmla="*/ 92 h 145"/>
                <a:gd name="T70" fmla="*/ 93 w 147"/>
                <a:gd name="T71" fmla="*/ 78 h 145"/>
                <a:gd name="T72" fmla="*/ 47 w 147"/>
                <a:gd name="T73" fmla="*/ 85 h 145"/>
                <a:gd name="T74" fmla="*/ 53 w 147"/>
                <a:gd name="T75" fmla="*/ 98 h 145"/>
                <a:gd name="T76" fmla="*/ 93 w 147"/>
                <a:gd name="T77" fmla="*/ 85 h 145"/>
                <a:gd name="T78" fmla="*/ 53 w 147"/>
                <a:gd name="T79" fmla="*/ 92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47" h="145">
                  <a:moveTo>
                    <a:pt x="140" y="38"/>
                  </a:moveTo>
                  <a:cubicBezTo>
                    <a:pt x="127" y="38"/>
                    <a:pt x="127" y="38"/>
                    <a:pt x="127" y="38"/>
                  </a:cubicBezTo>
                  <a:cubicBezTo>
                    <a:pt x="123" y="23"/>
                    <a:pt x="123" y="23"/>
                    <a:pt x="123" y="23"/>
                  </a:cubicBezTo>
                  <a:cubicBezTo>
                    <a:pt x="121" y="16"/>
                    <a:pt x="114" y="12"/>
                    <a:pt x="106" y="14"/>
                  </a:cubicBezTo>
                  <a:cubicBezTo>
                    <a:pt x="86" y="19"/>
                    <a:pt x="86" y="19"/>
                    <a:pt x="86" y="19"/>
                  </a:cubicBezTo>
                  <a:cubicBezTo>
                    <a:pt x="59" y="3"/>
                    <a:pt x="59" y="3"/>
                    <a:pt x="59" y="3"/>
                  </a:cubicBezTo>
                  <a:cubicBezTo>
                    <a:pt x="52" y="0"/>
                    <a:pt x="44" y="2"/>
                    <a:pt x="40" y="8"/>
                  </a:cubicBezTo>
                  <a:cubicBezTo>
                    <a:pt x="23" y="38"/>
                    <a:pt x="23" y="38"/>
                    <a:pt x="23" y="38"/>
                  </a:cubicBezTo>
                  <a:cubicBezTo>
                    <a:pt x="6" y="38"/>
                    <a:pt x="6" y="38"/>
                    <a:pt x="6" y="38"/>
                  </a:cubicBezTo>
                  <a:cubicBezTo>
                    <a:pt x="3" y="38"/>
                    <a:pt x="0" y="41"/>
                    <a:pt x="0" y="45"/>
                  </a:cubicBezTo>
                  <a:cubicBezTo>
                    <a:pt x="0" y="58"/>
                    <a:pt x="0" y="58"/>
                    <a:pt x="0" y="58"/>
                  </a:cubicBezTo>
                  <a:cubicBezTo>
                    <a:pt x="0" y="62"/>
                    <a:pt x="3" y="65"/>
                    <a:pt x="6" y="65"/>
                  </a:cubicBezTo>
                  <a:cubicBezTo>
                    <a:pt x="13" y="65"/>
                    <a:pt x="13" y="65"/>
                    <a:pt x="13" y="65"/>
                  </a:cubicBezTo>
                  <a:cubicBezTo>
                    <a:pt x="13" y="138"/>
                    <a:pt x="13" y="138"/>
                    <a:pt x="13" y="138"/>
                  </a:cubicBezTo>
                  <a:cubicBezTo>
                    <a:pt x="13" y="142"/>
                    <a:pt x="16" y="145"/>
                    <a:pt x="20" y="145"/>
                  </a:cubicBezTo>
                  <a:cubicBezTo>
                    <a:pt x="127" y="145"/>
                    <a:pt x="127" y="145"/>
                    <a:pt x="127" y="145"/>
                  </a:cubicBezTo>
                  <a:cubicBezTo>
                    <a:pt x="130" y="145"/>
                    <a:pt x="133" y="142"/>
                    <a:pt x="133" y="138"/>
                  </a:cubicBezTo>
                  <a:cubicBezTo>
                    <a:pt x="133" y="65"/>
                    <a:pt x="133" y="65"/>
                    <a:pt x="133" y="65"/>
                  </a:cubicBezTo>
                  <a:cubicBezTo>
                    <a:pt x="140" y="65"/>
                    <a:pt x="140" y="65"/>
                    <a:pt x="140" y="65"/>
                  </a:cubicBezTo>
                  <a:cubicBezTo>
                    <a:pt x="144" y="65"/>
                    <a:pt x="147" y="62"/>
                    <a:pt x="147" y="58"/>
                  </a:cubicBezTo>
                  <a:cubicBezTo>
                    <a:pt x="147" y="45"/>
                    <a:pt x="147" y="45"/>
                    <a:pt x="147" y="45"/>
                  </a:cubicBezTo>
                  <a:cubicBezTo>
                    <a:pt x="147" y="41"/>
                    <a:pt x="144" y="38"/>
                    <a:pt x="140" y="38"/>
                  </a:cubicBezTo>
                  <a:close/>
                  <a:moveTo>
                    <a:pt x="108" y="20"/>
                  </a:moveTo>
                  <a:cubicBezTo>
                    <a:pt x="112" y="19"/>
                    <a:pt x="115" y="21"/>
                    <a:pt x="116" y="25"/>
                  </a:cubicBezTo>
                  <a:cubicBezTo>
                    <a:pt x="120" y="38"/>
                    <a:pt x="120" y="38"/>
                    <a:pt x="120" y="38"/>
                  </a:cubicBezTo>
                  <a:cubicBezTo>
                    <a:pt x="119" y="38"/>
                    <a:pt x="119" y="38"/>
                    <a:pt x="119" y="38"/>
                  </a:cubicBezTo>
                  <a:cubicBezTo>
                    <a:pt x="111" y="33"/>
                    <a:pt x="111" y="33"/>
                    <a:pt x="111" y="33"/>
                  </a:cubicBezTo>
                  <a:cubicBezTo>
                    <a:pt x="112" y="33"/>
                    <a:pt x="112" y="33"/>
                    <a:pt x="112" y="33"/>
                  </a:cubicBezTo>
                  <a:cubicBezTo>
                    <a:pt x="110" y="26"/>
                    <a:pt x="110" y="26"/>
                    <a:pt x="110" y="26"/>
                  </a:cubicBezTo>
                  <a:cubicBezTo>
                    <a:pt x="103" y="28"/>
                    <a:pt x="103" y="28"/>
                    <a:pt x="103" y="28"/>
                  </a:cubicBezTo>
                  <a:cubicBezTo>
                    <a:pt x="104" y="29"/>
                    <a:pt x="104" y="29"/>
                    <a:pt x="104" y="29"/>
                  </a:cubicBezTo>
                  <a:cubicBezTo>
                    <a:pt x="96" y="25"/>
                    <a:pt x="96" y="25"/>
                    <a:pt x="96" y="25"/>
                  </a:cubicBezTo>
                  <a:cubicBezTo>
                    <a:pt x="95" y="23"/>
                    <a:pt x="95" y="23"/>
                    <a:pt x="95" y="23"/>
                  </a:cubicBezTo>
                  <a:lnTo>
                    <a:pt x="108" y="20"/>
                  </a:lnTo>
                  <a:close/>
                  <a:moveTo>
                    <a:pt x="106" y="38"/>
                  </a:moveTo>
                  <a:cubicBezTo>
                    <a:pt x="62" y="38"/>
                    <a:pt x="62" y="38"/>
                    <a:pt x="62" y="38"/>
                  </a:cubicBezTo>
                  <a:cubicBezTo>
                    <a:pt x="73" y="19"/>
                    <a:pt x="73" y="19"/>
                    <a:pt x="73" y="19"/>
                  </a:cubicBezTo>
                  <a:lnTo>
                    <a:pt x="106" y="38"/>
                  </a:lnTo>
                  <a:close/>
                  <a:moveTo>
                    <a:pt x="46" y="11"/>
                  </a:moveTo>
                  <a:cubicBezTo>
                    <a:pt x="48" y="8"/>
                    <a:pt x="52" y="7"/>
                    <a:pt x="55" y="9"/>
                  </a:cubicBezTo>
                  <a:cubicBezTo>
                    <a:pt x="67" y="16"/>
                    <a:pt x="67" y="16"/>
                    <a:pt x="67" y="16"/>
                  </a:cubicBezTo>
                  <a:cubicBezTo>
                    <a:pt x="54" y="38"/>
                    <a:pt x="54" y="38"/>
                    <a:pt x="54" y="38"/>
                  </a:cubicBezTo>
                  <a:cubicBezTo>
                    <a:pt x="39" y="38"/>
                    <a:pt x="39" y="38"/>
                    <a:pt x="39" y="38"/>
                  </a:cubicBezTo>
                  <a:cubicBezTo>
                    <a:pt x="39" y="38"/>
                    <a:pt x="39" y="38"/>
                    <a:pt x="39" y="38"/>
                  </a:cubicBezTo>
                  <a:cubicBezTo>
                    <a:pt x="38" y="38"/>
                    <a:pt x="38" y="38"/>
                    <a:pt x="38" y="38"/>
                  </a:cubicBezTo>
                  <a:cubicBezTo>
                    <a:pt x="31" y="38"/>
                    <a:pt x="31" y="38"/>
                    <a:pt x="31" y="38"/>
                  </a:cubicBezTo>
                  <a:lnTo>
                    <a:pt x="46" y="11"/>
                  </a:lnTo>
                  <a:close/>
                  <a:moveTo>
                    <a:pt x="127" y="138"/>
                  </a:moveTo>
                  <a:cubicBezTo>
                    <a:pt x="20" y="138"/>
                    <a:pt x="20" y="138"/>
                    <a:pt x="20" y="138"/>
                  </a:cubicBezTo>
                  <a:cubicBezTo>
                    <a:pt x="20" y="65"/>
                    <a:pt x="20" y="65"/>
                    <a:pt x="20" y="65"/>
                  </a:cubicBezTo>
                  <a:cubicBezTo>
                    <a:pt x="127" y="65"/>
                    <a:pt x="127" y="65"/>
                    <a:pt x="127" y="65"/>
                  </a:cubicBezTo>
                  <a:lnTo>
                    <a:pt x="127" y="138"/>
                  </a:lnTo>
                  <a:close/>
                  <a:moveTo>
                    <a:pt x="140" y="58"/>
                  </a:moveTo>
                  <a:cubicBezTo>
                    <a:pt x="6" y="58"/>
                    <a:pt x="6" y="58"/>
                    <a:pt x="6" y="58"/>
                  </a:cubicBezTo>
                  <a:cubicBezTo>
                    <a:pt x="6" y="45"/>
                    <a:pt x="6" y="45"/>
                    <a:pt x="6" y="45"/>
                  </a:cubicBezTo>
                  <a:cubicBezTo>
                    <a:pt x="140" y="45"/>
                    <a:pt x="140" y="45"/>
                    <a:pt x="140" y="45"/>
                  </a:cubicBezTo>
                  <a:lnTo>
                    <a:pt x="140" y="58"/>
                  </a:lnTo>
                  <a:close/>
                  <a:moveTo>
                    <a:pt x="58" y="18"/>
                  </a:moveTo>
                  <a:cubicBezTo>
                    <a:pt x="52" y="15"/>
                    <a:pt x="52" y="15"/>
                    <a:pt x="52" y="15"/>
                  </a:cubicBezTo>
                  <a:cubicBezTo>
                    <a:pt x="49" y="21"/>
                    <a:pt x="49" y="21"/>
                    <a:pt x="49" y="21"/>
                  </a:cubicBezTo>
                  <a:cubicBezTo>
                    <a:pt x="54" y="24"/>
                    <a:pt x="54" y="24"/>
                    <a:pt x="54" y="24"/>
                  </a:cubicBezTo>
                  <a:lnTo>
                    <a:pt x="58" y="18"/>
                  </a:lnTo>
                  <a:close/>
                  <a:moveTo>
                    <a:pt x="51" y="30"/>
                  </a:moveTo>
                  <a:cubicBezTo>
                    <a:pt x="45" y="26"/>
                    <a:pt x="45" y="26"/>
                    <a:pt x="45" y="26"/>
                  </a:cubicBezTo>
                  <a:cubicBezTo>
                    <a:pt x="42" y="32"/>
                    <a:pt x="42" y="32"/>
                    <a:pt x="42" y="32"/>
                  </a:cubicBezTo>
                  <a:cubicBezTo>
                    <a:pt x="48" y="35"/>
                    <a:pt x="48" y="35"/>
                    <a:pt x="48" y="35"/>
                  </a:cubicBezTo>
                  <a:lnTo>
                    <a:pt x="51" y="30"/>
                  </a:lnTo>
                  <a:close/>
                  <a:moveTo>
                    <a:pt x="53" y="98"/>
                  </a:moveTo>
                  <a:cubicBezTo>
                    <a:pt x="93" y="98"/>
                    <a:pt x="93" y="98"/>
                    <a:pt x="93" y="98"/>
                  </a:cubicBezTo>
                  <a:cubicBezTo>
                    <a:pt x="97" y="98"/>
                    <a:pt x="100" y="95"/>
                    <a:pt x="100" y="92"/>
                  </a:cubicBezTo>
                  <a:cubicBezTo>
                    <a:pt x="100" y="85"/>
                    <a:pt x="100" y="85"/>
                    <a:pt x="100" y="85"/>
                  </a:cubicBezTo>
                  <a:cubicBezTo>
                    <a:pt x="100" y="81"/>
                    <a:pt x="97" y="78"/>
                    <a:pt x="93" y="78"/>
                  </a:cubicBezTo>
                  <a:cubicBezTo>
                    <a:pt x="53" y="78"/>
                    <a:pt x="53" y="78"/>
                    <a:pt x="53" y="78"/>
                  </a:cubicBezTo>
                  <a:cubicBezTo>
                    <a:pt x="50" y="78"/>
                    <a:pt x="47" y="81"/>
                    <a:pt x="47" y="85"/>
                  </a:cubicBezTo>
                  <a:cubicBezTo>
                    <a:pt x="47" y="92"/>
                    <a:pt x="47" y="92"/>
                    <a:pt x="47" y="92"/>
                  </a:cubicBezTo>
                  <a:cubicBezTo>
                    <a:pt x="47" y="95"/>
                    <a:pt x="50" y="98"/>
                    <a:pt x="53" y="98"/>
                  </a:cubicBezTo>
                  <a:close/>
                  <a:moveTo>
                    <a:pt x="53" y="85"/>
                  </a:moveTo>
                  <a:cubicBezTo>
                    <a:pt x="93" y="85"/>
                    <a:pt x="93" y="85"/>
                    <a:pt x="93" y="85"/>
                  </a:cubicBezTo>
                  <a:cubicBezTo>
                    <a:pt x="93" y="92"/>
                    <a:pt x="93" y="92"/>
                    <a:pt x="93" y="92"/>
                  </a:cubicBezTo>
                  <a:cubicBezTo>
                    <a:pt x="53" y="92"/>
                    <a:pt x="53" y="92"/>
                    <a:pt x="53" y="92"/>
                  </a:cubicBezTo>
                  <a:lnTo>
                    <a:pt x="53" y="85"/>
                  </a:lnTo>
                  <a:close/>
                </a:path>
              </a:pathLst>
            </a:custGeom>
            <a:solidFill>
              <a:schemeClr val="bg1"/>
            </a:solidFill>
            <a:ln>
              <a:noFill/>
            </a:ln>
          </p:spPr>
          <p:txBody>
            <a:bodyPr vert="horz" wrap="square" lIns="60951" tIns="30475" rIns="60951" bIns="30475" numCol="1" anchor="t" anchorCtr="0" compatLnSpc="1"/>
            <a:lstStyle/>
            <a:p>
              <a:endParaRPr lang="en-US" sz="1200" dirty="0">
                <a:solidFill>
                  <a:schemeClr val="tx1">
                    <a:lumMod val="75000"/>
                    <a:lumOff val="25000"/>
                  </a:schemeClr>
                </a:solidFill>
                <a:latin typeface="思源黑体" panose="020B0500000000000000" pitchFamily="34" charset="-122"/>
                <a:ea typeface="思源黑体" panose="020B0500000000000000" pitchFamily="34" charset="-122"/>
              </a:endParaRPr>
            </a:p>
          </p:txBody>
        </p:sp>
        <p:sp>
          <p:nvSpPr>
            <p:cNvPr id="16" name="Rectangle 29"/>
            <p:cNvSpPr/>
            <p:nvPr/>
          </p:nvSpPr>
          <p:spPr>
            <a:xfrm>
              <a:off x="5949331" y="4156063"/>
              <a:ext cx="1688598" cy="1090876"/>
            </a:xfrm>
            <a:prstGeom prst="rect">
              <a:avLst/>
            </a:prstGeom>
          </p:spPr>
          <p:txBody>
            <a:bodyPr wrap="square">
              <a:spAutoFit/>
            </a:bodyPr>
            <a:lstStyle/>
            <a:p>
              <a:pPr lvl="0" algn="ctr">
                <a:lnSpc>
                  <a:spcPts val="2000"/>
                </a:lnSpc>
                <a:defRPr/>
              </a:pPr>
              <a:r>
                <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sym typeface="FZHei-B01S" panose="02010601030101010101" pitchFamily="2" charset="-122"/>
                </a:rPr>
                <a:t>请在此处添加具体内容，文字尽量言简意赅，简单说明即可，不必过于繁琐。</a:t>
              </a:r>
              <a:endPar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sym typeface="FZHei-B01S" panose="02010601030101010101" pitchFamily="2" charset="-122"/>
              </a:endParaRPr>
            </a:p>
          </p:txBody>
        </p:sp>
        <p:sp>
          <p:nvSpPr>
            <p:cNvPr id="17" name="Rectangle 30"/>
            <p:cNvSpPr/>
            <p:nvPr/>
          </p:nvSpPr>
          <p:spPr>
            <a:xfrm>
              <a:off x="6247356" y="3818878"/>
              <a:ext cx="1092141" cy="337185"/>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600" b="1" noProof="0" dirty="0">
                  <a:ln>
                    <a:noFill/>
                  </a:ln>
                  <a:solidFill>
                    <a:schemeClr val="tx1">
                      <a:lumMod val="75000"/>
                      <a:lumOff val="25000"/>
                    </a:schemeClr>
                  </a:solidFill>
                  <a:effectLst/>
                  <a:uLnTx/>
                  <a:uFillTx/>
                  <a:latin typeface="思源黑体" panose="020B0500000000000000" pitchFamily="34" charset="-122"/>
                  <a:ea typeface="思源黑体" panose="020B0500000000000000" pitchFamily="34" charset="-122"/>
                  <a:cs typeface="Open Sans" pitchFamily="34" charset="0"/>
                  <a:sym typeface="+mn-ea"/>
                </a:rPr>
                <a:t>添加标题</a:t>
              </a:r>
              <a:endParaRPr kumimoji="0" lang="zh-CN" altLang="en-US" sz="1600" b="1" i="0" u="none" strike="noStrike" kern="1200" cap="none" spc="0" normalizeH="0" baseline="0" noProof="0" dirty="0">
                <a:ln>
                  <a:noFill/>
                </a:ln>
                <a:solidFill>
                  <a:schemeClr val="tx1">
                    <a:lumMod val="75000"/>
                    <a:lumOff val="25000"/>
                  </a:schemeClr>
                </a:solidFill>
                <a:effectLst/>
                <a:uLnTx/>
                <a:uFillTx/>
                <a:latin typeface="思源黑体" panose="020B0500000000000000" pitchFamily="34" charset="-122"/>
                <a:ea typeface="思源黑体" panose="020B0500000000000000" pitchFamily="34" charset="-122"/>
                <a:cs typeface="Open Sans" pitchFamily="34" charset="0"/>
                <a:sym typeface="+mn-ea"/>
              </a:endParaRPr>
            </a:p>
          </p:txBody>
        </p:sp>
      </p:grpSp>
      <p:grpSp>
        <p:nvGrpSpPr>
          <p:cNvPr id="22" name="组合 21"/>
          <p:cNvGrpSpPr/>
          <p:nvPr/>
        </p:nvGrpSpPr>
        <p:grpSpPr>
          <a:xfrm>
            <a:off x="7724343" y="2739251"/>
            <a:ext cx="1688598" cy="2507688"/>
            <a:chOff x="7724343" y="2739251"/>
            <a:chExt cx="1688598" cy="2507688"/>
          </a:xfrm>
        </p:grpSpPr>
        <p:grpSp>
          <p:nvGrpSpPr>
            <p:cNvPr id="7" name="组合 6"/>
            <p:cNvGrpSpPr/>
            <p:nvPr/>
          </p:nvGrpSpPr>
          <p:grpSpPr>
            <a:xfrm>
              <a:off x="8229801" y="2739251"/>
              <a:ext cx="662321" cy="662321"/>
              <a:chOff x="8229801" y="2739251"/>
              <a:chExt cx="662321" cy="662321"/>
            </a:xfrm>
          </p:grpSpPr>
          <p:sp>
            <p:nvSpPr>
              <p:cNvPr id="12" name="Rounded Rectangle 142"/>
              <p:cNvSpPr/>
              <p:nvPr/>
            </p:nvSpPr>
            <p:spPr>
              <a:xfrm>
                <a:off x="8229801" y="2739251"/>
                <a:ext cx="662321" cy="662321"/>
              </a:xfrm>
              <a:prstGeom prst="roundRect">
                <a:avLst>
                  <a:gd name="adj" fmla="val 50000"/>
                </a:avLst>
              </a:prstGeom>
              <a:solidFill>
                <a:srgbClr val="587DB8"/>
              </a:solidFill>
              <a:ln w="12700">
                <a:noFill/>
              </a:ln>
              <a:effectLst>
                <a:outerShdw blurRad="177800" sx="102000" sy="102000" algn="ctr"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lumMod val="75000"/>
                      <a:lumOff val="25000"/>
                    </a:schemeClr>
                  </a:solidFill>
                  <a:latin typeface="思源黑体" panose="020B0500000000000000" pitchFamily="34" charset="-122"/>
                  <a:ea typeface="思源黑体" panose="020B0500000000000000" pitchFamily="34" charset="-122"/>
                </a:endParaRPr>
              </a:p>
            </p:txBody>
          </p:sp>
          <p:sp>
            <p:nvSpPr>
              <p:cNvPr id="13" name="Freeform 177"/>
              <p:cNvSpPr>
                <a:spLocks noEditPoints="1"/>
              </p:cNvSpPr>
              <p:nvPr/>
            </p:nvSpPr>
            <p:spPr bwMode="auto">
              <a:xfrm>
                <a:off x="8376840" y="2888934"/>
                <a:ext cx="368243" cy="362953"/>
              </a:xfrm>
              <a:custGeom>
                <a:avLst/>
                <a:gdLst>
                  <a:gd name="T0" fmla="*/ 127 w 147"/>
                  <a:gd name="T1" fmla="*/ 38 h 145"/>
                  <a:gd name="T2" fmla="*/ 106 w 147"/>
                  <a:gd name="T3" fmla="*/ 14 h 145"/>
                  <a:gd name="T4" fmla="*/ 59 w 147"/>
                  <a:gd name="T5" fmla="*/ 3 h 145"/>
                  <a:gd name="T6" fmla="*/ 23 w 147"/>
                  <a:gd name="T7" fmla="*/ 38 h 145"/>
                  <a:gd name="T8" fmla="*/ 0 w 147"/>
                  <a:gd name="T9" fmla="*/ 45 h 145"/>
                  <a:gd name="T10" fmla="*/ 6 w 147"/>
                  <a:gd name="T11" fmla="*/ 65 h 145"/>
                  <a:gd name="T12" fmla="*/ 13 w 147"/>
                  <a:gd name="T13" fmla="*/ 138 h 145"/>
                  <a:gd name="T14" fmla="*/ 127 w 147"/>
                  <a:gd name="T15" fmla="*/ 145 h 145"/>
                  <a:gd name="T16" fmla="*/ 133 w 147"/>
                  <a:gd name="T17" fmla="*/ 65 h 145"/>
                  <a:gd name="T18" fmla="*/ 147 w 147"/>
                  <a:gd name="T19" fmla="*/ 58 h 145"/>
                  <a:gd name="T20" fmla="*/ 140 w 147"/>
                  <a:gd name="T21" fmla="*/ 38 h 145"/>
                  <a:gd name="T22" fmla="*/ 116 w 147"/>
                  <a:gd name="T23" fmla="*/ 25 h 145"/>
                  <a:gd name="T24" fmla="*/ 119 w 147"/>
                  <a:gd name="T25" fmla="*/ 38 h 145"/>
                  <a:gd name="T26" fmla="*/ 112 w 147"/>
                  <a:gd name="T27" fmla="*/ 33 h 145"/>
                  <a:gd name="T28" fmla="*/ 103 w 147"/>
                  <a:gd name="T29" fmla="*/ 28 h 145"/>
                  <a:gd name="T30" fmla="*/ 96 w 147"/>
                  <a:gd name="T31" fmla="*/ 25 h 145"/>
                  <a:gd name="T32" fmla="*/ 108 w 147"/>
                  <a:gd name="T33" fmla="*/ 20 h 145"/>
                  <a:gd name="T34" fmla="*/ 62 w 147"/>
                  <a:gd name="T35" fmla="*/ 38 h 145"/>
                  <a:gd name="T36" fmla="*/ 106 w 147"/>
                  <a:gd name="T37" fmla="*/ 38 h 145"/>
                  <a:gd name="T38" fmla="*/ 55 w 147"/>
                  <a:gd name="T39" fmla="*/ 9 h 145"/>
                  <a:gd name="T40" fmla="*/ 54 w 147"/>
                  <a:gd name="T41" fmla="*/ 38 h 145"/>
                  <a:gd name="T42" fmla="*/ 39 w 147"/>
                  <a:gd name="T43" fmla="*/ 38 h 145"/>
                  <a:gd name="T44" fmla="*/ 31 w 147"/>
                  <a:gd name="T45" fmla="*/ 38 h 145"/>
                  <a:gd name="T46" fmla="*/ 127 w 147"/>
                  <a:gd name="T47" fmla="*/ 138 h 145"/>
                  <a:gd name="T48" fmla="*/ 20 w 147"/>
                  <a:gd name="T49" fmla="*/ 65 h 145"/>
                  <a:gd name="T50" fmla="*/ 127 w 147"/>
                  <a:gd name="T51" fmla="*/ 138 h 145"/>
                  <a:gd name="T52" fmla="*/ 6 w 147"/>
                  <a:gd name="T53" fmla="*/ 58 h 145"/>
                  <a:gd name="T54" fmla="*/ 140 w 147"/>
                  <a:gd name="T55" fmla="*/ 45 h 145"/>
                  <a:gd name="T56" fmla="*/ 58 w 147"/>
                  <a:gd name="T57" fmla="*/ 18 h 145"/>
                  <a:gd name="T58" fmla="*/ 49 w 147"/>
                  <a:gd name="T59" fmla="*/ 21 h 145"/>
                  <a:gd name="T60" fmla="*/ 58 w 147"/>
                  <a:gd name="T61" fmla="*/ 18 h 145"/>
                  <a:gd name="T62" fmla="*/ 45 w 147"/>
                  <a:gd name="T63" fmla="*/ 26 h 145"/>
                  <a:gd name="T64" fmla="*/ 48 w 147"/>
                  <a:gd name="T65" fmla="*/ 35 h 145"/>
                  <a:gd name="T66" fmla="*/ 53 w 147"/>
                  <a:gd name="T67" fmla="*/ 98 h 145"/>
                  <a:gd name="T68" fmla="*/ 100 w 147"/>
                  <a:gd name="T69" fmla="*/ 92 h 145"/>
                  <a:gd name="T70" fmla="*/ 93 w 147"/>
                  <a:gd name="T71" fmla="*/ 78 h 145"/>
                  <a:gd name="T72" fmla="*/ 47 w 147"/>
                  <a:gd name="T73" fmla="*/ 85 h 145"/>
                  <a:gd name="T74" fmla="*/ 53 w 147"/>
                  <a:gd name="T75" fmla="*/ 98 h 145"/>
                  <a:gd name="T76" fmla="*/ 93 w 147"/>
                  <a:gd name="T77" fmla="*/ 85 h 145"/>
                  <a:gd name="T78" fmla="*/ 53 w 147"/>
                  <a:gd name="T79" fmla="*/ 92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47" h="145">
                    <a:moveTo>
                      <a:pt x="140" y="38"/>
                    </a:moveTo>
                    <a:cubicBezTo>
                      <a:pt x="127" y="38"/>
                      <a:pt x="127" y="38"/>
                      <a:pt x="127" y="38"/>
                    </a:cubicBezTo>
                    <a:cubicBezTo>
                      <a:pt x="123" y="23"/>
                      <a:pt x="123" y="23"/>
                      <a:pt x="123" y="23"/>
                    </a:cubicBezTo>
                    <a:cubicBezTo>
                      <a:pt x="121" y="16"/>
                      <a:pt x="114" y="12"/>
                      <a:pt x="106" y="14"/>
                    </a:cubicBezTo>
                    <a:cubicBezTo>
                      <a:pt x="86" y="19"/>
                      <a:pt x="86" y="19"/>
                      <a:pt x="86" y="19"/>
                    </a:cubicBezTo>
                    <a:cubicBezTo>
                      <a:pt x="59" y="3"/>
                      <a:pt x="59" y="3"/>
                      <a:pt x="59" y="3"/>
                    </a:cubicBezTo>
                    <a:cubicBezTo>
                      <a:pt x="52" y="0"/>
                      <a:pt x="44" y="2"/>
                      <a:pt x="40" y="8"/>
                    </a:cubicBezTo>
                    <a:cubicBezTo>
                      <a:pt x="23" y="38"/>
                      <a:pt x="23" y="38"/>
                      <a:pt x="23" y="38"/>
                    </a:cubicBezTo>
                    <a:cubicBezTo>
                      <a:pt x="6" y="38"/>
                      <a:pt x="6" y="38"/>
                      <a:pt x="6" y="38"/>
                    </a:cubicBezTo>
                    <a:cubicBezTo>
                      <a:pt x="3" y="38"/>
                      <a:pt x="0" y="41"/>
                      <a:pt x="0" y="45"/>
                    </a:cubicBezTo>
                    <a:cubicBezTo>
                      <a:pt x="0" y="58"/>
                      <a:pt x="0" y="58"/>
                      <a:pt x="0" y="58"/>
                    </a:cubicBezTo>
                    <a:cubicBezTo>
                      <a:pt x="0" y="62"/>
                      <a:pt x="3" y="65"/>
                      <a:pt x="6" y="65"/>
                    </a:cubicBezTo>
                    <a:cubicBezTo>
                      <a:pt x="13" y="65"/>
                      <a:pt x="13" y="65"/>
                      <a:pt x="13" y="65"/>
                    </a:cubicBezTo>
                    <a:cubicBezTo>
                      <a:pt x="13" y="138"/>
                      <a:pt x="13" y="138"/>
                      <a:pt x="13" y="138"/>
                    </a:cubicBezTo>
                    <a:cubicBezTo>
                      <a:pt x="13" y="142"/>
                      <a:pt x="16" y="145"/>
                      <a:pt x="20" y="145"/>
                    </a:cubicBezTo>
                    <a:cubicBezTo>
                      <a:pt x="127" y="145"/>
                      <a:pt x="127" y="145"/>
                      <a:pt x="127" y="145"/>
                    </a:cubicBezTo>
                    <a:cubicBezTo>
                      <a:pt x="130" y="145"/>
                      <a:pt x="133" y="142"/>
                      <a:pt x="133" y="138"/>
                    </a:cubicBezTo>
                    <a:cubicBezTo>
                      <a:pt x="133" y="65"/>
                      <a:pt x="133" y="65"/>
                      <a:pt x="133" y="65"/>
                    </a:cubicBezTo>
                    <a:cubicBezTo>
                      <a:pt x="140" y="65"/>
                      <a:pt x="140" y="65"/>
                      <a:pt x="140" y="65"/>
                    </a:cubicBezTo>
                    <a:cubicBezTo>
                      <a:pt x="144" y="65"/>
                      <a:pt x="147" y="62"/>
                      <a:pt x="147" y="58"/>
                    </a:cubicBezTo>
                    <a:cubicBezTo>
                      <a:pt x="147" y="45"/>
                      <a:pt x="147" y="45"/>
                      <a:pt x="147" y="45"/>
                    </a:cubicBezTo>
                    <a:cubicBezTo>
                      <a:pt x="147" y="41"/>
                      <a:pt x="144" y="38"/>
                      <a:pt x="140" y="38"/>
                    </a:cubicBezTo>
                    <a:close/>
                    <a:moveTo>
                      <a:pt x="108" y="20"/>
                    </a:moveTo>
                    <a:cubicBezTo>
                      <a:pt x="112" y="19"/>
                      <a:pt x="115" y="21"/>
                      <a:pt x="116" y="25"/>
                    </a:cubicBezTo>
                    <a:cubicBezTo>
                      <a:pt x="120" y="38"/>
                      <a:pt x="120" y="38"/>
                      <a:pt x="120" y="38"/>
                    </a:cubicBezTo>
                    <a:cubicBezTo>
                      <a:pt x="119" y="38"/>
                      <a:pt x="119" y="38"/>
                      <a:pt x="119" y="38"/>
                    </a:cubicBezTo>
                    <a:cubicBezTo>
                      <a:pt x="111" y="33"/>
                      <a:pt x="111" y="33"/>
                      <a:pt x="111" y="33"/>
                    </a:cubicBezTo>
                    <a:cubicBezTo>
                      <a:pt x="112" y="33"/>
                      <a:pt x="112" y="33"/>
                      <a:pt x="112" y="33"/>
                    </a:cubicBezTo>
                    <a:cubicBezTo>
                      <a:pt x="110" y="26"/>
                      <a:pt x="110" y="26"/>
                      <a:pt x="110" y="26"/>
                    </a:cubicBezTo>
                    <a:cubicBezTo>
                      <a:pt x="103" y="28"/>
                      <a:pt x="103" y="28"/>
                      <a:pt x="103" y="28"/>
                    </a:cubicBezTo>
                    <a:cubicBezTo>
                      <a:pt x="104" y="29"/>
                      <a:pt x="104" y="29"/>
                      <a:pt x="104" y="29"/>
                    </a:cubicBezTo>
                    <a:cubicBezTo>
                      <a:pt x="96" y="25"/>
                      <a:pt x="96" y="25"/>
                      <a:pt x="96" y="25"/>
                    </a:cubicBezTo>
                    <a:cubicBezTo>
                      <a:pt x="95" y="23"/>
                      <a:pt x="95" y="23"/>
                      <a:pt x="95" y="23"/>
                    </a:cubicBezTo>
                    <a:lnTo>
                      <a:pt x="108" y="20"/>
                    </a:lnTo>
                    <a:close/>
                    <a:moveTo>
                      <a:pt x="106" y="38"/>
                    </a:moveTo>
                    <a:cubicBezTo>
                      <a:pt x="62" y="38"/>
                      <a:pt x="62" y="38"/>
                      <a:pt x="62" y="38"/>
                    </a:cubicBezTo>
                    <a:cubicBezTo>
                      <a:pt x="73" y="19"/>
                      <a:pt x="73" y="19"/>
                      <a:pt x="73" y="19"/>
                    </a:cubicBezTo>
                    <a:lnTo>
                      <a:pt x="106" y="38"/>
                    </a:lnTo>
                    <a:close/>
                    <a:moveTo>
                      <a:pt x="46" y="11"/>
                    </a:moveTo>
                    <a:cubicBezTo>
                      <a:pt x="48" y="8"/>
                      <a:pt x="52" y="7"/>
                      <a:pt x="55" y="9"/>
                    </a:cubicBezTo>
                    <a:cubicBezTo>
                      <a:pt x="67" y="16"/>
                      <a:pt x="67" y="16"/>
                      <a:pt x="67" y="16"/>
                    </a:cubicBezTo>
                    <a:cubicBezTo>
                      <a:pt x="54" y="38"/>
                      <a:pt x="54" y="38"/>
                      <a:pt x="54" y="38"/>
                    </a:cubicBezTo>
                    <a:cubicBezTo>
                      <a:pt x="39" y="38"/>
                      <a:pt x="39" y="38"/>
                      <a:pt x="39" y="38"/>
                    </a:cubicBezTo>
                    <a:cubicBezTo>
                      <a:pt x="39" y="38"/>
                      <a:pt x="39" y="38"/>
                      <a:pt x="39" y="38"/>
                    </a:cubicBezTo>
                    <a:cubicBezTo>
                      <a:pt x="38" y="38"/>
                      <a:pt x="38" y="38"/>
                      <a:pt x="38" y="38"/>
                    </a:cubicBezTo>
                    <a:cubicBezTo>
                      <a:pt x="31" y="38"/>
                      <a:pt x="31" y="38"/>
                      <a:pt x="31" y="38"/>
                    </a:cubicBezTo>
                    <a:lnTo>
                      <a:pt x="46" y="11"/>
                    </a:lnTo>
                    <a:close/>
                    <a:moveTo>
                      <a:pt x="127" y="138"/>
                    </a:moveTo>
                    <a:cubicBezTo>
                      <a:pt x="20" y="138"/>
                      <a:pt x="20" y="138"/>
                      <a:pt x="20" y="138"/>
                    </a:cubicBezTo>
                    <a:cubicBezTo>
                      <a:pt x="20" y="65"/>
                      <a:pt x="20" y="65"/>
                      <a:pt x="20" y="65"/>
                    </a:cubicBezTo>
                    <a:cubicBezTo>
                      <a:pt x="127" y="65"/>
                      <a:pt x="127" y="65"/>
                      <a:pt x="127" y="65"/>
                    </a:cubicBezTo>
                    <a:lnTo>
                      <a:pt x="127" y="138"/>
                    </a:lnTo>
                    <a:close/>
                    <a:moveTo>
                      <a:pt x="140" y="58"/>
                    </a:moveTo>
                    <a:cubicBezTo>
                      <a:pt x="6" y="58"/>
                      <a:pt x="6" y="58"/>
                      <a:pt x="6" y="58"/>
                    </a:cubicBezTo>
                    <a:cubicBezTo>
                      <a:pt x="6" y="45"/>
                      <a:pt x="6" y="45"/>
                      <a:pt x="6" y="45"/>
                    </a:cubicBezTo>
                    <a:cubicBezTo>
                      <a:pt x="140" y="45"/>
                      <a:pt x="140" y="45"/>
                      <a:pt x="140" y="45"/>
                    </a:cubicBezTo>
                    <a:lnTo>
                      <a:pt x="140" y="58"/>
                    </a:lnTo>
                    <a:close/>
                    <a:moveTo>
                      <a:pt x="58" y="18"/>
                    </a:moveTo>
                    <a:cubicBezTo>
                      <a:pt x="52" y="15"/>
                      <a:pt x="52" y="15"/>
                      <a:pt x="52" y="15"/>
                    </a:cubicBezTo>
                    <a:cubicBezTo>
                      <a:pt x="49" y="21"/>
                      <a:pt x="49" y="21"/>
                      <a:pt x="49" y="21"/>
                    </a:cubicBezTo>
                    <a:cubicBezTo>
                      <a:pt x="54" y="24"/>
                      <a:pt x="54" y="24"/>
                      <a:pt x="54" y="24"/>
                    </a:cubicBezTo>
                    <a:lnTo>
                      <a:pt x="58" y="18"/>
                    </a:lnTo>
                    <a:close/>
                    <a:moveTo>
                      <a:pt x="51" y="30"/>
                    </a:moveTo>
                    <a:cubicBezTo>
                      <a:pt x="45" y="26"/>
                      <a:pt x="45" y="26"/>
                      <a:pt x="45" y="26"/>
                    </a:cubicBezTo>
                    <a:cubicBezTo>
                      <a:pt x="42" y="32"/>
                      <a:pt x="42" y="32"/>
                      <a:pt x="42" y="32"/>
                    </a:cubicBezTo>
                    <a:cubicBezTo>
                      <a:pt x="48" y="35"/>
                      <a:pt x="48" y="35"/>
                      <a:pt x="48" y="35"/>
                    </a:cubicBezTo>
                    <a:lnTo>
                      <a:pt x="51" y="30"/>
                    </a:lnTo>
                    <a:close/>
                    <a:moveTo>
                      <a:pt x="53" y="98"/>
                    </a:moveTo>
                    <a:cubicBezTo>
                      <a:pt x="93" y="98"/>
                      <a:pt x="93" y="98"/>
                      <a:pt x="93" y="98"/>
                    </a:cubicBezTo>
                    <a:cubicBezTo>
                      <a:pt x="97" y="98"/>
                      <a:pt x="100" y="95"/>
                      <a:pt x="100" y="92"/>
                    </a:cubicBezTo>
                    <a:cubicBezTo>
                      <a:pt x="100" y="85"/>
                      <a:pt x="100" y="85"/>
                      <a:pt x="100" y="85"/>
                    </a:cubicBezTo>
                    <a:cubicBezTo>
                      <a:pt x="100" y="81"/>
                      <a:pt x="97" y="78"/>
                      <a:pt x="93" y="78"/>
                    </a:cubicBezTo>
                    <a:cubicBezTo>
                      <a:pt x="53" y="78"/>
                      <a:pt x="53" y="78"/>
                      <a:pt x="53" y="78"/>
                    </a:cubicBezTo>
                    <a:cubicBezTo>
                      <a:pt x="50" y="78"/>
                      <a:pt x="47" y="81"/>
                      <a:pt x="47" y="85"/>
                    </a:cubicBezTo>
                    <a:cubicBezTo>
                      <a:pt x="47" y="92"/>
                      <a:pt x="47" y="92"/>
                      <a:pt x="47" y="92"/>
                    </a:cubicBezTo>
                    <a:cubicBezTo>
                      <a:pt x="47" y="95"/>
                      <a:pt x="50" y="98"/>
                      <a:pt x="53" y="98"/>
                    </a:cubicBezTo>
                    <a:close/>
                    <a:moveTo>
                      <a:pt x="53" y="85"/>
                    </a:moveTo>
                    <a:cubicBezTo>
                      <a:pt x="93" y="85"/>
                      <a:pt x="93" y="85"/>
                      <a:pt x="93" y="85"/>
                    </a:cubicBezTo>
                    <a:cubicBezTo>
                      <a:pt x="93" y="92"/>
                      <a:pt x="93" y="92"/>
                      <a:pt x="93" y="92"/>
                    </a:cubicBezTo>
                    <a:cubicBezTo>
                      <a:pt x="53" y="92"/>
                      <a:pt x="53" y="92"/>
                      <a:pt x="53" y="92"/>
                    </a:cubicBezTo>
                    <a:lnTo>
                      <a:pt x="53" y="85"/>
                    </a:lnTo>
                    <a:close/>
                  </a:path>
                </a:pathLst>
              </a:custGeom>
              <a:solidFill>
                <a:schemeClr val="bg1"/>
              </a:solidFill>
              <a:ln>
                <a:noFill/>
              </a:ln>
            </p:spPr>
            <p:txBody>
              <a:bodyPr vert="horz" wrap="square" lIns="60951" tIns="30475" rIns="60951" bIns="30475" numCol="1" anchor="t" anchorCtr="0" compatLnSpc="1"/>
              <a:lstStyle/>
              <a:p>
                <a:endParaRPr lang="en-US" sz="1200" dirty="0">
                  <a:solidFill>
                    <a:schemeClr val="tx1">
                      <a:lumMod val="75000"/>
                      <a:lumOff val="25000"/>
                    </a:schemeClr>
                  </a:solidFill>
                  <a:latin typeface="思源黑体" panose="020B0500000000000000" pitchFamily="34" charset="-122"/>
                  <a:ea typeface="思源黑体" panose="020B0500000000000000" pitchFamily="34" charset="-122"/>
                </a:endParaRPr>
              </a:p>
            </p:txBody>
          </p:sp>
        </p:grpSp>
        <p:sp>
          <p:nvSpPr>
            <p:cNvPr id="18" name="Rectangle 29"/>
            <p:cNvSpPr/>
            <p:nvPr/>
          </p:nvSpPr>
          <p:spPr>
            <a:xfrm>
              <a:off x="7724343" y="4156063"/>
              <a:ext cx="1688598" cy="1090876"/>
            </a:xfrm>
            <a:prstGeom prst="rect">
              <a:avLst/>
            </a:prstGeom>
          </p:spPr>
          <p:txBody>
            <a:bodyPr wrap="square">
              <a:spAutoFit/>
            </a:bodyPr>
            <a:lstStyle/>
            <a:p>
              <a:pPr lvl="0" algn="ctr">
                <a:lnSpc>
                  <a:spcPts val="2000"/>
                </a:lnSpc>
                <a:defRPr/>
              </a:pPr>
              <a:r>
                <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sym typeface="FZHei-B01S" panose="02010601030101010101" pitchFamily="2" charset="-122"/>
                </a:rPr>
                <a:t>请在此处添加具体内容，文字尽量言简意赅，简单说明即可，不必过于繁琐。</a:t>
              </a:r>
              <a:endPar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sym typeface="FZHei-B01S" panose="02010601030101010101" pitchFamily="2" charset="-122"/>
              </a:endParaRPr>
            </a:p>
          </p:txBody>
        </p:sp>
        <p:sp>
          <p:nvSpPr>
            <p:cNvPr id="19" name="Rectangle 30"/>
            <p:cNvSpPr/>
            <p:nvPr/>
          </p:nvSpPr>
          <p:spPr>
            <a:xfrm>
              <a:off x="8022368" y="3818878"/>
              <a:ext cx="1092141" cy="337185"/>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600" b="1" noProof="0" dirty="0">
                  <a:ln>
                    <a:noFill/>
                  </a:ln>
                  <a:solidFill>
                    <a:schemeClr val="tx1">
                      <a:lumMod val="75000"/>
                      <a:lumOff val="25000"/>
                    </a:schemeClr>
                  </a:solidFill>
                  <a:effectLst/>
                  <a:uLnTx/>
                  <a:uFillTx/>
                  <a:latin typeface="思源黑体" panose="020B0500000000000000" pitchFamily="34" charset="-122"/>
                  <a:ea typeface="思源黑体" panose="020B0500000000000000" pitchFamily="34" charset="-122"/>
                  <a:cs typeface="Open Sans" pitchFamily="34" charset="0"/>
                  <a:sym typeface="+mn-ea"/>
                </a:rPr>
                <a:t>添加标题</a:t>
              </a:r>
              <a:endParaRPr kumimoji="0" lang="zh-CN" altLang="en-US" sz="1600" b="1" i="0" u="none" strike="noStrike" kern="1200" cap="none" spc="0" normalizeH="0" baseline="0" noProof="0" dirty="0">
                <a:ln>
                  <a:noFill/>
                </a:ln>
                <a:solidFill>
                  <a:schemeClr val="tx1">
                    <a:lumMod val="75000"/>
                    <a:lumOff val="25000"/>
                  </a:schemeClr>
                </a:solidFill>
                <a:effectLst/>
                <a:uLnTx/>
                <a:uFillTx/>
                <a:latin typeface="思源黑体" panose="020B0500000000000000" pitchFamily="34" charset="-122"/>
                <a:ea typeface="思源黑体" panose="020B0500000000000000" pitchFamily="34" charset="-122"/>
                <a:cs typeface="Open Sans" pitchFamily="34" charset="0"/>
                <a:sym typeface="+mn-ea"/>
              </a:endParaRPr>
            </a:p>
          </p:txBody>
        </p:sp>
      </p:grpSp>
      <p:grpSp>
        <p:nvGrpSpPr>
          <p:cNvPr id="23" name="组合 22"/>
          <p:cNvGrpSpPr/>
          <p:nvPr/>
        </p:nvGrpSpPr>
        <p:grpSpPr>
          <a:xfrm>
            <a:off x="9412534" y="2739251"/>
            <a:ext cx="1688598" cy="2507688"/>
            <a:chOff x="9412534" y="2739251"/>
            <a:chExt cx="1688598" cy="2507688"/>
          </a:xfrm>
        </p:grpSpPr>
        <p:grpSp>
          <p:nvGrpSpPr>
            <p:cNvPr id="8" name="组合 7"/>
            <p:cNvGrpSpPr/>
            <p:nvPr/>
          </p:nvGrpSpPr>
          <p:grpSpPr>
            <a:xfrm>
              <a:off x="9881316" y="2739251"/>
              <a:ext cx="662321" cy="662321"/>
              <a:chOff x="9881316" y="2739251"/>
              <a:chExt cx="662321" cy="662321"/>
            </a:xfrm>
          </p:grpSpPr>
          <p:sp>
            <p:nvSpPr>
              <p:cNvPr id="14" name="Rounded Rectangle 142"/>
              <p:cNvSpPr/>
              <p:nvPr/>
            </p:nvSpPr>
            <p:spPr>
              <a:xfrm>
                <a:off x="9881316" y="2739251"/>
                <a:ext cx="662321" cy="662321"/>
              </a:xfrm>
              <a:prstGeom prst="roundRect">
                <a:avLst>
                  <a:gd name="adj" fmla="val 50000"/>
                </a:avLst>
              </a:prstGeom>
              <a:solidFill>
                <a:srgbClr val="2C518E"/>
              </a:solidFill>
              <a:ln w="12700">
                <a:noFill/>
              </a:ln>
              <a:effectLst>
                <a:outerShdw blurRad="177800" sx="102000" sy="102000" algn="ctr"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lumMod val="75000"/>
                      <a:lumOff val="25000"/>
                    </a:schemeClr>
                  </a:solidFill>
                  <a:latin typeface="思源黑体" panose="020B0500000000000000" pitchFamily="34" charset="-122"/>
                  <a:ea typeface="思源黑体" panose="020B0500000000000000" pitchFamily="34" charset="-122"/>
                </a:endParaRPr>
              </a:p>
            </p:txBody>
          </p:sp>
          <p:sp>
            <p:nvSpPr>
              <p:cNvPr id="15" name="Freeform 177"/>
              <p:cNvSpPr>
                <a:spLocks noEditPoints="1"/>
              </p:cNvSpPr>
              <p:nvPr/>
            </p:nvSpPr>
            <p:spPr bwMode="auto">
              <a:xfrm>
                <a:off x="10028355" y="2888934"/>
                <a:ext cx="368243" cy="362953"/>
              </a:xfrm>
              <a:custGeom>
                <a:avLst/>
                <a:gdLst>
                  <a:gd name="T0" fmla="*/ 127 w 147"/>
                  <a:gd name="T1" fmla="*/ 38 h 145"/>
                  <a:gd name="T2" fmla="*/ 106 w 147"/>
                  <a:gd name="T3" fmla="*/ 14 h 145"/>
                  <a:gd name="T4" fmla="*/ 59 w 147"/>
                  <a:gd name="T5" fmla="*/ 3 h 145"/>
                  <a:gd name="T6" fmla="*/ 23 w 147"/>
                  <a:gd name="T7" fmla="*/ 38 h 145"/>
                  <a:gd name="T8" fmla="*/ 0 w 147"/>
                  <a:gd name="T9" fmla="*/ 45 h 145"/>
                  <a:gd name="T10" fmla="*/ 6 w 147"/>
                  <a:gd name="T11" fmla="*/ 65 h 145"/>
                  <a:gd name="T12" fmla="*/ 13 w 147"/>
                  <a:gd name="T13" fmla="*/ 138 h 145"/>
                  <a:gd name="T14" fmla="*/ 127 w 147"/>
                  <a:gd name="T15" fmla="*/ 145 h 145"/>
                  <a:gd name="T16" fmla="*/ 133 w 147"/>
                  <a:gd name="T17" fmla="*/ 65 h 145"/>
                  <a:gd name="T18" fmla="*/ 147 w 147"/>
                  <a:gd name="T19" fmla="*/ 58 h 145"/>
                  <a:gd name="T20" fmla="*/ 140 w 147"/>
                  <a:gd name="T21" fmla="*/ 38 h 145"/>
                  <a:gd name="T22" fmla="*/ 116 w 147"/>
                  <a:gd name="T23" fmla="*/ 25 h 145"/>
                  <a:gd name="T24" fmla="*/ 119 w 147"/>
                  <a:gd name="T25" fmla="*/ 38 h 145"/>
                  <a:gd name="T26" fmla="*/ 112 w 147"/>
                  <a:gd name="T27" fmla="*/ 33 h 145"/>
                  <a:gd name="T28" fmla="*/ 103 w 147"/>
                  <a:gd name="T29" fmla="*/ 28 h 145"/>
                  <a:gd name="T30" fmla="*/ 96 w 147"/>
                  <a:gd name="T31" fmla="*/ 25 h 145"/>
                  <a:gd name="T32" fmla="*/ 108 w 147"/>
                  <a:gd name="T33" fmla="*/ 20 h 145"/>
                  <a:gd name="T34" fmla="*/ 62 w 147"/>
                  <a:gd name="T35" fmla="*/ 38 h 145"/>
                  <a:gd name="T36" fmla="*/ 106 w 147"/>
                  <a:gd name="T37" fmla="*/ 38 h 145"/>
                  <a:gd name="T38" fmla="*/ 55 w 147"/>
                  <a:gd name="T39" fmla="*/ 9 h 145"/>
                  <a:gd name="T40" fmla="*/ 54 w 147"/>
                  <a:gd name="T41" fmla="*/ 38 h 145"/>
                  <a:gd name="T42" fmla="*/ 39 w 147"/>
                  <a:gd name="T43" fmla="*/ 38 h 145"/>
                  <a:gd name="T44" fmla="*/ 31 w 147"/>
                  <a:gd name="T45" fmla="*/ 38 h 145"/>
                  <a:gd name="T46" fmla="*/ 127 w 147"/>
                  <a:gd name="T47" fmla="*/ 138 h 145"/>
                  <a:gd name="T48" fmla="*/ 20 w 147"/>
                  <a:gd name="T49" fmla="*/ 65 h 145"/>
                  <a:gd name="T50" fmla="*/ 127 w 147"/>
                  <a:gd name="T51" fmla="*/ 138 h 145"/>
                  <a:gd name="T52" fmla="*/ 6 w 147"/>
                  <a:gd name="T53" fmla="*/ 58 h 145"/>
                  <a:gd name="T54" fmla="*/ 140 w 147"/>
                  <a:gd name="T55" fmla="*/ 45 h 145"/>
                  <a:gd name="T56" fmla="*/ 58 w 147"/>
                  <a:gd name="T57" fmla="*/ 18 h 145"/>
                  <a:gd name="T58" fmla="*/ 49 w 147"/>
                  <a:gd name="T59" fmla="*/ 21 h 145"/>
                  <a:gd name="T60" fmla="*/ 58 w 147"/>
                  <a:gd name="T61" fmla="*/ 18 h 145"/>
                  <a:gd name="T62" fmla="*/ 45 w 147"/>
                  <a:gd name="T63" fmla="*/ 26 h 145"/>
                  <a:gd name="T64" fmla="*/ 48 w 147"/>
                  <a:gd name="T65" fmla="*/ 35 h 145"/>
                  <a:gd name="T66" fmla="*/ 53 w 147"/>
                  <a:gd name="T67" fmla="*/ 98 h 145"/>
                  <a:gd name="T68" fmla="*/ 100 w 147"/>
                  <a:gd name="T69" fmla="*/ 92 h 145"/>
                  <a:gd name="T70" fmla="*/ 93 w 147"/>
                  <a:gd name="T71" fmla="*/ 78 h 145"/>
                  <a:gd name="T72" fmla="*/ 47 w 147"/>
                  <a:gd name="T73" fmla="*/ 85 h 145"/>
                  <a:gd name="T74" fmla="*/ 53 w 147"/>
                  <a:gd name="T75" fmla="*/ 98 h 145"/>
                  <a:gd name="T76" fmla="*/ 93 w 147"/>
                  <a:gd name="T77" fmla="*/ 85 h 145"/>
                  <a:gd name="T78" fmla="*/ 53 w 147"/>
                  <a:gd name="T79" fmla="*/ 92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47" h="145">
                    <a:moveTo>
                      <a:pt x="140" y="38"/>
                    </a:moveTo>
                    <a:cubicBezTo>
                      <a:pt x="127" y="38"/>
                      <a:pt x="127" y="38"/>
                      <a:pt x="127" y="38"/>
                    </a:cubicBezTo>
                    <a:cubicBezTo>
                      <a:pt x="123" y="23"/>
                      <a:pt x="123" y="23"/>
                      <a:pt x="123" y="23"/>
                    </a:cubicBezTo>
                    <a:cubicBezTo>
                      <a:pt x="121" y="16"/>
                      <a:pt x="114" y="12"/>
                      <a:pt x="106" y="14"/>
                    </a:cubicBezTo>
                    <a:cubicBezTo>
                      <a:pt x="86" y="19"/>
                      <a:pt x="86" y="19"/>
                      <a:pt x="86" y="19"/>
                    </a:cubicBezTo>
                    <a:cubicBezTo>
                      <a:pt x="59" y="3"/>
                      <a:pt x="59" y="3"/>
                      <a:pt x="59" y="3"/>
                    </a:cubicBezTo>
                    <a:cubicBezTo>
                      <a:pt x="52" y="0"/>
                      <a:pt x="44" y="2"/>
                      <a:pt x="40" y="8"/>
                    </a:cubicBezTo>
                    <a:cubicBezTo>
                      <a:pt x="23" y="38"/>
                      <a:pt x="23" y="38"/>
                      <a:pt x="23" y="38"/>
                    </a:cubicBezTo>
                    <a:cubicBezTo>
                      <a:pt x="6" y="38"/>
                      <a:pt x="6" y="38"/>
                      <a:pt x="6" y="38"/>
                    </a:cubicBezTo>
                    <a:cubicBezTo>
                      <a:pt x="3" y="38"/>
                      <a:pt x="0" y="41"/>
                      <a:pt x="0" y="45"/>
                    </a:cubicBezTo>
                    <a:cubicBezTo>
                      <a:pt x="0" y="58"/>
                      <a:pt x="0" y="58"/>
                      <a:pt x="0" y="58"/>
                    </a:cubicBezTo>
                    <a:cubicBezTo>
                      <a:pt x="0" y="62"/>
                      <a:pt x="3" y="65"/>
                      <a:pt x="6" y="65"/>
                    </a:cubicBezTo>
                    <a:cubicBezTo>
                      <a:pt x="13" y="65"/>
                      <a:pt x="13" y="65"/>
                      <a:pt x="13" y="65"/>
                    </a:cubicBezTo>
                    <a:cubicBezTo>
                      <a:pt x="13" y="138"/>
                      <a:pt x="13" y="138"/>
                      <a:pt x="13" y="138"/>
                    </a:cubicBezTo>
                    <a:cubicBezTo>
                      <a:pt x="13" y="142"/>
                      <a:pt x="16" y="145"/>
                      <a:pt x="20" y="145"/>
                    </a:cubicBezTo>
                    <a:cubicBezTo>
                      <a:pt x="127" y="145"/>
                      <a:pt x="127" y="145"/>
                      <a:pt x="127" y="145"/>
                    </a:cubicBezTo>
                    <a:cubicBezTo>
                      <a:pt x="130" y="145"/>
                      <a:pt x="133" y="142"/>
                      <a:pt x="133" y="138"/>
                    </a:cubicBezTo>
                    <a:cubicBezTo>
                      <a:pt x="133" y="65"/>
                      <a:pt x="133" y="65"/>
                      <a:pt x="133" y="65"/>
                    </a:cubicBezTo>
                    <a:cubicBezTo>
                      <a:pt x="140" y="65"/>
                      <a:pt x="140" y="65"/>
                      <a:pt x="140" y="65"/>
                    </a:cubicBezTo>
                    <a:cubicBezTo>
                      <a:pt x="144" y="65"/>
                      <a:pt x="147" y="62"/>
                      <a:pt x="147" y="58"/>
                    </a:cubicBezTo>
                    <a:cubicBezTo>
                      <a:pt x="147" y="45"/>
                      <a:pt x="147" y="45"/>
                      <a:pt x="147" y="45"/>
                    </a:cubicBezTo>
                    <a:cubicBezTo>
                      <a:pt x="147" y="41"/>
                      <a:pt x="144" y="38"/>
                      <a:pt x="140" y="38"/>
                    </a:cubicBezTo>
                    <a:close/>
                    <a:moveTo>
                      <a:pt x="108" y="20"/>
                    </a:moveTo>
                    <a:cubicBezTo>
                      <a:pt x="112" y="19"/>
                      <a:pt x="115" y="21"/>
                      <a:pt x="116" y="25"/>
                    </a:cubicBezTo>
                    <a:cubicBezTo>
                      <a:pt x="120" y="38"/>
                      <a:pt x="120" y="38"/>
                      <a:pt x="120" y="38"/>
                    </a:cubicBezTo>
                    <a:cubicBezTo>
                      <a:pt x="119" y="38"/>
                      <a:pt x="119" y="38"/>
                      <a:pt x="119" y="38"/>
                    </a:cubicBezTo>
                    <a:cubicBezTo>
                      <a:pt x="111" y="33"/>
                      <a:pt x="111" y="33"/>
                      <a:pt x="111" y="33"/>
                    </a:cubicBezTo>
                    <a:cubicBezTo>
                      <a:pt x="112" y="33"/>
                      <a:pt x="112" y="33"/>
                      <a:pt x="112" y="33"/>
                    </a:cubicBezTo>
                    <a:cubicBezTo>
                      <a:pt x="110" y="26"/>
                      <a:pt x="110" y="26"/>
                      <a:pt x="110" y="26"/>
                    </a:cubicBezTo>
                    <a:cubicBezTo>
                      <a:pt x="103" y="28"/>
                      <a:pt x="103" y="28"/>
                      <a:pt x="103" y="28"/>
                    </a:cubicBezTo>
                    <a:cubicBezTo>
                      <a:pt x="104" y="29"/>
                      <a:pt x="104" y="29"/>
                      <a:pt x="104" y="29"/>
                    </a:cubicBezTo>
                    <a:cubicBezTo>
                      <a:pt x="96" y="25"/>
                      <a:pt x="96" y="25"/>
                      <a:pt x="96" y="25"/>
                    </a:cubicBezTo>
                    <a:cubicBezTo>
                      <a:pt x="95" y="23"/>
                      <a:pt x="95" y="23"/>
                      <a:pt x="95" y="23"/>
                    </a:cubicBezTo>
                    <a:lnTo>
                      <a:pt x="108" y="20"/>
                    </a:lnTo>
                    <a:close/>
                    <a:moveTo>
                      <a:pt x="106" y="38"/>
                    </a:moveTo>
                    <a:cubicBezTo>
                      <a:pt x="62" y="38"/>
                      <a:pt x="62" y="38"/>
                      <a:pt x="62" y="38"/>
                    </a:cubicBezTo>
                    <a:cubicBezTo>
                      <a:pt x="73" y="19"/>
                      <a:pt x="73" y="19"/>
                      <a:pt x="73" y="19"/>
                    </a:cubicBezTo>
                    <a:lnTo>
                      <a:pt x="106" y="38"/>
                    </a:lnTo>
                    <a:close/>
                    <a:moveTo>
                      <a:pt x="46" y="11"/>
                    </a:moveTo>
                    <a:cubicBezTo>
                      <a:pt x="48" y="8"/>
                      <a:pt x="52" y="7"/>
                      <a:pt x="55" y="9"/>
                    </a:cubicBezTo>
                    <a:cubicBezTo>
                      <a:pt x="67" y="16"/>
                      <a:pt x="67" y="16"/>
                      <a:pt x="67" y="16"/>
                    </a:cubicBezTo>
                    <a:cubicBezTo>
                      <a:pt x="54" y="38"/>
                      <a:pt x="54" y="38"/>
                      <a:pt x="54" y="38"/>
                    </a:cubicBezTo>
                    <a:cubicBezTo>
                      <a:pt x="39" y="38"/>
                      <a:pt x="39" y="38"/>
                      <a:pt x="39" y="38"/>
                    </a:cubicBezTo>
                    <a:cubicBezTo>
                      <a:pt x="39" y="38"/>
                      <a:pt x="39" y="38"/>
                      <a:pt x="39" y="38"/>
                    </a:cubicBezTo>
                    <a:cubicBezTo>
                      <a:pt x="38" y="38"/>
                      <a:pt x="38" y="38"/>
                      <a:pt x="38" y="38"/>
                    </a:cubicBezTo>
                    <a:cubicBezTo>
                      <a:pt x="31" y="38"/>
                      <a:pt x="31" y="38"/>
                      <a:pt x="31" y="38"/>
                    </a:cubicBezTo>
                    <a:lnTo>
                      <a:pt x="46" y="11"/>
                    </a:lnTo>
                    <a:close/>
                    <a:moveTo>
                      <a:pt x="127" y="138"/>
                    </a:moveTo>
                    <a:cubicBezTo>
                      <a:pt x="20" y="138"/>
                      <a:pt x="20" y="138"/>
                      <a:pt x="20" y="138"/>
                    </a:cubicBezTo>
                    <a:cubicBezTo>
                      <a:pt x="20" y="65"/>
                      <a:pt x="20" y="65"/>
                      <a:pt x="20" y="65"/>
                    </a:cubicBezTo>
                    <a:cubicBezTo>
                      <a:pt x="127" y="65"/>
                      <a:pt x="127" y="65"/>
                      <a:pt x="127" y="65"/>
                    </a:cubicBezTo>
                    <a:lnTo>
                      <a:pt x="127" y="138"/>
                    </a:lnTo>
                    <a:close/>
                    <a:moveTo>
                      <a:pt x="140" y="58"/>
                    </a:moveTo>
                    <a:cubicBezTo>
                      <a:pt x="6" y="58"/>
                      <a:pt x="6" y="58"/>
                      <a:pt x="6" y="58"/>
                    </a:cubicBezTo>
                    <a:cubicBezTo>
                      <a:pt x="6" y="45"/>
                      <a:pt x="6" y="45"/>
                      <a:pt x="6" y="45"/>
                    </a:cubicBezTo>
                    <a:cubicBezTo>
                      <a:pt x="140" y="45"/>
                      <a:pt x="140" y="45"/>
                      <a:pt x="140" y="45"/>
                    </a:cubicBezTo>
                    <a:lnTo>
                      <a:pt x="140" y="58"/>
                    </a:lnTo>
                    <a:close/>
                    <a:moveTo>
                      <a:pt x="58" y="18"/>
                    </a:moveTo>
                    <a:cubicBezTo>
                      <a:pt x="52" y="15"/>
                      <a:pt x="52" y="15"/>
                      <a:pt x="52" y="15"/>
                    </a:cubicBezTo>
                    <a:cubicBezTo>
                      <a:pt x="49" y="21"/>
                      <a:pt x="49" y="21"/>
                      <a:pt x="49" y="21"/>
                    </a:cubicBezTo>
                    <a:cubicBezTo>
                      <a:pt x="54" y="24"/>
                      <a:pt x="54" y="24"/>
                      <a:pt x="54" y="24"/>
                    </a:cubicBezTo>
                    <a:lnTo>
                      <a:pt x="58" y="18"/>
                    </a:lnTo>
                    <a:close/>
                    <a:moveTo>
                      <a:pt x="51" y="30"/>
                    </a:moveTo>
                    <a:cubicBezTo>
                      <a:pt x="45" y="26"/>
                      <a:pt x="45" y="26"/>
                      <a:pt x="45" y="26"/>
                    </a:cubicBezTo>
                    <a:cubicBezTo>
                      <a:pt x="42" y="32"/>
                      <a:pt x="42" y="32"/>
                      <a:pt x="42" y="32"/>
                    </a:cubicBezTo>
                    <a:cubicBezTo>
                      <a:pt x="48" y="35"/>
                      <a:pt x="48" y="35"/>
                      <a:pt x="48" y="35"/>
                    </a:cubicBezTo>
                    <a:lnTo>
                      <a:pt x="51" y="30"/>
                    </a:lnTo>
                    <a:close/>
                    <a:moveTo>
                      <a:pt x="53" y="98"/>
                    </a:moveTo>
                    <a:cubicBezTo>
                      <a:pt x="93" y="98"/>
                      <a:pt x="93" y="98"/>
                      <a:pt x="93" y="98"/>
                    </a:cubicBezTo>
                    <a:cubicBezTo>
                      <a:pt x="97" y="98"/>
                      <a:pt x="100" y="95"/>
                      <a:pt x="100" y="92"/>
                    </a:cubicBezTo>
                    <a:cubicBezTo>
                      <a:pt x="100" y="85"/>
                      <a:pt x="100" y="85"/>
                      <a:pt x="100" y="85"/>
                    </a:cubicBezTo>
                    <a:cubicBezTo>
                      <a:pt x="100" y="81"/>
                      <a:pt x="97" y="78"/>
                      <a:pt x="93" y="78"/>
                    </a:cubicBezTo>
                    <a:cubicBezTo>
                      <a:pt x="53" y="78"/>
                      <a:pt x="53" y="78"/>
                      <a:pt x="53" y="78"/>
                    </a:cubicBezTo>
                    <a:cubicBezTo>
                      <a:pt x="50" y="78"/>
                      <a:pt x="47" y="81"/>
                      <a:pt x="47" y="85"/>
                    </a:cubicBezTo>
                    <a:cubicBezTo>
                      <a:pt x="47" y="92"/>
                      <a:pt x="47" y="92"/>
                      <a:pt x="47" y="92"/>
                    </a:cubicBezTo>
                    <a:cubicBezTo>
                      <a:pt x="47" y="95"/>
                      <a:pt x="50" y="98"/>
                      <a:pt x="53" y="98"/>
                    </a:cubicBezTo>
                    <a:close/>
                    <a:moveTo>
                      <a:pt x="53" y="85"/>
                    </a:moveTo>
                    <a:cubicBezTo>
                      <a:pt x="93" y="85"/>
                      <a:pt x="93" y="85"/>
                      <a:pt x="93" y="85"/>
                    </a:cubicBezTo>
                    <a:cubicBezTo>
                      <a:pt x="93" y="92"/>
                      <a:pt x="93" y="92"/>
                      <a:pt x="93" y="92"/>
                    </a:cubicBezTo>
                    <a:cubicBezTo>
                      <a:pt x="53" y="92"/>
                      <a:pt x="53" y="92"/>
                      <a:pt x="53" y="92"/>
                    </a:cubicBezTo>
                    <a:lnTo>
                      <a:pt x="53" y="85"/>
                    </a:lnTo>
                    <a:close/>
                  </a:path>
                </a:pathLst>
              </a:custGeom>
              <a:solidFill>
                <a:schemeClr val="bg1"/>
              </a:solidFill>
              <a:ln>
                <a:noFill/>
              </a:ln>
            </p:spPr>
            <p:txBody>
              <a:bodyPr vert="horz" wrap="square" lIns="60951" tIns="30475" rIns="60951" bIns="30475" numCol="1" anchor="t" anchorCtr="0" compatLnSpc="1"/>
              <a:lstStyle/>
              <a:p>
                <a:endParaRPr lang="en-US" sz="1200" dirty="0">
                  <a:solidFill>
                    <a:schemeClr val="tx1">
                      <a:lumMod val="75000"/>
                      <a:lumOff val="25000"/>
                    </a:schemeClr>
                  </a:solidFill>
                  <a:latin typeface="思源黑体" panose="020B0500000000000000" pitchFamily="34" charset="-122"/>
                  <a:ea typeface="思源黑体" panose="020B0500000000000000" pitchFamily="34" charset="-122"/>
                </a:endParaRPr>
              </a:p>
            </p:txBody>
          </p:sp>
        </p:grpSp>
        <p:sp>
          <p:nvSpPr>
            <p:cNvPr id="20" name="Rectangle 29"/>
            <p:cNvSpPr/>
            <p:nvPr/>
          </p:nvSpPr>
          <p:spPr>
            <a:xfrm>
              <a:off x="9412534" y="4156063"/>
              <a:ext cx="1688598" cy="1090876"/>
            </a:xfrm>
            <a:prstGeom prst="rect">
              <a:avLst/>
            </a:prstGeom>
          </p:spPr>
          <p:txBody>
            <a:bodyPr wrap="square">
              <a:spAutoFit/>
            </a:bodyPr>
            <a:lstStyle/>
            <a:p>
              <a:pPr lvl="0" algn="ctr">
                <a:lnSpc>
                  <a:spcPts val="2000"/>
                </a:lnSpc>
                <a:defRPr/>
              </a:pPr>
              <a:r>
                <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sym typeface="FZHei-B01S" panose="02010601030101010101" pitchFamily="2" charset="-122"/>
                </a:rPr>
                <a:t>请在此处添加具体内容，文字尽量言简意赅，简单说明即可，不必过于繁琐。</a:t>
              </a:r>
              <a:endPar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sym typeface="FZHei-B01S" panose="02010601030101010101" pitchFamily="2" charset="-122"/>
              </a:endParaRPr>
            </a:p>
          </p:txBody>
        </p:sp>
        <p:sp>
          <p:nvSpPr>
            <p:cNvPr id="21" name="Rectangle 30"/>
            <p:cNvSpPr/>
            <p:nvPr/>
          </p:nvSpPr>
          <p:spPr>
            <a:xfrm>
              <a:off x="9710559" y="3818878"/>
              <a:ext cx="1092141" cy="337185"/>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600" b="1" noProof="0" dirty="0">
                  <a:ln>
                    <a:noFill/>
                  </a:ln>
                  <a:solidFill>
                    <a:schemeClr val="tx1">
                      <a:lumMod val="75000"/>
                      <a:lumOff val="25000"/>
                    </a:schemeClr>
                  </a:solidFill>
                  <a:effectLst/>
                  <a:uLnTx/>
                  <a:uFillTx/>
                  <a:latin typeface="思源黑体" panose="020B0500000000000000" pitchFamily="34" charset="-122"/>
                  <a:ea typeface="思源黑体" panose="020B0500000000000000" pitchFamily="34" charset="-122"/>
                  <a:cs typeface="Open Sans" pitchFamily="34" charset="0"/>
                  <a:sym typeface="+mn-ea"/>
                </a:rPr>
                <a:t>添加标题</a:t>
              </a:r>
              <a:endParaRPr kumimoji="0" lang="zh-CN" altLang="en-US" sz="1600" b="1" i="0" u="none" strike="noStrike" kern="1200" cap="none" spc="0" normalizeH="0" baseline="0" noProof="0" dirty="0">
                <a:ln>
                  <a:noFill/>
                </a:ln>
                <a:solidFill>
                  <a:schemeClr val="tx1">
                    <a:lumMod val="75000"/>
                    <a:lumOff val="25000"/>
                  </a:schemeClr>
                </a:solidFill>
                <a:effectLst/>
                <a:uLnTx/>
                <a:uFillTx/>
                <a:latin typeface="思源黑体" panose="020B0500000000000000" pitchFamily="34" charset="-122"/>
                <a:ea typeface="思源黑体" panose="020B0500000000000000" pitchFamily="34" charset="-122"/>
                <a:cs typeface="Open Sans" pitchFamily="34" charset="0"/>
                <a:sym typeface="+mn-ea"/>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par>
                          <p:cTn id="13" fill="hold">
                            <p:stCondLst>
                              <p:cond delay="500"/>
                            </p:stCondLst>
                            <p:childTnLst>
                              <p:par>
                                <p:cTn id="14" presetID="42" presetClass="entr" presetSubtype="0" fill="hold"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1000"/>
                                        <p:tgtEl>
                                          <p:spTgt spid="5"/>
                                        </p:tgtEl>
                                      </p:cBhvr>
                                    </p:animEffect>
                                    <p:anim calcmode="lin" valueType="num">
                                      <p:cBhvr>
                                        <p:cTn id="17" dur="1000" fill="hold"/>
                                        <p:tgtEl>
                                          <p:spTgt spid="5"/>
                                        </p:tgtEl>
                                        <p:attrNameLst>
                                          <p:attrName>ppt_x</p:attrName>
                                        </p:attrNameLst>
                                      </p:cBhvr>
                                      <p:tavLst>
                                        <p:tav tm="0">
                                          <p:val>
                                            <p:strVal val="#ppt_x"/>
                                          </p:val>
                                        </p:tav>
                                        <p:tav tm="100000">
                                          <p:val>
                                            <p:strVal val="#ppt_x"/>
                                          </p:val>
                                        </p:tav>
                                      </p:tavLst>
                                    </p:anim>
                                    <p:anim calcmode="lin" valueType="num">
                                      <p:cBhvr>
                                        <p:cTn id="18" dur="1000" fill="hold"/>
                                        <p:tgtEl>
                                          <p:spTgt spid="5"/>
                                        </p:tgtEl>
                                        <p:attrNameLst>
                                          <p:attrName>ppt_y</p:attrName>
                                        </p:attrNameLst>
                                      </p:cBhvr>
                                      <p:tavLst>
                                        <p:tav tm="0">
                                          <p:val>
                                            <p:strVal val="#ppt_y+.1"/>
                                          </p:val>
                                        </p:tav>
                                        <p:tav tm="100000">
                                          <p:val>
                                            <p:strVal val="#ppt_y"/>
                                          </p:val>
                                        </p:tav>
                                      </p:tavLst>
                                    </p:anim>
                                  </p:childTnLst>
                                </p:cTn>
                              </p:par>
                            </p:childTnLst>
                          </p:cTn>
                        </p:par>
                        <p:par>
                          <p:cTn id="19" fill="hold">
                            <p:stCondLst>
                              <p:cond delay="1500"/>
                            </p:stCondLst>
                            <p:childTnLst>
                              <p:par>
                                <p:cTn id="20" presetID="42" presetClass="entr" presetSubtype="0" fill="hold" nodeType="after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fade">
                                      <p:cBhvr>
                                        <p:cTn id="22" dur="1000"/>
                                        <p:tgtEl>
                                          <p:spTgt spid="22"/>
                                        </p:tgtEl>
                                      </p:cBhvr>
                                    </p:animEffect>
                                    <p:anim calcmode="lin" valueType="num">
                                      <p:cBhvr>
                                        <p:cTn id="23" dur="1000" fill="hold"/>
                                        <p:tgtEl>
                                          <p:spTgt spid="22"/>
                                        </p:tgtEl>
                                        <p:attrNameLst>
                                          <p:attrName>ppt_x</p:attrName>
                                        </p:attrNameLst>
                                      </p:cBhvr>
                                      <p:tavLst>
                                        <p:tav tm="0">
                                          <p:val>
                                            <p:strVal val="#ppt_x"/>
                                          </p:val>
                                        </p:tav>
                                        <p:tav tm="100000">
                                          <p:val>
                                            <p:strVal val="#ppt_x"/>
                                          </p:val>
                                        </p:tav>
                                      </p:tavLst>
                                    </p:anim>
                                    <p:anim calcmode="lin" valueType="num">
                                      <p:cBhvr>
                                        <p:cTn id="24" dur="1000" fill="hold"/>
                                        <p:tgtEl>
                                          <p:spTgt spid="22"/>
                                        </p:tgtEl>
                                        <p:attrNameLst>
                                          <p:attrName>ppt_y</p:attrName>
                                        </p:attrNameLst>
                                      </p:cBhvr>
                                      <p:tavLst>
                                        <p:tav tm="0">
                                          <p:val>
                                            <p:strVal val="#ppt_y+.1"/>
                                          </p:val>
                                        </p:tav>
                                        <p:tav tm="100000">
                                          <p:val>
                                            <p:strVal val="#ppt_y"/>
                                          </p:val>
                                        </p:tav>
                                      </p:tavLst>
                                    </p:anim>
                                  </p:childTnLst>
                                </p:cTn>
                              </p:par>
                            </p:childTnLst>
                          </p:cTn>
                        </p:par>
                        <p:par>
                          <p:cTn id="25" fill="hold">
                            <p:stCondLst>
                              <p:cond delay="2500"/>
                            </p:stCondLst>
                            <p:childTnLst>
                              <p:par>
                                <p:cTn id="26" presetID="42" presetClass="entr" presetSubtype="0" fill="hold" nodeType="afterEffect">
                                  <p:stCondLst>
                                    <p:cond delay="0"/>
                                  </p:stCondLst>
                                  <p:childTnLst>
                                    <p:set>
                                      <p:cBhvr>
                                        <p:cTn id="27" dur="1" fill="hold">
                                          <p:stCondLst>
                                            <p:cond delay="0"/>
                                          </p:stCondLst>
                                        </p:cTn>
                                        <p:tgtEl>
                                          <p:spTgt spid="23"/>
                                        </p:tgtEl>
                                        <p:attrNameLst>
                                          <p:attrName>style.visibility</p:attrName>
                                        </p:attrNameLst>
                                      </p:cBhvr>
                                      <p:to>
                                        <p:strVal val="visible"/>
                                      </p:to>
                                    </p:set>
                                    <p:animEffect transition="in" filter="fade">
                                      <p:cBhvr>
                                        <p:cTn id="28" dur="1000"/>
                                        <p:tgtEl>
                                          <p:spTgt spid="23"/>
                                        </p:tgtEl>
                                      </p:cBhvr>
                                    </p:animEffect>
                                    <p:anim calcmode="lin" valueType="num">
                                      <p:cBhvr>
                                        <p:cTn id="29" dur="1000" fill="hold"/>
                                        <p:tgtEl>
                                          <p:spTgt spid="23"/>
                                        </p:tgtEl>
                                        <p:attrNameLst>
                                          <p:attrName>ppt_x</p:attrName>
                                        </p:attrNameLst>
                                      </p:cBhvr>
                                      <p:tavLst>
                                        <p:tav tm="0">
                                          <p:val>
                                            <p:strVal val="#ppt_x"/>
                                          </p:val>
                                        </p:tav>
                                        <p:tav tm="100000">
                                          <p:val>
                                            <p:strVal val="#ppt_x"/>
                                          </p:val>
                                        </p:tav>
                                      </p:tavLst>
                                    </p:anim>
                                    <p:anim calcmode="lin" valueType="num">
                                      <p:cBhvr>
                                        <p:cTn id="30"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9" grpId="0">
        <p:bldAsOne/>
      </p:bldGraphic>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 y="-2"/>
            <a:ext cx="12191999" cy="6858000"/>
            <a:chOff x="1" y="-2"/>
            <a:chExt cx="12191999" cy="6858000"/>
          </a:xfrm>
        </p:grpSpPr>
        <p:pic>
          <p:nvPicPr>
            <p:cNvPr id="85" name="图片 84"/>
            <p:cNvPicPr>
              <a:picLocks noChangeAspect="1"/>
            </p:cNvPicPr>
            <p:nvPr/>
          </p:nvPicPr>
          <p:blipFill>
            <a:blip r:embed="rId1">
              <a:extLst>
                <a:ext uri="{BEBA8EAE-BF5A-486C-A8C5-ECC9F3942E4B}">
                  <a14:imgProps xmlns:a14="http://schemas.microsoft.com/office/drawing/2010/main">
                    <a14:imgLayer r:embed="rId2">
                      <a14:imgEffect>
                        <a14:brightnessContrast contrast="40000"/>
                      </a14:imgEffect>
                      <a14:imgEffect>
                        <a14:saturation sat="400000"/>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1" y="-2"/>
              <a:ext cx="12191999" cy="6858000"/>
            </a:xfrm>
            <a:prstGeom prst="rect">
              <a:avLst/>
            </a:prstGeom>
          </p:spPr>
        </p:pic>
        <p:sp>
          <p:nvSpPr>
            <p:cNvPr id="2" name="矩形 1"/>
            <p:cNvSpPr/>
            <p:nvPr/>
          </p:nvSpPr>
          <p:spPr>
            <a:xfrm>
              <a:off x="250371" y="267786"/>
              <a:ext cx="11691258" cy="632242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lumMod val="75000"/>
                    <a:lumOff val="25000"/>
                  </a:schemeClr>
                </a:solidFill>
                <a:latin typeface="思源黑体" panose="020B0500000000000000" pitchFamily="34" charset="-122"/>
                <a:ea typeface="思源黑体" panose="020B0500000000000000" pitchFamily="34" charset="-122"/>
              </a:endParaRPr>
            </a:p>
          </p:txBody>
        </p:sp>
      </p:grpSp>
      <p:grpSp>
        <p:nvGrpSpPr>
          <p:cNvPr id="6" name="组合 5"/>
          <p:cNvGrpSpPr/>
          <p:nvPr/>
        </p:nvGrpSpPr>
        <p:grpSpPr>
          <a:xfrm>
            <a:off x="942702" y="876582"/>
            <a:ext cx="2483440" cy="677108"/>
            <a:chOff x="250371" y="432445"/>
            <a:chExt cx="2483440" cy="677108"/>
          </a:xfrm>
        </p:grpSpPr>
        <p:sp>
          <p:nvSpPr>
            <p:cNvPr id="58" name="1"/>
            <p:cNvSpPr/>
            <p:nvPr/>
          </p:nvSpPr>
          <p:spPr>
            <a:xfrm flipV="1">
              <a:off x="250371" y="503428"/>
              <a:ext cx="144000" cy="527747"/>
            </a:xfrm>
            <a:prstGeom prst="rect">
              <a:avLst/>
            </a:prstGeom>
            <a:solidFill>
              <a:srgbClr val="587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panose="020B0500000000000000" pitchFamily="34" charset="-122"/>
                <a:ea typeface="思源黑体" panose="020B0500000000000000" pitchFamily="34" charset="-122"/>
              </a:endParaRPr>
            </a:p>
          </p:txBody>
        </p:sp>
        <p:sp>
          <p:nvSpPr>
            <p:cNvPr id="63" name="文本框 62"/>
            <p:cNvSpPr txBox="1"/>
            <p:nvPr/>
          </p:nvSpPr>
          <p:spPr>
            <a:xfrm>
              <a:off x="468735" y="432445"/>
              <a:ext cx="2265076" cy="523220"/>
            </a:xfrm>
            <a:prstGeom prst="rect">
              <a:avLst/>
            </a:prstGeom>
            <a:noFill/>
          </p:spPr>
          <p:txBody>
            <a:bodyPr wrap="square" rtlCol="0">
              <a:spAutoFit/>
            </a:bodyPr>
            <a:lstStyle/>
            <a:p>
              <a:r>
                <a:rPr lang="en-US" altLang="zh-CN" sz="2800" b="1" dirty="0">
                  <a:solidFill>
                    <a:srgbClr val="2E5596"/>
                  </a:solidFill>
                  <a:latin typeface="思源黑体" panose="020B0500000000000000" pitchFamily="34" charset="-122"/>
                  <a:ea typeface="思源黑体" panose="020B0500000000000000" pitchFamily="34" charset="-122"/>
                </a:rPr>
                <a:t>02/</a:t>
              </a:r>
              <a:r>
                <a:rPr lang="zh-CN" altLang="en-US" sz="2800" b="1" dirty="0">
                  <a:solidFill>
                    <a:srgbClr val="2E5596"/>
                  </a:solidFill>
                  <a:latin typeface="思源黑体" panose="020B0500000000000000" pitchFamily="34" charset="-122"/>
                  <a:ea typeface="思源黑体" panose="020B0500000000000000" pitchFamily="34" charset="-122"/>
                </a:rPr>
                <a:t>完成情况</a:t>
              </a:r>
              <a:endParaRPr lang="zh-CN" altLang="en-US" sz="2800" b="1" dirty="0">
                <a:solidFill>
                  <a:srgbClr val="2E5596"/>
                </a:solidFill>
                <a:latin typeface="思源黑体" panose="020B0500000000000000" pitchFamily="34" charset="-122"/>
                <a:ea typeface="思源黑体" panose="020B0500000000000000" pitchFamily="34" charset="-122"/>
              </a:endParaRPr>
            </a:p>
          </p:txBody>
        </p:sp>
        <p:sp>
          <p:nvSpPr>
            <p:cNvPr id="64" name="文本框 63"/>
            <p:cNvSpPr txBox="1"/>
            <p:nvPr/>
          </p:nvSpPr>
          <p:spPr>
            <a:xfrm>
              <a:off x="468735" y="801776"/>
              <a:ext cx="2265076" cy="307777"/>
            </a:xfrm>
            <a:prstGeom prst="rect">
              <a:avLst/>
            </a:prstGeom>
            <a:noFill/>
          </p:spPr>
          <p:txBody>
            <a:bodyPr wrap="square" rtlCol="0">
              <a:spAutoFit/>
            </a:bodyPr>
            <a:lstStyle/>
            <a:p>
              <a:r>
                <a:rPr lang="en-US" altLang="zh-CN" sz="1400" dirty="0">
                  <a:solidFill>
                    <a:schemeClr val="tx1">
                      <a:lumMod val="65000"/>
                      <a:lumOff val="35000"/>
                    </a:schemeClr>
                  </a:solidFill>
                  <a:latin typeface="思源黑体" panose="020B0500000000000000" pitchFamily="34" charset="-122"/>
                  <a:ea typeface="思源黑体" panose="020B0500000000000000" pitchFamily="34" charset="-122"/>
                </a:rPr>
                <a:t>Mid year work summary</a:t>
              </a:r>
              <a:endParaRPr lang="en-US" altLang="zh-CN" sz="1400" dirty="0">
                <a:solidFill>
                  <a:schemeClr val="tx1">
                    <a:lumMod val="65000"/>
                    <a:lumOff val="35000"/>
                  </a:schemeClr>
                </a:solidFill>
                <a:latin typeface="思源黑体" panose="020B0500000000000000" pitchFamily="34" charset="-122"/>
                <a:ea typeface="思源黑体" panose="020B0500000000000000" pitchFamily="34" charset="-122"/>
              </a:endParaRPr>
            </a:p>
          </p:txBody>
        </p:sp>
      </p:grpSp>
      <p:grpSp>
        <p:nvGrpSpPr>
          <p:cNvPr id="72" name="组合 71"/>
          <p:cNvGrpSpPr/>
          <p:nvPr/>
        </p:nvGrpSpPr>
        <p:grpSpPr>
          <a:xfrm>
            <a:off x="1557679" y="2323251"/>
            <a:ext cx="4321598" cy="578292"/>
            <a:chOff x="6386763" y="1689966"/>
            <a:chExt cx="4321598" cy="578292"/>
          </a:xfrm>
        </p:grpSpPr>
        <p:sp>
          <p:nvSpPr>
            <p:cNvPr id="73" name="Rectangle 23"/>
            <p:cNvSpPr/>
            <p:nvPr/>
          </p:nvSpPr>
          <p:spPr>
            <a:xfrm>
              <a:off x="6386763" y="1733675"/>
              <a:ext cx="546945" cy="461665"/>
            </a:xfrm>
            <a:prstGeom prst="rect">
              <a:avLst/>
            </a:prstGeom>
          </p:spPr>
          <p:txBody>
            <a:bodyPr wrap="none">
              <a:spAutoFit/>
            </a:bodyPr>
            <a:lstStyle/>
            <a:p>
              <a:r>
                <a:rPr lang="en-US" sz="2400" b="1" dirty="0">
                  <a:solidFill>
                    <a:srgbClr val="2E5596"/>
                  </a:solidFill>
                  <a:latin typeface="思源黑体" panose="020B0500000000000000" pitchFamily="34" charset="-122"/>
                  <a:ea typeface="思源黑体" panose="020B0500000000000000" pitchFamily="34" charset="-122"/>
                </a:rPr>
                <a:t>01</a:t>
              </a:r>
              <a:endParaRPr lang="en-US" sz="2400" b="1" dirty="0">
                <a:solidFill>
                  <a:srgbClr val="2E5596"/>
                </a:solidFill>
                <a:latin typeface="思源黑体" panose="020B0500000000000000" pitchFamily="34" charset="-122"/>
                <a:ea typeface="思源黑体" panose="020B0500000000000000" pitchFamily="34" charset="-122"/>
              </a:endParaRPr>
            </a:p>
          </p:txBody>
        </p:sp>
        <p:sp>
          <p:nvSpPr>
            <p:cNvPr id="74" name="矩形 73"/>
            <p:cNvSpPr/>
            <p:nvPr/>
          </p:nvSpPr>
          <p:spPr>
            <a:xfrm>
              <a:off x="7022617" y="1689966"/>
              <a:ext cx="3685744" cy="578292"/>
            </a:xfrm>
            <a:prstGeom prst="rect">
              <a:avLst/>
            </a:prstGeom>
          </p:spPr>
          <p:txBody>
            <a:bodyPr wrap="square" lIns="91433" tIns="45716" rIns="91433" bIns="45716">
              <a:spAutoFit/>
            </a:bodyPr>
            <a:lstStyle/>
            <a:p>
              <a:pPr lvl="0" algn="l">
                <a:lnSpc>
                  <a:spcPts val="2000"/>
                </a:lnSpc>
                <a:defRPr/>
              </a:pPr>
              <a:r>
                <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sym typeface="FZHei-B01S" panose="02010601030101010101" pitchFamily="2" charset="-122"/>
                </a:rPr>
                <a:t>请在此处添加具体内容，文字尽量言简意赅，简单说明即可，不必过于繁琐，注意板面美观度。</a:t>
              </a:r>
              <a:endPar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sym typeface="FZHei-B01S" panose="02010601030101010101" pitchFamily="2" charset="-122"/>
              </a:endParaRPr>
            </a:p>
          </p:txBody>
        </p:sp>
      </p:grpSp>
      <p:grpSp>
        <p:nvGrpSpPr>
          <p:cNvPr id="75" name="组合 74"/>
          <p:cNvGrpSpPr/>
          <p:nvPr/>
        </p:nvGrpSpPr>
        <p:grpSpPr>
          <a:xfrm>
            <a:off x="1557679" y="3173415"/>
            <a:ext cx="4321598" cy="578292"/>
            <a:chOff x="6386763" y="1689966"/>
            <a:chExt cx="4321598" cy="578292"/>
          </a:xfrm>
        </p:grpSpPr>
        <p:sp>
          <p:nvSpPr>
            <p:cNvPr id="76" name="Rectangle 23"/>
            <p:cNvSpPr/>
            <p:nvPr/>
          </p:nvSpPr>
          <p:spPr>
            <a:xfrm>
              <a:off x="6386763" y="1733675"/>
              <a:ext cx="546945" cy="461665"/>
            </a:xfrm>
            <a:prstGeom prst="rect">
              <a:avLst/>
            </a:prstGeom>
          </p:spPr>
          <p:txBody>
            <a:bodyPr wrap="none">
              <a:spAutoFit/>
            </a:bodyPr>
            <a:lstStyle/>
            <a:p>
              <a:r>
                <a:rPr lang="en-US" sz="2400" b="1" dirty="0">
                  <a:solidFill>
                    <a:srgbClr val="2E5596"/>
                  </a:solidFill>
                  <a:latin typeface="思源黑体" panose="020B0500000000000000" pitchFamily="34" charset="-122"/>
                  <a:ea typeface="思源黑体" panose="020B0500000000000000" pitchFamily="34" charset="-122"/>
                </a:rPr>
                <a:t>02</a:t>
              </a:r>
              <a:endParaRPr lang="en-US" sz="2400" b="1" dirty="0">
                <a:solidFill>
                  <a:srgbClr val="2E5596"/>
                </a:solidFill>
                <a:latin typeface="思源黑体" panose="020B0500000000000000" pitchFamily="34" charset="-122"/>
                <a:ea typeface="思源黑体" panose="020B0500000000000000" pitchFamily="34" charset="-122"/>
              </a:endParaRPr>
            </a:p>
          </p:txBody>
        </p:sp>
        <p:sp>
          <p:nvSpPr>
            <p:cNvPr id="77" name="矩形 76"/>
            <p:cNvSpPr/>
            <p:nvPr/>
          </p:nvSpPr>
          <p:spPr>
            <a:xfrm>
              <a:off x="7022617" y="1689966"/>
              <a:ext cx="3685744" cy="578292"/>
            </a:xfrm>
            <a:prstGeom prst="rect">
              <a:avLst/>
            </a:prstGeom>
          </p:spPr>
          <p:txBody>
            <a:bodyPr wrap="square" lIns="91433" tIns="45716" rIns="91433" bIns="45716">
              <a:spAutoFit/>
            </a:bodyPr>
            <a:lstStyle/>
            <a:p>
              <a:pPr lvl="0" algn="l">
                <a:lnSpc>
                  <a:spcPts val="2000"/>
                </a:lnSpc>
                <a:defRPr/>
              </a:pPr>
              <a:r>
                <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sym typeface="FZHei-B01S" panose="02010601030101010101" pitchFamily="2" charset="-122"/>
                </a:rPr>
                <a:t>请在此处添加具体内容，文字尽量言简意赅，简单说明即可，不必过于繁琐，注意板面美观度。</a:t>
              </a:r>
              <a:endPar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sym typeface="FZHei-B01S" panose="02010601030101010101" pitchFamily="2" charset="-122"/>
              </a:endParaRPr>
            </a:p>
          </p:txBody>
        </p:sp>
      </p:grpSp>
      <p:grpSp>
        <p:nvGrpSpPr>
          <p:cNvPr id="78" name="组合 77"/>
          <p:cNvGrpSpPr/>
          <p:nvPr/>
        </p:nvGrpSpPr>
        <p:grpSpPr>
          <a:xfrm>
            <a:off x="1557679" y="3968243"/>
            <a:ext cx="4321598" cy="578292"/>
            <a:chOff x="6386763" y="1689966"/>
            <a:chExt cx="4321598" cy="578292"/>
          </a:xfrm>
        </p:grpSpPr>
        <p:sp>
          <p:nvSpPr>
            <p:cNvPr id="79" name="Rectangle 23"/>
            <p:cNvSpPr/>
            <p:nvPr/>
          </p:nvSpPr>
          <p:spPr>
            <a:xfrm>
              <a:off x="6386763" y="1733675"/>
              <a:ext cx="546945" cy="461665"/>
            </a:xfrm>
            <a:prstGeom prst="rect">
              <a:avLst/>
            </a:prstGeom>
          </p:spPr>
          <p:txBody>
            <a:bodyPr wrap="none">
              <a:spAutoFit/>
            </a:bodyPr>
            <a:lstStyle/>
            <a:p>
              <a:r>
                <a:rPr lang="en-US" sz="2400" b="1" dirty="0">
                  <a:solidFill>
                    <a:srgbClr val="2E5596"/>
                  </a:solidFill>
                  <a:latin typeface="思源黑体" panose="020B0500000000000000" pitchFamily="34" charset="-122"/>
                  <a:ea typeface="思源黑体" panose="020B0500000000000000" pitchFamily="34" charset="-122"/>
                </a:rPr>
                <a:t>03</a:t>
              </a:r>
              <a:endParaRPr lang="en-US" sz="2400" b="1" dirty="0">
                <a:solidFill>
                  <a:srgbClr val="2E5596"/>
                </a:solidFill>
                <a:latin typeface="思源黑体" panose="020B0500000000000000" pitchFamily="34" charset="-122"/>
                <a:ea typeface="思源黑体" panose="020B0500000000000000" pitchFamily="34" charset="-122"/>
              </a:endParaRPr>
            </a:p>
          </p:txBody>
        </p:sp>
        <p:sp>
          <p:nvSpPr>
            <p:cNvPr id="80" name="矩形 79"/>
            <p:cNvSpPr/>
            <p:nvPr/>
          </p:nvSpPr>
          <p:spPr>
            <a:xfrm>
              <a:off x="7022617" y="1689966"/>
              <a:ext cx="3685744" cy="578292"/>
            </a:xfrm>
            <a:prstGeom prst="rect">
              <a:avLst/>
            </a:prstGeom>
          </p:spPr>
          <p:txBody>
            <a:bodyPr wrap="square" lIns="91433" tIns="45716" rIns="91433" bIns="45716">
              <a:spAutoFit/>
            </a:bodyPr>
            <a:lstStyle/>
            <a:p>
              <a:pPr lvl="0" algn="l">
                <a:lnSpc>
                  <a:spcPts val="2000"/>
                </a:lnSpc>
                <a:defRPr/>
              </a:pPr>
              <a:r>
                <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sym typeface="FZHei-B01S" panose="02010601030101010101" pitchFamily="2" charset="-122"/>
                </a:rPr>
                <a:t>请在此处添加具体内容，文字尽量言简意赅，简单说明即可，不必过于繁琐，注意板面美观度。</a:t>
              </a:r>
              <a:endPar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sym typeface="FZHei-B01S" panose="02010601030101010101" pitchFamily="2" charset="-122"/>
              </a:endParaRPr>
            </a:p>
          </p:txBody>
        </p:sp>
      </p:grpSp>
      <p:grpSp>
        <p:nvGrpSpPr>
          <p:cNvPr id="81" name="组合 80"/>
          <p:cNvGrpSpPr/>
          <p:nvPr/>
        </p:nvGrpSpPr>
        <p:grpSpPr>
          <a:xfrm>
            <a:off x="1557679" y="4882143"/>
            <a:ext cx="4321598" cy="578292"/>
            <a:chOff x="6386763" y="1689966"/>
            <a:chExt cx="4321598" cy="578292"/>
          </a:xfrm>
        </p:grpSpPr>
        <p:sp>
          <p:nvSpPr>
            <p:cNvPr id="82" name="Rectangle 23"/>
            <p:cNvSpPr/>
            <p:nvPr/>
          </p:nvSpPr>
          <p:spPr>
            <a:xfrm>
              <a:off x="6386763" y="1733675"/>
              <a:ext cx="546945" cy="461665"/>
            </a:xfrm>
            <a:prstGeom prst="rect">
              <a:avLst/>
            </a:prstGeom>
          </p:spPr>
          <p:txBody>
            <a:bodyPr wrap="none">
              <a:spAutoFit/>
            </a:bodyPr>
            <a:lstStyle/>
            <a:p>
              <a:r>
                <a:rPr lang="en-US" sz="2400" b="1" dirty="0">
                  <a:solidFill>
                    <a:srgbClr val="2E5596"/>
                  </a:solidFill>
                  <a:latin typeface="思源黑体" panose="020B0500000000000000" pitchFamily="34" charset="-122"/>
                  <a:ea typeface="思源黑体" panose="020B0500000000000000" pitchFamily="34" charset="-122"/>
                </a:rPr>
                <a:t>04</a:t>
              </a:r>
              <a:endParaRPr lang="en-US" sz="2400" b="1" dirty="0">
                <a:solidFill>
                  <a:srgbClr val="2E5596"/>
                </a:solidFill>
                <a:latin typeface="思源黑体" panose="020B0500000000000000" pitchFamily="34" charset="-122"/>
                <a:ea typeface="思源黑体" panose="020B0500000000000000" pitchFamily="34" charset="-122"/>
              </a:endParaRPr>
            </a:p>
          </p:txBody>
        </p:sp>
        <p:sp>
          <p:nvSpPr>
            <p:cNvPr id="83" name="矩形 82"/>
            <p:cNvSpPr/>
            <p:nvPr/>
          </p:nvSpPr>
          <p:spPr>
            <a:xfrm>
              <a:off x="7022617" y="1689966"/>
              <a:ext cx="3685744" cy="578292"/>
            </a:xfrm>
            <a:prstGeom prst="rect">
              <a:avLst/>
            </a:prstGeom>
          </p:spPr>
          <p:txBody>
            <a:bodyPr wrap="square" lIns="91433" tIns="45716" rIns="91433" bIns="45716">
              <a:spAutoFit/>
            </a:bodyPr>
            <a:lstStyle/>
            <a:p>
              <a:pPr lvl="0" algn="l">
                <a:lnSpc>
                  <a:spcPts val="2000"/>
                </a:lnSpc>
                <a:defRPr/>
              </a:pPr>
              <a:r>
                <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sym typeface="FZHei-B01S" panose="02010601030101010101" pitchFamily="2" charset="-122"/>
                </a:rPr>
                <a:t>请在此处添加具体内容，文字尽量言简意赅，简单说明即可，不必过于繁琐，注意板面美观度。</a:t>
              </a:r>
              <a:endPar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sym typeface="FZHei-B01S" panose="02010601030101010101" pitchFamily="2" charset="-122"/>
              </a:endParaRPr>
            </a:p>
          </p:txBody>
        </p:sp>
      </p:grpSp>
      <p:pic>
        <p:nvPicPr>
          <p:cNvPr id="30" name="图片 29"/>
          <p:cNvPicPr>
            <a:picLocks noChangeAspect="1"/>
          </p:cNvPicPr>
          <p:nvPr/>
        </p:nvPicPr>
        <p:blipFill rotWithShape="1">
          <a:blip r:embed="rId3" cstate="print">
            <a:extLst>
              <a:ext uri="{28A0092B-C50C-407E-A947-70E740481C1C}">
                <a14:useLocalDpi xmlns:a14="http://schemas.microsoft.com/office/drawing/2010/main" val="0"/>
              </a:ext>
            </a:extLst>
          </a:blip>
          <a:srcRect r="62275"/>
          <a:stretch>
            <a:fillRect/>
          </a:stretch>
        </p:blipFill>
        <p:spPr>
          <a:xfrm>
            <a:off x="6537521" y="2090947"/>
            <a:ext cx="1508738" cy="3874041"/>
          </a:xfrm>
          <a:prstGeom prst="rect">
            <a:avLst/>
          </a:prstGeom>
        </p:spPr>
      </p:pic>
      <p:pic>
        <p:nvPicPr>
          <p:cNvPr id="86" name="图片 85"/>
          <p:cNvPicPr>
            <a:picLocks noChangeAspect="1"/>
          </p:cNvPicPr>
          <p:nvPr/>
        </p:nvPicPr>
        <p:blipFill rotWithShape="1">
          <a:blip r:embed="rId3" cstate="print">
            <a:extLst>
              <a:ext uri="{28A0092B-C50C-407E-A947-70E740481C1C}">
                <a14:useLocalDpi xmlns:a14="http://schemas.microsoft.com/office/drawing/2010/main" val="0"/>
              </a:ext>
            </a:extLst>
          </a:blip>
          <a:srcRect l="33128" t="1690" r="29147" b="-1690"/>
          <a:stretch>
            <a:fillRect/>
          </a:stretch>
        </p:blipFill>
        <p:spPr>
          <a:xfrm>
            <a:off x="8170614" y="1768237"/>
            <a:ext cx="1508738" cy="3874041"/>
          </a:xfrm>
          <a:prstGeom prst="rect">
            <a:avLst/>
          </a:prstGeom>
        </p:spPr>
      </p:pic>
      <p:pic>
        <p:nvPicPr>
          <p:cNvPr id="87" name="图片 86"/>
          <p:cNvPicPr>
            <a:picLocks noChangeAspect="1"/>
          </p:cNvPicPr>
          <p:nvPr/>
        </p:nvPicPr>
        <p:blipFill rotWithShape="1">
          <a:blip r:embed="rId3" cstate="print">
            <a:extLst>
              <a:ext uri="{28A0092B-C50C-407E-A947-70E740481C1C}">
                <a14:useLocalDpi xmlns:a14="http://schemas.microsoft.com/office/drawing/2010/main" val="0"/>
              </a:ext>
            </a:extLst>
          </a:blip>
          <a:srcRect l="64495" t="221" r="-2220" b="-221"/>
          <a:stretch>
            <a:fillRect/>
          </a:stretch>
        </p:blipFill>
        <p:spPr>
          <a:xfrm>
            <a:off x="9803708" y="1414453"/>
            <a:ext cx="1508738" cy="3874041"/>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72"/>
                                        </p:tgtEl>
                                        <p:attrNameLst>
                                          <p:attrName>style.visibility</p:attrName>
                                        </p:attrNameLst>
                                      </p:cBhvr>
                                      <p:to>
                                        <p:strVal val="visible"/>
                                      </p:to>
                                    </p:set>
                                    <p:anim calcmode="lin" valueType="num">
                                      <p:cBhvr additive="base">
                                        <p:cTn id="11" dur="500" fill="hold"/>
                                        <p:tgtEl>
                                          <p:spTgt spid="72"/>
                                        </p:tgtEl>
                                        <p:attrNameLst>
                                          <p:attrName>ppt_x</p:attrName>
                                        </p:attrNameLst>
                                      </p:cBhvr>
                                      <p:tavLst>
                                        <p:tav tm="0">
                                          <p:val>
                                            <p:strVal val="#ppt_x"/>
                                          </p:val>
                                        </p:tav>
                                        <p:tav tm="100000">
                                          <p:val>
                                            <p:strVal val="#ppt_x"/>
                                          </p:val>
                                        </p:tav>
                                      </p:tavLst>
                                    </p:anim>
                                    <p:anim calcmode="lin" valueType="num">
                                      <p:cBhvr additive="base">
                                        <p:cTn id="12" dur="500" fill="hold"/>
                                        <p:tgtEl>
                                          <p:spTgt spid="72"/>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4" fill="hold" nodeType="afterEffect">
                                  <p:stCondLst>
                                    <p:cond delay="0"/>
                                  </p:stCondLst>
                                  <p:childTnLst>
                                    <p:set>
                                      <p:cBhvr>
                                        <p:cTn id="15" dur="1" fill="hold">
                                          <p:stCondLst>
                                            <p:cond delay="0"/>
                                          </p:stCondLst>
                                        </p:cTn>
                                        <p:tgtEl>
                                          <p:spTgt spid="75"/>
                                        </p:tgtEl>
                                        <p:attrNameLst>
                                          <p:attrName>style.visibility</p:attrName>
                                        </p:attrNameLst>
                                      </p:cBhvr>
                                      <p:to>
                                        <p:strVal val="visible"/>
                                      </p:to>
                                    </p:set>
                                    <p:anim calcmode="lin" valueType="num">
                                      <p:cBhvr additive="base">
                                        <p:cTn id="16" dur="500" fill="hold"/>
                                        <p:tgtEl>
                                          <p:spTgt spid="75"/>
                                        </p:tgtEl>
                                        <p:attrNameLst>
                                          <p:attrName>ppt_x</p:attrName>
                                        </p:attrNameLst>
                                      </p:cBhvr>
                                      <p:tavLst>
                                        <p:tav tm="0">
                                          <p:val>
                                            <p:strVal val="#ppt_x"/>
                                          </p:val>
                                        </p:tav>
                                        <p:tav tm="100000">
                                          <p:val>
                                            <p:strVal val="#ppt_x"/>
                                          </p:val>
                                        </p:tav>
                                      </p:tavLst>
                                    </p:anim>
                                    <p:anim calcmode="lin" valueType="num">
                                      <p:cBhvr additive="base">
                                        <p:cTn id="17" dur="500" fill="hold"/>
                                        <p:tgtEl>
                                          <p:spTgt spid="75"/>
                                        </p:tgtEl>
                                        <p:attrNameLst>
                                          <p:attrName>ppt_y</p:attrName>
                                        </p:attrNameLst>
                                      </p:cBhvr>
                                      <p:tavLst>
                                        <p:tav tm="0">
                                          <p:val>
                                            <p:strVal val="1+#ppt_h/2"/>
                                          </p:val>
                                        </p:tav>
                                        <p:tav tm="100000">
                                          <p:val>
                                            <p:strVal val="#ppt_y"/>
                                          </p:val>
                                        </p:tav>
                                      </p:tavLst>
                                    </p:anim>
                                  </p:childTnLst>
                                </p:cTn>
                              </p:par>
                            </p:childTnLst>
                          </p:cTn>
                        </p:par>
                        <p:par>
                          <p:cTn id="18" fill="hold">
                            <p:stCondLst>
                              <p:cond delay="1500"/>
                            </p:stCondLst>
                            <p:childTnLst>
                              <p:par>
                                <p:cTn id="19" presetID="2" presetClass="entr" presetSubtype="4" fill="hold" nodeType="afterEffect">
                                  <p:stCondLst>
                                    <p:cond delay="0"/>
                                  </p:stCondLst>
                                  <p:childTnLst>
                                    <p:set>
                                      <p:cBhvr>
                                        <p:cTn id="20" dur="1" fill="hold">
                                          <p:stCondLst>
                                            <p:cond delay="0"/>
                                          </p:stCondLst>
                                        </p:cTn>
                                        <p:tgtEl>
                                          <p:spTgt spid="78"/>
                                        </p:tgtEl>
                                        <p:attrNameLst>
                                          <p:attrName>style.visibility</p:attrName>
                                        </p:attrNameLst>
                                      </p:cBhvr>
                                      <p:to>
                                        <p:strVal val="visible"/>
                                      </p:to>
                                    </p:set>
                                    <p:anim calcmode="lin" valueType="num">
                                      <p:cBhvr additive="base">
                                        <p:cTn id="21" dur="500" fill="hold"/>
                                        <p:tgtEl>
                                          <p:spTgt spid="78"/>
                                        </p:tgtEl>
                                        <p:attrNameLst>
                                          <p:attrName>ppt_x</p:attrName>
                                        </p:attrNameLst>
                                      </p:cBhvr>
                                      <p:tavLst>
                                        <p:tav tm="0">
                                          <p:val>
                                            <p:strVal val="#ppt_x"/>
                                          </p:val>
                                        </p:tav>
                                        <p:tav tm="100000">
                                          <p:val>
                                            <p:strVal val="#ppt_x"/>
                                          </p:val>
                                        </p:tav>
                                      </p:tavLst>
                                    </p:anim>
                                    <p:anim calcmode="lin" valueType="num">
                                      <p:cBhvr additive="base">
                                        <p:cTn id="22" dur="500" fill="hold"/>
                                        <p:tgtEl>
                                          <p:spTgt spid="78"/>
                                        </p:tgtEl>
                                        <p:attrNameLst>
                                          <p:attrName>ppt_y</p:attrName>
                                        </p:attrNameLst>
                                      </p:cBhvr>
                                      <p:tavLst>
                                        <p:tav tm="0">
                                          <p:val>
                                            <p:strVal val="1+#ppt_h/2"/>
                                          </p:val>
                                        </p:tav>
                                        <p:tav tm="100000">
                                          <p:val>
                                            <p:strVal val="#ppt_y"/>
                                          </p:val>
                                        </p:tav>
                                      </p:tavLst>
                                    </p:anim>
                                  </p:childTnLst>
                                </p:cTn>
                              </p:par>
                            </p:childTnLst>
                          </p:cTn>
                        </p:par>
                        <p:par>
                          <p:cTn id="23" fill="hold">
                            <p:stCondLst>
                              <p:cond delay="2000"/>
                            </p:stCondLst>
                            <p:childTnLst>
                              <p:par>
                                <p:cTn id="24" presetID="2" presetClass="entr" presetSubtype="4" fill="hold" nodeType="afterEffect">
                                  <p:stCondLst>
                                    <p:cond delay="0"/>
                                  </p:stCondLst>
                                  <p:childTnLst>
                                    <p:set>
                                      <p:cBhvr>
                                        <p:cTn id="25" dur="1" fill="hold">
                                          <p:stCondLst>
                                            <p:cond delay="0"/>
                                          </p:stCondLst>
                                        </p:cTn>
                                        <p:tgtEl>
                                          <p:spTgt spid="81"/>
                                        </p:tgtEl>
                                        <p:attrNameLst>
                                          <p:attrName>style.visibility</p:attrName>
                                        </p:attrNameLst>
                                      </p:cBhvr>
                                      <p:to>
                                        <p:strVal val="visible"/>
                                      </p:to>
                                    </p:set>
                                    <p:anim calcmode="lin" valueType="num">
                                      <p:cBhvr additive="base">
                                        <p:cTn id="26" dur="500" fill="hold"/>
                                        <p:tgtEl>
                                          <p:spTgt spid="81"/>
                                        </p:tgtEl>
                                        <p:attrNameLst>
                                          <p:attrName>ppt_x</p:attrName>
                                        </p:attrNameLst>
                                      </p:cBhvr>
                                      <p:tavLst>
                                        <p:tav tm="0">
                                          <p:val>
                                            <p:strVal val="#ppt_x"/>
                                          </p:val>
                                        </p:tav>
                                        <p:tav tm="100000">
                                          <p:val>
                                            <p:strVal val="#ppt_x"/>
                                          </p:val>
                                        </p:tav>
                                      </p:tavLst>
                                    </p:anim>
                                    <p:anim calcmode="lin" valueType="num">
                                      <p:cBhvr additive="base">
                                        <p:cTn id="27" dur="500" fill="hold"/>
                                        <p:tgtEl>
                                          <p:spTgt spid="81"/>
                                        </p:tgtEl>
                                        <p:attrNameLst>
                                          <p:attrName>ppt_y</p:attrName>
                                        </p:attrNameLst>
                                      </p:cBhvr>
                                      <p:tavLst>
                                        <p:tav tm="0">
                                          <p:val>
                                            <p:strVal val="1+#ppt_h/2"/>
                                          </p:val>
                                        </p:tav>
                                        <p:tav tm="100000">
                                          <p:val>
                                            <p:strVal val="#ppt_y"/>
                                          </p:val>
                                        </p:tav>
                                      </p:tavLst>
                                    </p:anim>
                                  </p:childTnLst>
                                </p:cTn>
                              </p:par>
                            </p:childTnLst>
                          </p:cTn>
                        </p:par>
                        <p:par>
                          <p:cTn id="28" fill="hold">
                            <p:stCondLst>
                              <p:cond delay="2500"/>
                            </p:stCondLst>
                            <p:childTnLst>
                              <p:par>
                                <p:cTn id="29" presetID="22" presetClass="entr" presetSubtype="4" fill="hold" nodeType="after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wipe(down)">
                                      <p:cBhvr>
                                        <p:cTn id="31" dur="500"/>
                                        <p:tgtEl>
                                          <p:spTgt spid="30"/>
                                        </p:tgtEl>
                                      </p:cBhvr>
                                    </p:animEffect>
                                  </p:childTnLst>
                                </p:cTn>
                              </p:par>
                            </p:childTnLst>
                          </p:cTn>
                        </p:par>
                        <p:par>
                          <p:cTn id="32" fill="hold">
                            <p:stCondLst>
                              <p:cond delay="3000"/>
                            </p:stCondLst>
                            <p:childTnLst>
                              <p:par>
                                <p:cTn id="33" presetID="22" presetClass="entr" presetSubtype="4" fill="hold" nodeType="afterEffect">
                                  <p:stCondLst>
                                    <p:cond delay="0"/>
                                  </p:stCondLst>
                                  <p:childTnLst>
                                    <p:set>
                                      <p:cBhvr>
                                        <p:cTn id="34" dur="1" fill="hold">
                                          <p:stCondLst>
                                            <p:cond delay="0"/>
                                          </p:stCondLst>
                                        </p:cTn>
                                        <p:tgtEl>
                                          <p:spTgt spid="86"/>
                                        </p:tgtEl>
                                        <p:attrNameLst>
                                          <p:attrName>style.visibility</p:attrName>
                                        </p:attrNameLst>
                                      </p:cBhvr>
                                      <p:to>
                                        <p:strVal val="visible"/>
                                      </p:to>
                                    </p:set>
                                    <p:animEffect transition="in" filter="wipe(down)">
                                      <p:cBhvr>
                                        <p:cTn id="35" dur="500"/>
                                        <p:tgtEl>
                                          <p:spTgt spid="86"/>
                                        </p:tgtEl>
                                      </p:cBhvr>
                                    </p:animEffect>
                                  </p:childTnLst>
                                </p:cTn>
                              </p:par>
                            </p:childTnLst>
                          </p:cTn>
                        </p:par>
                        <p:par>
                          <p:cTn id="36" fill="hold">
                            <p:stCondLst>
                              <p:cond delay="3500"/>
                            </p:stCondLst>
                            <p:childTnLst>
                              <p:par>
                                <p:cTn id="37" presetID="22" presetClass="entr" presetSubtype="4" fill="hold" nodeType="afterEffect">
                                  <p:stCondLst>
                                    <p:cond delay="0"/>
                                  </p:stCondLst>
                                  <p:childTnLst>
                                    <p:set>
                                      <p:cBhvr>
                                        <p:cTn id="38" dur="1" fill="hold">
                                          <p:stCondLst>
                                            <p:cond delay="0"/>
                                          </p:stCondLst>
                                        </p:cTn>
                                        <p:tgtEl>
                                          <p:spTgt spid="87"/>
                                        </p:tgtEl>
                                        <p:attrNameLst>
                                          <p:attrName>style.visibility</p:attrName>
                                        </p:attrNameLst>
                                      </p:cBhvr>
                                      <p:to>
                                        <p:strVal val="visible"/>
                                      </p:to>
                                    </p:set>
                                    <p:animEffect transition="in" filter="wipe(down)">
                                      <p:cBhvr>
                                        <p:cTn id="39" dur="500"/>
                                        <p:tgtEl>
                                          <p:spTgt spid="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 y="-2"/>
            <a:ext cx="12191999" cy="6858000"/>
            <a:chOff x="1" y="-2"/>
            <a:chExt cx="12191999" cy="6858000"/>
          </a:xfrm>
        </p:grpSpPr>
        <p:pic>
          <p:nvPicPr>
            <p:cNvPr id="85" name="图片 84"/>
            <p:cNvPicPr>
              <a:picLocks noChangeAspect="1"/>
            </p:cNvPicPr>
            <p:nvPr/>
          </p:nvPicPr>
          <p:blipFill>
            <a:blip r:embed="rId1">
              <a:extLst>
                <a:ext uri="{BEBA8EAE-BF5A-486C-A8C5-ECC9F3942E4B}">
                  <a14:imgProps xmlns:a14="http://schemas.microsoft.com/office/drawing/2010/main">
                    <a14:imgLayer r:embed="rId2">
                      <a14:imgEffect>
                        <a14:brightnessContrast contrast="40000"/>
                      </a14:imgEffect>
                      <a14:imgEffect>
                        <a14:saturation sat="400000"/>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1" y="-2"/>
              <a:ext cx="12191999" cy="6858000"/>
            </a:xfrm>
            <a:prstGeom prst="rect">
              <a:avLst/>
            </a:prstGeom>
          </p:spPr>
        </p:pic>
        <p:sp>
          <p:nvSpPr>
            <p:cNvPr id="2" name="矩形 1"/>
            <p:cNvSpPr/>
            <p:nvPr/>
          </p:nvSpPr>
          <p:spPr>
            <a:xfrm>
              <a:off x="250371" y="267786"/>
              <a:ext cx="11691258" cy="632242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lumMod val="75000"/>
                    <a:lumOff val="25000"/>
                  </a:schemeClr>
                </a:solidFill>
                <a:latin typeface="思源黑体" panose="020B0500000000000000" pitchFamily="34" charset="-122"/>
                <a:ea typeface="思源黑体" panose="020B0500000000000000" pitchFamily="34" charset="-122"/>
              </a:endParaRPr>
            </a:p>
          </p:txBody>
        </p:sp>
      </p:grpSp>
      <p:grpSp>
        <p:nvGrpSpPr>
          <p:cNvPr id="6" name="组合 5"/>
          <p:cNvGrpSpPr/>
          <p:nvPr/>
        </p:nvGrpSpPr>
        <p:grpSpPr>
          <a:xfrm>
            <a:off x="942702" y="876582"/>
            <a:ext cx="2483440" cy="677108"/>
            <a:chOff x="250371" y="432445"/>
            <a:chExt cx="2483440" cy="677108"/>
          </a:xfrm>
        </p:grpSpPr>
        <p:sp>
          <p:nvSpPr>
            <p:cNvPr id="58" name="1"/>
            <p:cNvSpPr/>
            <p:nvPr/>
          </p:nvSpPr>
          <p:spPr>
            <a:xfrm flipV="1">
              <a:off x="250371" y="503428"/>
              <a:ext cx="144000" cy="527747"/>
            </a:xfrm>
            <a:prstGeom prst="rect">
              <a:avLst/>
            </a:prstGeom>
            <a:solidFill>
              <a:srgbClr val="587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panose="020B0500000000000000" pitchFamily="34" charset="-122"/>
                <a:ea typeface="思源黑体" panose="020B0500000000000000" pitchFamily="34" charset="-122"/>
              </a:endParaRPr>
            </a:p>
          </p:txBody>
        </p:sp>
        <p:sp>
          <p:nvSpPr>
            <p:cNvPr id="63" name="文本框 62"/>
            <p:cNvSpPr txBox="1"/>
            <p:nvPr/>
          </p:nvSpPr>
          <p:spPr>
            <a:xfrm>
              <a:off x="468735" y="432445"/>
              <a:ext cx="2265076" cy="523220"/>
            </a:xfrm>
            <a:prstGeom prst="rect">
              <a:avLst/>
            </a:prstGeom>
            <a:noFill/>
          </p:spPr>
          <p:txBody>
            <a:bodyPr wrap="square" rtlCol="0">
              <a:spAutoFit/>
            </a:bodyPr>
            <a:lstStyle/>
            <a:p>
              <a:r>
                <a:rPr lang="en-US" altLang="zh-CN" sz="2800" b="1" dirty="0">
                  <a:solidFill>
                    <a:srgbClr val="2E5596"/>
                  </a:solidFill>
                  <a:latin typeface="思源黑体" panose="020B0500000000000000" pitchFamily="34" charset="-122"/>
                  <a:ea typeface="思源黑体" panose="020B0500000000000000" pitchFamily="34" charset="-122"/>
                </a:rPr>
                <a:t>02/</a:t>
              </a:r>
              <a:r>
                <a:rPr lang="zh-CN" altLang="en-US" sz="2800" b="1" dirty="0">
                  <a:solidFill>
                    <a:srgbClr val="2E5596"/>
                  </a:solidFill>
                  <a:latin typeface="思源黑体" panose="020B0500000000000000" pitchFamily="34" charset="-122"/>
                  <a:ea typeface="思源黑体" panose="020B0500000000000000" pitchFamily="34" charset="-122"/>
                </a:rPr>
                <a:t>完成情况</a:t>
              </a:r>
              <a:endParaRPr lang="zh-CN" altLang="en-US" sz="2800" b="1" dirty="0">
                <a:solidFill>
                  <a:srgbClr val="2E5596"/>
                </a:solidFill>
                <a:latin typeface="思源黑体" panose="020B0500000000000000" pitchFamily="34" charset="-122"/>
                <a:ea typeface="思源黑体" panose="020B0500000000000000" pitchFamily="34" charset="-122"/>
              </a:endParaRPr>
            </a:p>
          </p:txBody>
        </p:sp>
        <p:sp>
          <p:nvSpPr>
            <p:cNvPr id="64" name="文本框 63"/>
            <p:cNvSpPr txBox="1"/>
            <p:nvPr/>
          </p:nvSpPr>
          <p:spPr>
            <a:xfrm>
              <a:off x="468735" y="801776"/>
              <a:ext cx="2265076" cy="307777"/>
            </a:xfrm>
            <a:prstGeom prst="rect">
              <a:avLst/>
            </a:prstGeom>
            <a:noFill/>
          </p:spPr>
          <p:txBody>
            <a:bodyPr wrap="square" rtlCol="0">
              <a:spAutoFit/>
            </a:bodyPr>
            <a:lstStyle/>
            <a:p>
              <a:r>
                <a:rPr lang="en-US" altLang="zh-CN" sz="1400" dirty="0">
                  <a:solidFill>
                    <a:schemeClr val="tx1">
                      <a:lumMod val="65000"/>
                      <a:lumOff val="35000"/>
                    </a:schemeClr>
                  </a:solidFill>
                  <a:latin typeface="思源黑体" panose="020B0500000000000000" pitchFamily="34" charset="-122"/>
                  <a:ea typeface="思源黑体" panose="020B0500000000000000" pitchFamily="34" charset="-122"/>
                </a:rPr>
                <a:t>Mid year work summary</a:t>
              </a:r>
              <a:endParaRPr lang="en-US" altLang="zh-CN" sz="1400" dirty="0">
                <a:solidFill>
                  <a:schemeClr val="tx1">
                    <a:lumMod val="65000"/>
                    <a:lumOff val="35000"/>
                  </a:schemeClr>
                </a:solidFill>
                <a:latin typeface="思源黑体" panose="020B0500000000000000" pitchFamily="34" charset="-122"/>
                <a:ea typeface="思源黑体" panose="020B0500000000000000" pitchFamily="34" charset="-122"/>
              </a:endParaRPr>
            </a:p>
          </p:txBody>
        </p:sp>
      </p:grpSp>
      <p:grpSp>
        <p:nvGrpSpPr>
          <p:cNvPr id="4" name="组合 3"/>
          <p:cNvGrpSpPr/>
          <p:nvPr/>
        </p:nvGrpSpPr>
        <p:grpSpPr>
          <a:xfrm>
            <a:off x="1769048" y="2008598"/>
            <a:ext cx="4103593" cy="4103593"/>
            <a:chOff x="1403161" y="1768202"/>
            <a:chExt cx="4103593" cy="4103593"/>
          </a:xfrm>
        </p:grpSpPr>
        <p:grpSp>
          <p:nvGrpSpPr>
            <p:cNvPr id="9" name="Group 12"/>
            <p:cNvGrpSpPr/>
            <p:nvPr/>
          </p:nvGrpSpPr>
          <p:grpSpPr>
            <a:xfrm>
              <a:off x="1403161" y="1768202"/>
              <a:ext cx="4103593" cy="4103593"/>
              <a:chOff x="1423750" y="2274039"/>
              <a:chExt cx="1927198" cy="1927198"/>
            </a:xfrm>
          </p:grpSpPr>
          <p:sp>
            <p:nvSpPr>
              <p:cNvPr id="10" name="Pie 18"/>
              <p:cNvSpPr/>
              <p:nvPr/>
            </p:nvSpPr>
            <p:spPr>
              <a:xfrm>
                <a:off x="1651408" y="2501697"/>
                <a:ext cx="1471881" cy="1471881"/>
              </a:xfrm>
              <a:prstGeom prst="pie">
                <a:avLst>
                  <a:gd name="adj1" fmla="val 2807946"/>
                  <a:gd name="adj2" fmla="val 7203478"/>
                </a:avLst>
              </a:prstGeom>
              <a:solidFill>
                <a:srgbClr val="3762AF"/>
              </a:solidFill>
              <a:ln>
                <a:noFill/>
              </a:ln>
              <a:effectLst>
                <a:outerShdw blurRad="292100" sx="102000" sy="102000" algn="ctr" rotWithShape="0">
                  <a:schemeClr val="accent4">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lumMod val="75000"/>
                      <a:lumOff val="25000"/>
                    </a:schemeClr>
                  </a:solidFill>
                  <a:latin typeface="思源黑体" panose="020B0500000000000000" pitchFamily="34" charset="-122"/>
                  <a:ea typeface="思源黑体" panose="020B0500000000000000" pitchFamily="34" charset="-122"/>
                </a:endParaRPr>
              </a:p>
            </p:txBody>
          </p:sp>
          <p:sp>
            <p:nvSpPr>
              <p:cNvPr id="11" name="Pie 17"/>
              <p:cNvSpPr/>
              <p:nvPr/>
            </p:nvSpPr>
            <p:spPr>
              <a:xfrm>
                <a:off x="1567582" y="2417871"/>
                <a:ext cx="1639533" cy="1639533"/>
              </a:xfrm>
              <a:prstGeom prst="pie">
                <a:avLst>
                  <a:gd name="adj1" fmla="val 11812340"/>
                  <a:gd name="adj2" fmla="val 18065028"/>
                </a:avLst>
              </a:prstGeom>
              <a:solidFill>
                <a:srgbClr val="587DB8"/>
              </a:solidFill>
              <a:ln>
                <a:noFill/>
              </a:ln>
              <a:effectLst>
                <a:outerShdw blurRad="317500" sx="102000" sy="102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lumMod val="75000"/>
                      <a:lumOff val="25000"/>
                    </a:schemeClr>
                  </a:solidFill>
                  <a:latin typeface="思源黑体" panose="020B0500000000000000" pitchFamily="34" charset="-122"/>
                  <a:ea typeface="思源黑体" panose="020B0500000000000000" pitchFamily="34" charset="-122"/>
                </a:endParaRPr>
              </a:p>
            </p:txBody>
          </p:sp>
          <p:sp>
            <p:nvSpPr>
              <p:cNvPr id="12" name="Pie 20"/>
              <p:cNvSpPr/>
              <p:nvPr/>
            </p:nvSpPr>
            <p:spPr>
              <a:xfrm>
                <a:off x="1423750" y="2274039"/>
                <a:ext cx="1927198" cy="1927198"/>
              </a:xfrm>
              <a:prstGeom prst="pie">
                <a:avLst>
                  <a:gd name="adj1" fmla="val 7059761"/>
                  <a:gd name="adj2" fmla="val 11940272"/>
                </a:avLst>
              </a:prstGeom>
              <a:solidFill>
                <a:srgbClr val="2E5596"/>
              </a:solidFill>
              <a:ln>
                <a:noFill/>
              </a:ln>
              <a:effectLst>
                <a:outerShdw blurRad="469900" sx="102000" sy="102000" algn="ctr" rotWithShape="0">
                  <a:schemeClr val="accent5">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lumMod val="75000"/>
                      <a:lumOff val="25000"/>
                    </a:schemeClr>
                  </a:solidFill>
                  <a:latin typeface="思源黑体" panose="020B0500000000000000" pitchFamily="34" charset="-122"/>
                  <a:ea typeface="思源黑体" panose="020B0500000000000000" pitchFamily="34" charset="-122"/>
                </a:endParaRPr>
              </a:p>
            </p:txBody>
          </p:sp>
          <p:sp>
            <p:nvSpPr>
              <p:cNvPr id="13" name="Pie 21"/>
              <p:cNvSpPr/>
              <p:nvPr/>
            </p:nvSpPr>
            <p:spPr>
              <a:xfrm>
                <a:off x="1567582" y="2417871"/>
                <a:ext cx="1639533" cy="1639533"/>
              </a:xfrm>
              <a:prstGeom prst="pie">
                <a:avLst>
                  <a:gd name="adj1" fmla="val 21298533"/>
                  <a:gd name="adj2" fmla="val 2825366"/>
                </a:avLst>
              </a:prstGeom>
              <a:solidFill>
                <a:schemeClr val="accent1">
                  <a:lumMod val="40000"/>
                  <a:lumOff val="60000"/>
                </a:schemeClr>
              </a:solidFill>
              <a:ln>
                <a:noFill/>
              </a:ln>
              <a:effectLst>
                <a:outerShdw blurRad="800100" sx="102000" sy="102000" algn="ctr" rotWithShape="0">
                  <a:schemeClr val="accent3">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lumMod val="75000"/>
                      <a:lumOff val="25000"/>
                    </a:schemeClr>
                  </a:solidFill>
                  <a:latin typeface="思源黑体" panose="020B0500000000000000" pitchFamily="34" charset="-122"/>
                  <a:ea typeface="思源黑体" panose="020B0500000000000000" pitchFamily="34" charset="-122"/>
                </a:endParaRPr>
              </a:p>
            </p:txBody>
          </p:sp>
          <p:sp>
            <p:nvSpPr>
              <p:cNvPr id="14" name="Oval 8"/>
              <p:cNvSpPr/>
              <p:nvPr/>
            </p:nvSpPr>
            <p:spPr>
              <a:xfrm>
                <a:off x="1743649" y="2593938"/>
                <a:ext cx="1287398" cy="1287398"/>
              </a:xfrm>
              <a:prstGeom prst="ellipse">
                <a:avLst/>
              </a:prstGeom>
              <a:solidFill>
                <a:srgbClr val="F7F7F7"/>
              </a:solidFill>
              <a:ln>
                <a:noFill/>
              </a:ln>
              <a:effectLst>
                <a:outerShdw blurRad="635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lumMod val="75000"/>
                      <a:lumOff val="25000"/>
                    </a:schemeClr>
                  </a:solidFill>
                  <a:latin typeface="思源黑体" panose="020B0500000000000000" pitchFamily="34" charset="-122"/>
                  <a:ea typeface="思源黑体" panose="020B0500000000000000" pitchFamily="34" charset="-122"/>
                </a:endParaRPr>
              </a:p>
            </p:txBody>
          </p:sp>
        </p:grpSp>
        <p:sp>
          <p:nvSpPr>
            <p:cNvPr id="15" name="Rectangle 29"/>
            <p:cNvSpPr/>
            <p:nvPr/>
          </p:nvSpPr>
          <p:spPr>
            <a:xfrm>
              <a:off x="2450211" y="3289515"/>
              <a:ext cx="2009488" cy="1116965"/>
            </a:xfrm>
            <a:prstGeom prst="rect">
              <a:avLst/>
            </a:prstGeom>
          </p:spPr>
          <p:txBody>
            <a:bodyPr wrap="square">
              <a:spAutoFit/>
            </a:bodyPr>
            <a:lstStyle/>
            <a:p>
              <a:pPr lvl="0" algn="ctr">
                <a:lnSpc>
                  <a:spcPts val="2000"/>
                </a:lnSpc>
                <a:defRPr/>
              </a:pPr>
              <a:r>
                <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sym typeface="FZHei-B01S" panose="02010601030101010101" pitchFamily="2" charset="-122"/>
                </a:rPr>
                <a:t>请在此处添加具体内容，文字尽量言简意赅，简单说明即可，不必过于繁琐，注意板面美观度。</a:t>
              </a:r>
              <a:endPar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sym typeface="FZHei-B01S" panose="02010601030101010101" pitchFamily="2" charset="-122"/>
              </a:endParaRPr>
            </a:p>
          </p:txBody>
        </p:sp>
      </p:grpSp>
      <p:grpSp>
        <p:nvGrpSpPr>
          <p:cNvPr id="5" name="组合 4"/>
          <p:cNvGrpSpPr/>
          <p:nvPr/>
        </p:nvGrpSpPr>
        <p:grpSpPr>
          <a:xfrm>
            <a:off x="6048830" y="1686626"/>
            <a:ext cx="3761376" cy="1049892"/>
            <a:chOff x="6048830" y="1686626"/>
            <a:chExt cx="3761376" cy="1049892"/>
          </a:xfrm>
        </p:grpSpPr>
        <p:sp>
          <p:nvSpPr>
            <p:cNvPr id="24" name="TextBox 7"/>
            <p:cNvSpPr txBox="1"/>
            <p:nvPr/>
          </p:nvSpPr>
          <p:spPr>
            <a:xfrm>
              <a:off x="6048830" y="1686626"/>
              <a:ext cx="2236510" cy="400110"/>
            </a:xfrm>
            <a:prstGeom prst="rect">
              <a:avLst/>
            </a:prstGeom>
            <a:noFill/>
          </p:spPr>
          <p:txBody>
            <a:bodyPr wrap="none" rtlCol="0">
              <a:spAutoFit/>
            </a:bodyPr>
            <a:lstStyle/>
            <a:p>
              <a:pPr algn="l"/>
              <a:r>
                <a:rPr lang="zh-CN" altLang="en-US" sz="2000" b="1" dirty="0">
                  <a:solidFill>
                    <a:schemeClr val="tx1">
                      <a:lumMod val="75000"/>
                      <a:lumOff val="25000"/>
                    </a:schemeClr>
                  </a:solidFill>
                  <a:latin typeface="思源黑体" panose="020B0500000000000000" pitchFamily="34" charset="-122"/>
                  <a:ea typeface="思源黑体" panose="020B0500000000000000" pitchFamily="34" charset="-122"/>
                </a:rPr>
                <a:t>添加页面标题内容</a:t>
              </a:r>
              <a:endParaRPr lang="zh-CN" altLang="en-US" sz="2000" b="1" dirty="0">
                <a:solidFill>
                  <a:schemeClr val="tx1">
                    <a:lumMod val="75000"/>
                    <a:lumOff val="25000"/>
                  </a:schemeClr>
                </a:solidFill>
                <a:latin typeface="思源黑体" panose="020B0500000000000000" pitchFamily="34" charset="-122"/>
                <a:ea typeface="思源黑体" panose="020B0500000000000000" pitchFamily="34" charset="-122"/>
              </a:endParaRPr>
            </a:p>
          </p:txBody>
        </p:sp>
        <p:sp>
          <p:nvSpPr>
            <p:cNvPr id="25" name="矩形 24"/>
            <p:cNvSpPr/>
            <p:nvPr/>
          </p:nvSpPr>
          <p:spPr>
            <a:xfrm>
              <a:off x="6075029" y="2122696"/>
              <a:ext cx="3735177" cy="613822"/>
            </a:xfrm>
            <a:prstGeom prst="rect">
              <a:avLst/>
            </a:prstGeom>
          </p:spPr>
          <p:txBody>
            <a:bodyPr wrap="square">
              <a:spAutoFit/>
            </a:bodyPr>
            <a:lstStyle/>
            <a:p>
              <a:pPr algn="l">
                <a:lnSpc>
                  <a:spcPct val="150000"/>
                </a:lnSpc>
              </a:pPr>
              <a:r>
                <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rPr>
                <a:t>单击此处添加文字阐述，添加简短问题说明文字，具体添加文字在此处添加单击</a:t>
              </a:r>
              <a:endPar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endParaRPr>
            </a:p>
          </p:txBody>
        </p:sp>
      </p:grpSp>
      <p:grpSp>
        <p:nvGrpSpPr>
          <p:cNvPr id="7" name="组合 6"/>
          <p:cNvGrpSpPr/>
          <p:nvPr/>
        </p:nvGrpSpPr>
        <p:grpSpPr>
          <a:xfrm>
            <a:off x="5872641" y="3345480"/>
            <a:ext cx="2432117" cy="1099077"/>
            <a:chOff x="5872641" y="3345480"/>
            <a:chExt cx="2432117" cy="1099077"/>
          </a:xfrm>
        </p:grpSpPr>
        <p:sp>
          <p:nvSpPr>
            <p:cNvPr id="16" name="TextBox 21"/>
            <p:cNvSpPr txBox="1"/>
            <p:nvPr/>
          </p:nvSpPr>
          <p:spPr>
            <a:xfrm>
              <a:off x="6375478" y="3345480"/>
              <a:ext cx="1195997" cy="600036"/>
            </a:xfrm>
            <a:prstGeom prst="rect">
              <a:avLst/>
            </a:prstGeom>
            <a:noFill/>
          </p:spPr>
          <p:txBody>
            <a:bodyPr wrap="square" rtlCol="0">
              <a:spAutoFit/>
            </a:bodyPr>
            <a:lstStyle/>
            <a:p>
              <a:r>
                <a:rPr lang="en-US" sz="3300" b="1" dirty="0">
                  <a:solidFill>
                    <a:schemeClr val="tx1">
                      <a:lumMod val="75000"/>
                      <a:lumOff val="25000"/>
                    </a:schemeClr>
                  </a:solidFill>
                  <a:latin typeface="思源黑体" panose="020B0500000000000000" pitchFamily="34" charset="-122"/>
                  <a:ea typeface="思源黑体" panose="020B0500000000000000" pitchFamily="34" charset="-122"/>
                  <a:cs typeface="Lato Heavy" panose="020F0502020204030203" pitchFamily="34" charset="0"/>
                </a:rPr>
                <a:t>96$</a:t>
              </a:r>
              <a:endParaRPr lang="en-US" sz="3300" b="1" dirty="0">
                <a:solidFill>
                  <a:schemeClr val="tx1">
                    <a:lumMod val="75000"/>
                    <a:lumOff val="25000"/>
                  </a:schemeClr>
                </a:solidFill>
                <a:latin typeface="思源黑体" panose="020B0500000000000000" pitchFamily="34" charset="-122"/>
                <a:ea typeface="思源黑体" panose="020B0500000000000000" pitchFamily="34" charset="-122"/>
                <a:cs typeface="Lato Heavy" panose="020F0502020204030203" pitchFamily="34" charset="0"/>
              </a:endParaRPr>
            </a:p>
          </p:txBody>
        </p:sp>
        <p:sp>
          <p:nvSpPr>
            <p:cNvPr id="17" name="Oval 23"/>
            <p:cNvSpPr/>
            <p:nvPr/>
          </p:nvSpPr>
          <p:spPr>
            <a:xfrm>
              <a:off x="5872641" y="3491912"/>
              <a:ext cx="352379" cy="352379"/>
            </a:xfrm>
            <a:prstGeom prst="ellipse">
              <a:avLst/>
            </a:prstGeom>
            <a:solidFill>
              <a:srgbClr val="5477A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lumMod val="75000"/>
                    <a:lumOff val="25000"/>
                  </a:schemeClr>
                </a:solidFill>
                <a:latin typeface="思源黑体" panose="020B0500000000000000" pitchFamily="34" charset="-122"/>
                <a:ea typeface="思源黑体" panose="020B0500000000000000" pitchFamily="34" charset="-122"/>
              </a:endParaRPr>
            </a:p>
          </p:txBody>
        </p:sp>
        <p:sp>
          <p:nvSpPr>
            <p:cNvPr id="26" name="矩形 25"/>
            <p:cNvSpPr/>
            <p:nvPr/>
          </p:nvSpPr>
          <p:spPr>
            <a:xfrm>
              <a:off x="6374801" y="3866650"/>
              <a:ext cx="1929957" cy="577907"/>
            </a:xfrm>
            <a:prstGeom prst="rect">
              <a:avLst/>
            </a:prstGeom>
          </p:spPr>
          <p:txBody>
            <a:bodyPr wrap="square" lIns="91433" tIns="45716" rIns="91433" bIns="45716">
              <a:spAutoFit/>
            </a:bodyPr>
            <a:lstStyle/>
            <a:p>
              <a:pPr lvl="0" algn="l">
                <a:lnSpc>
                  <a:spcPts val="2000"/>
                </a:lnSpc>
                <a:defRPr/>
              </a:pPr>
              <a:r>
                <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sym typeface="FZHei-B01S" panose="02010601030101010101" pitchFamily="2" charset="-122"/>
                </a:rPr>
                <a:t>请在此处添加具体内容，文字尽量言简意赅</a:t>
              </a:r>
              <a:endPar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sym typeface="FZHei-B01S" panose="02010601030101010101" pitchFamily="2" charset="-122"/>
              </a:endParaRPr>
            </a:p>
          </p:txBody>
        </p:sp>
      </p:grpSp>
      <p:grpSp>
        <p:nvGrpSpPr>
          <p:cNvPr id="31" name="组合 30"/>
          <p:cNvGrpSpPr/>
          <p:nvPr/>
        </p:nvGrpSpPr>
        <p:grpSpPr>
          <a:xfrm>
            <a:off x="8655243" y="3345480"/>
            <a:ext cx="2432794" cy="1099077"/>
            <a:chOff x="8655243" y="3345480"/>
            <a:chExt cx="2432794" cy="1099077"/>
          </a:xfrm>
        </p:grpSpPr>
        <p:sp>
          <p:nvSpPr>
            <p:cNvPr id="18" name="TextBox 24"/>
            <p:cNvSpPr txBox="1"/>
            <p:nvPr/>
          </p:nvSpPr>
          <p:spPr>
            <a:xfrm>
              <a:off x="9158080" y="3345480"/>
              <a:ext cx="1195997" cy="600036"/>
            </a:xfrm>
            <a:prstGeom prst="rect">
              <a:avLst/>
            </a:prstGeom>
            <a:noFill/>
          </p:spPr>
          <p:txBody>
            <a:bodyPr wrap="square" rtlCol="0">
              <a:spAutoFit/>
            </a:bodyPr>
            <a:lstStyle/>
            <a:p>
              <a:r>
                <a:rPr lang="en-US" sz="3300" b="1">
                  <a:solidFill>
                    <a:schemeClr val="tx1">
                      <a:lumMod val="75000"/>
                      <a:lumOff val="25000"/>
                    </a:schemeClr>
                  </a:solidFill>
                  <a:latin typeface="思源黑体" panose="020B0500000000000000" pitchFamily="34" charset="-122"/>
                  <a:ea typeface="思源黑体" panose="020B0500000000000000" pitchFamily="34" charset="-122"/>
                  <a:cs typeface="Lato Heavy" panose="020F0502020204030203" pitchFamily="34" charset="0"/>
                </a:rPr>
                <a:t>96$</a:t>
              </a:r>
              <a:endParaRPr lang="en-US" sz="3300" b="1">
                <a:solidFill>
                  <a:schemeClr val="tx1">
                    <a:lumMod val="75000"/>
                    <a:lumOff val="25000"/>
                  </a:schemeClr>
                </a:solidFill>
                <a:latin typeface="思源黑体" panose="020B0500000000000000" pitchFamily="34" charset="-122"/>
                <a:ea typeface="思源黑体" panose="020B0500000000000000" pitchFamily="34" charset="-122"/>
                <a:cs typeface="Lato Heavy" panose="020F0502020204030203" pitchFamily="34" charset="0"/>
              </a:endParaRPr>
            </a:p>
          </p:txBody>
        </p:sp>
        <p:sp>
          <p:nvSpPr>
            <p:cNvPr id="19" name="Oval 26"/>
            <p:cNvSpPr/>
            <p:nvPr/>
          </p:nvSpPr>
          <p:spPr>
            <a:xfrm>
              <a:off x="8655243" y="3491912"/>
              <a:ext cx="352379" cy="352379"/>
            </a:xfrm>
            <a:prstGeom prst="ellipse">
              <a:avLst/>
            </a:prstGeom>
            <a:solidFill>
              <a:srgbClr val="2C51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lumMod val="75000"/>
                    <a:lumOff val="25000"/>
                  </a:schemeClr>
                </a:solidFill>
                <a:latin typeface="思源黑体" panose="020B0500000000000000" pitchFamily="34" charset="-122"/>
                <a:ea typeface="思源黑体" panose="020B0500000000000000" pitchFamily="34" charset="-122"/>
              </a:endParaRPr>
            </a:p>
          </p:txBody>
        </p:sp>
        <p:sp>
          <p:nvSpPr>
            <p:cNvPr id="27" name="矩形 26"/>
            <p:cNvSpPr/>
            <p:nvPr/>
          </p:nvSpPr>
          <p:spPr>
            <a:xfrm>
              <a:off x="9158080" y="3866650"/>
              <a:ext cx="1929957" cy="577907"/>
            </a:xfrm>
            <a:prstGeom prst="rect">
              <a:avLst/>
            </a:prstGeom>
          </p:spPr>
          <p:txBody>
            <a:bodyPr wrap="square" lIns="91433" tIns="45716" rIns="91433" bIns="45716">
              <a:spAutoFit/>
            </a:bodyPr>
            <a:lstStyle/>
            <a:p>
              <a:pPr lvl="0" algn="l">
                <a:lnSpc>
                  <a:spcPts val="2000"/>
                </a:lnSpc>
                <a:defRPr/>
              </a:pPr>
              <a:r>
                <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sym typeface="FZHei-B01S" panose="02010601030101010101" pitchFamily="2" charset="-122"/>
                </a:rPr>
                <a:t>请在此处添加具体内容，文字尽量言简意赅</a:t>
              </a:r>
              <a:endPar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sym typeface="FZHei-B01S" panose="02010601030101010101" pitchFamily="2" charset="-122"/>
              </a:endParaRPr>
            </a:p>
          </p:txBody>
        </p:sp>
      </p:grpSp>
      <p:grpSp>
        <p:nvGrpSpPr>
          <p:cNvPr id="8" name="组合 7"/>
          <p:cNvGrpSpPr/>
          <p:nvPr/>
        </p:nvGrpSpPr>
        <p:grpSpPr>
          <a:xfrm>
            <a:off x="5872641" y="4613732"/>
            <a:ext cx="2432117" cy="1177943"/>
            <a:chOff x="5872641" y="4613732"/>
            <a:chExt cx="2432117" cy="1177943"/>
          </a:xfrm>
        </p:grpSpPr>
        <p:sp>
          <p:nvSpPr>
            <p:cNvPr id="20" name="TextBox 27"/>
            <p:cNvSpPr txBox="1"/>
            <p:nvPr/>
          </p:nvSpPr>
          <p:spPr>
            <a:xfrm>
              <a:off x="6375478" y="4613732"/>
              <a:ext cx="1195997" cy="600036"/>
            </a:xfrm>
            <a:prstGeom prst="rect">
              <a:avLst/>
            </a:prstGeom>
            <a:noFill/>
          </p:spPr>
          <p:txBody>
            <a:bodyPr wrap="square" rtlCol="0">
              <a:spAutoFit/>
            </a:bodyPr>
            <a:lstStyle/>
            <a:p>
              <a:r>
                <a:rPr lang="en-US" sz="3300" b="1">
                  <a:solidFill>
                    <a:schemeClr val="tx1">
                      <a:lumMod val="75000"/>
                      <a:lumOff val="25000"/>
                    </a:schemeClr>
                  </a:solidFill>
                  <a:latin typeface="思源黑体" panose="020B0500000000000000" pitchFamily="34" charset="-122"/>
                  <a:ea typeface="思源黑体" panose="020B0500000000000000" pitchFamily="34" charset="-122"/>
                  <a:cs typeface="Lato Heavy" panose="020F0502020204030203" pitchFamily="34" charset="0"/>
                </a:rPr>
                <a:t>96$</a:t>
              </a:r>
              <a:endParaRPr lang="en-US" sz="3300" b="1">
                <a:solidFill>
                  <a:schemeClr val="tx1">
                    <a:lumMod val="75000"/>
                    <a:lumOff val="25000"/>
                  </a:schemeClr>
                </a:solidFill>
                <a:latin typeface="思源黑体" panose="020B0500000000000000" pitchFamily="34" charset="-122"/>
                <a:ea typeface="思源黑体" panose="020B0500000000000000" pitchFamily="34" charset="-122"/>
                <a:cs typeface="Lato Heavy" panose="020F0502020204030203" pitchFamily="34" charset="0"/>
              </a:endParaRPr>
            </a:p>
          </p:txBody>
        </p:sp>
        <p:sp>
          <p:nvSpPr>
            <p:cNvPr id="21" name="Oval 29"/>
            <p:cNvSpPr/>
            <p:nvPr/>
          </p:nvSpPr>
          <p:spPr>
            <a:xfrm>
              <a:off x="5872641" y="4760164"/>
              <a:ext cx="352379" cy="352379"/>
            </a:xfrm>
            <a:prstGeom prst="ellipse">
              <a:avLst/>
            </a:prstGeom>
            <a:solidFill>
              <a:srgbClr val="2C51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lumMod val="75000"/>
                    <a:lumOff val="25000"/>
                  </a:schemeClr>
                </a:solidFill>
                <a:latin typeface="思源黑体" panose="020B0500000000000000" pitchFamily="34" charset="-122"/>
                <a:ea typeface="思源黑体" panose="020B0500000000000000" pitchFamily="34" charset="-122"/>
              </a:endParaRPr>
            </a:p>
          </p:txBody>
        </p:sp>
        <p:sp>
          <p:nvSpPr>
            <p:cNvPr id="28" name="矩形 27"/>
            <p:cNvSpPr/>
            <p:nvPr/>
          </p:nvSpPr>
          <p:spPr>
            <a:xfrm>
              <a:off x="6374801" y="5213768"/>
              <a:ext cx="1929957" cy="577907"/>
            </a:xfrm>
            <a:prstGeom prst="rect">
              <a:avLst/>
            </a:prstGeom>
          </p:spPr>
          <p:txBody>
            <a:bodyPr wrap="square" lIns="91433" tIns="45716" rIns="91433" bIns="45716">
              <a:spAutoFit/>
            </a:bodyPr>
            <a:lstStyle/>
            <a:p>
              <a:pPr lvl="0" algn="l">
                <a:lnSpc>
                  <a:spcPts val="2000"/>
                </a:lnSpc>
                <a:defRPr/>
              </a:pPr>
              <a:r>
                <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sym typeface="FZHei-B01S" panose="02010601030101010101" pitchFamily="2" charset="-122"/>
                </a:rPr>
                <a:t>请在此处添加具体内容，文字尽量言简意赅</a:t>
              </a:r>
              <a:endPar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sym typeface="FZHei-B01S" panose="02010601030101010101" pitchFamily="2" charset="-122"/>
              </a:endParaRPr>
            </a:p>
          </p:txBody>
        </p:sp>
      </p:grpSp>
      <p:grpSp>
        <p:nvGrpSpPr>
          <p:cNvPr id="32" name="组合 31"/>
          <p:cNvGrpSpPr/>
          <p:nvPr/>
        </p:nvGrpSpPr>
        <p:grpSpPr>
          <a:xfrm>
            <a:off x="8655243" y="4613732"/>
            <a:ext cx="2432794" cy="1177943"/>
            <a:chOff x="8655243" y="4613732"/>
            <a:chExt cx="2432794" cy="1177943"/>
          </a:xfrm>
        </p:grpSpPr>
        <p:sp>
          <p:nvSpPr>
            <p:cNvPr id="22" name="TextBox 30"/>
            <p:cNvSpPr txBox="1"/>
            <p:nvPr/>
          </p:nvSpPr>
          <p:spPr>
            <a:xfrm>
              <a:off x="9158080" y="4613732"/>
              <a:ext cx="1195997" cy="600036"/>
            </a:xfrm>
            <a:prstGeom prst="rect">
              <a:avLst/>
            </a:prstGeom>
            <a:noFill/>
          </p:spPr>
          <p:txBody>
            <a:bodyPr wrap="square" rtlCol="0">
              <a:spAutoFit/>
            </a:bodyPr>
            <a:lstStyle/>
            <a:p>
              <a:r>
                <a:rPr lang="en-US" sz="3300" b="1">
                  <a:solidFill>
                    <a:schemeClr val="tx1">
                      <a:lumMod val="75000"/>
                      <a:lumOff val="25000"/>
                    </a:schemeClr>
                  </a:solidFill>
                  <a:latin typeface="思源黑体" panose="020B0500000000000000" pitchFamily="34" charset="-122"/>
                  <a:ea typeface="思源黑体" panose="020B0500000000000000" pitchFamily="34" charset="-122"/>
                  <a:cs typeface="Lato Heavy" panose="020F0502020204030203" pitchFamily="34" charset="0"/>
                </a:rPr>
                <a:t>96$</a:t>
              </a:r>
              <a:endParaRPr lang="en-US" sz="3300" b="1">
                <a:solidFill>
                  <a:schemeClr val="tx1">
                    <a:lumMod val="75000"/>
                    <a:lumOff val="25000"/>
                  </a:schemeClr>
                </a:solidFill>
                <a:latin typeface="思源黑体" panose="020B0500000000000000" pitchFamily="34" charset="-122"/>
                <a:ea typeface="思源黑体" panose="020B0500000000000000" pitchFamily="34" charset="-122"/>
                <a:cs typeface="Lato Heavy" panose="020F0502020204030203" pitchFamily="34" charset="0"/>
              </a:endParaRPr>
            </a:p>
          </p:txBody>
        </p:sp>
        <p:sp>
          <p:nvSpPr>
            <p:cNvPr id="23" name="Oval 32"/>
            <p:cNvSpPr/>
            <p:nvPr/>
          </p:nvSpPr>
          <p:spPr>
            <a:xfrm>
              <a:off x="8655243" y="4760164"/>
              <a:ext cx="352379" cy="352379"/>
            </a:xfrm>
            <a:prstGeom prst="ellipse">
              <a:avLst/>
            </a:prstGeom>
            <a:solidFill>
              <a:srgbClr val="587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lumMod val="75000"/>
                    <a:lumOff val="25000"/>
                  </a:schemeClr>
                </a:solidFill>
                <a:latin typeface="思源黑体" panose="020B0500000000000000" pitchFamily="34" charset="-122"/>
                <a:ea typeface="思源黑体" panose="020B0500000000000000" pitchFamily="34" charset="-122"/>
              </a:endParaRPr>
            </a:p>
          </p:txBody>
        </p:sp>
        <p:sp>
          <p:nvSpPr>
            <p:cNvPr id="29" name="矩形 28"/>
            <p:cNvSpPr/>
            <p:nvPr/>
          </p:nvSpPr>
          <p:spPr>
            <a:xfrm>
              <a:off x="9158080" y="5213768"/>
              <a:ext cx="1929957" cy="577907"/>
            </a:xfrm>
            <a:prstGeom prst="rect">
              <a:avLst/>
            </a:prstGeom>
          </p:spPr>
          <p:txBody>
            <a:bodyPr wrap="square" lIns="91433" tIns="45716" rIns="91433" bIns="45716">
              <a:spAutoFit/>
            </a:bodyPr>
            <a:lstStyle/>
            <a:p>
              <a:pPr lvl="0" algn="l">
                <a:lnSpc>
                  <a:spcPts val="2000"/>
                </a:lnSpc>
                <a:defRPr/>
              </a:pPr>
              <a:r>
                <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sym typeface="FZHei-B01S" panose="02010601030101010101" pitchFamily="2" charset="-122"/>
                </a:rPr>
                <a:t>请在此处添加具体内容，文字尽量言简意赅</a:t>
              </a:r>
              <a:endPar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sym typeface="FZHei-B01S" panose="02010601030101010101" pitchFamily="2"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1000"/>
                                        <p:tgtEl>
                                          <p:spTgt spid="5"/>
                                        </p:tgtEl>
                                      </p:cBhvr>
                                    </p:animEffect>
                                    <p:anim calcmode="lin" valueType="num">
                                      <p:cBhvr>
                                        <p:cTn id="18" dur="1000" fill="hold"/>
                                        <p:tgtEl>
                                          <p:spTgt spid="5"/>
                                        </p:tgtEl>
                                        <p:attrNameLst>
                                          <p:attrName>ppt_x</p:attrName>
                                        </p:attrNameLst>
                                      </p:cBhvr>
                                      <p:tavLst>
                                        <p:tav tm="0">
                                          <p:val>
                                            <p:strVal val="#ppt_x"/>
                                          </p:val>
                                        </p:tav>
                                        <p:tav tm="100000">
                                          <p:val>
                                            <p:strVal val="#ppt_x"/>
                                          </p:val>
                                        </p:tav>
                                      </p:tavLst>
                                    </p:anim>
                                    <p:anim calcmode="lin" valueType="num">
                                      <p:cBhvr>
                                        <p:cTn id="19" dur="1000" fill="hold"/>
                                        <p:tgtEl>
                                          <p:spTgt spid="5"/>
                                        </p:tgtEl>
                                        <p:attrNameLst>
                                          <p:attrName>ppt_y</p:attrName>
                                        </p:attrNameLst>
                                      </p:cBhvr>
                                      <p:tavLst>
                                        <p:tav tm="0">
                                          <p:val>
                                            <p:strVal val="#ppt_y+.1"/>
                                          </p:val>
                                        </p:tav>
                                        <p:tav tm="100000">
                                          <p:val>
                                            <p:strVal val="#ppt_y"/>
                                          </p:val>
                                        </p:tav>
                                      </p:tavLst>
                                    </p:anim>
                                  </p:childTnLst>
                                </p:cTn>
                              </p:par>
                            </p:childTnLst>
                          </p:cTn>
                        </p:par>
                        <p:par>
                          <p:cTn id="20" fill="hold">
                            <p:stCondLst>
                              <p:cond delay="1000"/>
                            </p:stCondLst>
                            <p:childTnLst>
                              <p:par>
                                <p:cTn id="21" presetID="42" presetClass="entr" presetSubtype="0" fill="hold"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1000"/>
                                        <p:tgtEl>
                                          <p:spTgt spid="7"/>
                                        </p:tgtEl>
                                      </p:cBhvr>
                                    </p:animEffect>
                                    <p:anim calcmode="lin" valueType="num">
                                      <p:cBhvr>
                                        <p:cTn id="24" dur="1000" fill="hold"/>
                                        <p:tgtEl>
                                          <p:spTgt spid="7"/>
                                        </p:tgtEl>
                                        <p:attrNameLst>
                                          <p:attrName>ppt_x</p:attrName>
                                        </p:attrNameLst>
                                      </p:cBhvr>
                                      <p:tavLst>
                                        <p:tav tm="0">
                                          <p:val>
                                            <p:strVal val="#ppt_x"/>
                                          </p:val>
                                        </p:tav>
                                        <p:tav tm="100000">
                                          <p:val>
                                            <p:strVal val="#ppt_x"/>
                                          </p:val>
                                        </p:tav>
                                      </p:tavLst>
                                    </p:anim>
                                    <p:anim calcmode="lin" valueType="num">
                                      <p:cBhvr>
                                        <p:cTn id="25" dur="1000" fill="hold"/>
                                        <p:tgtEl>
                                          <p:spTgt spid="7"/>
                                        </p:tgtEl>
                                        <p:attrNameLst>
                                          <p:attrName>ppt_y</p:attrName>
                                        </p:attrNameLst>
                                      </p:cBhvr>
                                      <p:tavLst>
                                        <p:tav tm="0">
                                          <p:val>
                                            <p:strVal val="#ppt_y+.1"/>
                                          </p:val>
                                        </p:tav>
                                        <p:tav tm="100000">
                                          <p:val>
                                            <p:strVal val="#ppt_y"/>
                                          </p:val>
                                        </p:tav>
                                      </p:tavLst>
                                    </p:anim>
                                  </p:childTnLst>
                                </p:cTn>
                              </p:par>
                            </p:childTnLst>
                          </p:cTn>
                        </p:par>
                        <p:par>
                          <p:cTn id="26" fill="hold">
                            <p:stCondLst>
                              <p:cond delay="2000"/>
                            </p:stCondLst>
                            <p:childTnLst>
                              <p:par>
                                <p:cTn id="27" presetID="42" presetClass="entr" presetSubtype="0" fill="hold" nodeType="after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1000"/>
                                        <p:tgtEl>
                                          <p:spTgt spid="8"/>
                                        </p:tgtEl>
                                      </p:cBhvr>
                                    </p:animEffect>
                                    <p:anim calcmode="lin" valueType="num">
                                      <p:cBhvr>
                                        <p:cTn id="30" dur="1000" fill="hold"/>
                                        <p:tgtEl>
                                          <p:spTgt spid="8"/>
                                        </p:tgtEl>
                                        <p:attrNameLst>
                                          <p:attrName>ppt_x</p:attrName>
                                        </p:attrNameLst>
                                      </p:cBhvr>
                                      <p:tavLst>
                                        <p:tav tm="0">
                                          <p:val>
                                            <p:strVal val="#ppt_x"/>
                                          </p:val>
                                        </p:tav>
                                        <p:tav tm="100000">
                                          <p:val>
                                            <p:strVal val="#ppt_x"/>
                                          </p:val>
                                        </p:tav>
                                      </p:tavLst>
                                    </p:anim>
                                    <p:anim calcmode="lin" valueType="num">
                                      <p:cBhvr>
                                        <p:cTn id="31" dur="1000" fill="hold"/>
                                        <p:tgtEl>
                                          <p:spTgt spid="8"/>
                                        </p:tgtEl>
                                        <p:attrNameLst>
                                          <p:attrName>ppt_y</p:attrName>
                                        </p:attrNameLst>
                                      </p:cBhvr>
                                      <p:tavLst>
                                        <p:tav tm="0">
                                          <p:val>
                                            <p:strVal val="#ppt_y+.1"/>
                                          </p:val>
                                        </p:tav>
                                        <p:tav tm="100000">
                                          <p:val>
                                            <p:strVal val="#ppt_y"/>
                                          </p:val>
                                        </p:tav>
                                      </p:tavLst>
                                    </p:anim>
                                  </p:childTnLst>
                                </p:cTn>
                              </p:par>
                            </p:childTnLst>
                          </p:cTn>
                        </p:par>
                        <p:par>
                          <p:cTn id="32" fill="hold">
                            <p:stCondLst>
                              <p:cond delay="3000"/>
                            </p:stCondLst>
                            <p:childTnLst>
                              <p:par>
                                <p:cTn id="33" presetID="42" presetClass="entr" presetSubtype="0" fill="hold" nodeType="afterEffect">
                                  <p:stCondLst>
                                    <p:cond delay="0"/>
                                  </p:stCondLst>
                                  <p:childTnLst>
                                    <p:set>
                                      <p:cBhvr>
                                        <p:cTn id="34" dur="1" fill="hold">
                                          <p:stCondLst>
                                            <p:cond delay="0"/>
                                          </p:stCondLst>
                                        </p:cTn>
                                        <p:tgtEl>
                                          <p:spTgt spid="31"/>
                                        </p:tgtEl>
                                        <p:attrNameLst>
                                          <p:attrName>style.visibility</p:attrName>
                                        </p:attrNameLst>
                                      </p:cBhvr>
                                      <p:to>
                                        <p:strVal val="visible"/>
                                      </p:to>
                                    </p:set>
                                    <p:animEffect transition="in" filter="fade">
                                      <p:cBhvr>
                                        <p:cTn id="35" dur="1000"/>
                                        <p:tgtEl>
                                          <p:spTgt spid="31"/>
                                        </p:tgtEl>
                                      </p:cBhvr>
                                    </p:animEffect>
                                    <p:anim calcmode="lin" valueType="num">
                                      <p:cBhvr>
                                        <p:cTn id="36" dur="1000" fill="hold"/>
                                        <p:tgtEl>
                                          <p:spTgt spid="31"/>
                                        </p:tgtEl>
                                        <p:attrNameLst>
                                          <p:attrName>ppt_x</p:attrName>
                                        </p:attrNameLst>
                                      </p:cBhvr>
                                      <p:tavLst>
                                        <p:tav tm="0">
                                          <p:val>
                                            <p:strVal val="#ppt_x"/>
                                          </p:val>
                                        </p:tav>
                                        <p:tav tm="100000">
                                          <p:val>
                                            <p:strVal val="#ppt_x"/>
                                          </p:val>
                                        </p:tav>
                                      </p:tavLst>
                                    </p:anim>
                                    <p:anim calcmode="lin" valueType="num">
                                      <p:cBhvr>
                                        <p:cTn id="37" dur="1000" fill="hold"/>
                                        <p:tgtEl>
                                          <p:spTgt spid="31"/>
                                        </p:tgtEl>
                                        <p:attrNameLst>
                                          <p:attrName>ppt_y</p:attrName>
                                        </p:attrNameLst>
                                      </p:cBhvr>
                                      <p:tavLst>
                                        <p:tav tm="0">
                                          <p:val>
                                            <p:strVal val="#ppt_y+.1"/>
                                          </p:val>
                                        </p:tav>
                                        <p:tav tm="100000">
                                          <p:val>
                                            <p:strVal val="#ppt_y"/>
                                          </p:val>
                                        </p:tav>
                                      </p:tavLst>
                                    </p:anim>
                                  </p:childTnLst>
                                </p:cTn>
                              </p:par>
                            </p:childTnLst>
                          </p:cTn>
                        </p:par>
                        <p:par>
                          <p:cTn id="38" fill="hold">
                            <p:stCondLst>
                              <p:cond delay="4000"/>
                            </p:stCondLst>
                            <p:childTnLst>
                              <p:par>
                                <p:cTn id="39" presetID="42" presetClass="entr" presetSubtype="0" fill="hold" nodeType="afterEffect">
                                  <p:stCondLst>
                                    <p:cond delay="0"/>
                                  </p:stCondLst>
                                  <p:childTnLst>
                                    <p:set>
                                      <p:cBhvr>
                                        <p:cTn id="40" dur="1" fill="hold">
                                          <p:stCondLst>
                                            <p:cond delay="0"/>
                                          </p:stCondLst>
                                        </p:cTn>
                                        <p:tgtEl>
                                          <p:spTgt spid="32"/>
                                        </p:tgtEl>
                                        <p:attrNameLst>
                                          <p:attrName>style.visibility</p:attrName>
                                        </p:attrNameLst>
                                      </p:cBhvr>
                                      <p:to>
                                        <p:strVal val="visible"/>
                                      </p:to>
                                    </p:set>
                                    <p:animEffect transition="in" filter="fade">
                                      <p:cBhvr>
                                        <p:cTn id="41" dur="1000"/>
                                        <p:tgtEl>
                                          <p:spTgt spid="32"/>
                                        </p:tgtEl>
                                      </p:cBhvr>
                                    </p:animEffect>
                                    <p:anim calcmode="lin" valueType="num">
                                      <p:cBhvr>
                                        <p:cTn id="42" dur="1000" fill="hold"/>
                                        <p:tgtEl>
                                          <p:spTgt spid="32"/>
                                        </p:tgtEl>
                                        <p:attrNameLst>
                                          <p:attrName>ppt_x</p:attrName>
                                        </p:attrNameLst>
                                      </p:cBhvr>
                                      <p:tavLst>
                                        <p:tav tm="0">
                                          <p:val>
                                            <p:strVal val="#ppt_x"/>
                                          </p:val>
                                        </p:tav>
                                        <p:tav tm="100000">
                                          <p:val>
                                            <p:strVal val="#ppt_x"/>
                                          </p:val>
                                        </p:tav>
                                      </p:tavLst>
                                    </p:anim>
                                    <p:anim calcmode="lin" valueType="num">
                                      <p:cBhvr>
                                        <p:cTn id="43"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1">
            <a:extLst>
              <a:ext uri="{BEBA8EAE-BF5A-486C-A8C5-ECC9F3942E4B}">
                <a14:imgProps xmlns:a14="http://schemas.microsoft.com/office/drawing/2010/main">
                  <a14:imgLayer r:embed="rId2">
                    <a14:imgEffect>
                      <a14:brightnessContrast contrast="40000"/>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0" y="0"/>
            <a:ext cx="12191999" cy="6858000"/>
          </a:xfrm>
          <a:prstGeom prst="rect">
            <a:avLst/>
          </a:prstGeom>
        </p:spPr>
      </p:pic>
      <p:sp>
        <p:nvSpPr>
          <p:cNvPr id="2" name="矩形 1"/>
          <p:cNvSpPr/>
          <p:nvPr/>
        </p:nvSpPr>
        <p:spPr>
          <a:xfrm>
            <a:off x="510556" y="583271"/>
            <a:ext cx="11526658" cy="5553635"/>
          </a:xfrm>
          <a:prstGeom prst="rect">
            <a:avLst/>
          </a:prstGeom>
          <a:solidFill>
            <a:schemeClr val="bg1">
              <a:alpha val="82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panose="020B0500000000000000" pitchFamily="34" charset="-122"/>
              <a:ea typeface="思源黑体" panose="020B0500000000000000" pitchFamily="34" charset="-122"/>
            </a:endParaRPr>
          </a:p>
        </p:txBody>
      </p:sp>
      <p:sp>
        <p:nvSpPr>
          <p:cNvPr id="44" name="菱形 43"/>
          <p:cNvSpPr/>
          <p:nvPr/>
        </p:nvSpPr>
        <p:spPr>
          <a:xfrm rot="20839757" flipH="1">
            <a:off x="9673633" y="6019027"/>
            <a:ext cx="1628327" cy="1628327"/>
          </a:xfrm>
          <a:prstGeom prst="diamond">
            <a:avLst/>
          </a:prstGeom>
          <a:noFill/>
          <a:ln w="161925">
            <a:solidFill>
              <a:srgbClr val="587DB8"/>
            </a:solidFill>
          </a:ln>
          <a:effectLst>
            <a:outerShdw blurRad="88900" dist="177800" dir="5400000" algn="ctr"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2C518E"/>
              </a:solidFill>
              <a:latin typeface="思源宋体 CN" panose="02020400000000000000" pitchFamily="18" charset="-122"/>
              <a:ea typeface="思源宋体 CN" panose="02020400000000000000" pitchFamily="18" charset="-122"/>
            </a:endParaRPr>
          </a:p>
        </p:txBody>
      </p:sp>
      <p:sp>
        <p:nvSpPr>
          <p:cNvPr id="50" name="菱形 49"/>
          <p:cNvSpPr/>
          <p:nvPr/>
        </p:nvSpPr>
        <p:spPr>
          <a:xfrm rot="20839757" flipH="1">
            <a:off x="11060260" y="4640911"/>
            <a:ext cx="2741727" cy="2741727"/>
          </a:xfrm>
          <a:prstGeom prst="diamond">
            <a:avLst/>
          </a:prstGeom>
          <a:noFill/>
          <a:ln w="196850">
            <a:solidFill>
              <a:srgbClr val="2C518E"/>
            </a:solidFill>
          </a:ln>
          <a:effectLst>
            <a:outerShdw blurRad="88900" dist="177800" dir="5400000" algn="ctr" rotWithShape="0">
              <a:srgbClr val="000000">
                <a:alpha val="2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2C518E"/>
              </a:solidFill>
              <a:latin typeface="思源宋体 CN" panose="02020400000000000000" pitchFamily="18" charset="-122"/>
              <a:ea typeface="思源宋体 CN" panose="02020400000000000000" pitchFamily="18" charset="-122"/>
            </a:endParaRPr>
          </a:p>
        </p:txBody>
      </p:sp>
      <p:sp>
        <p:nvSpPr>
          <p:cNvPr id="53" name="菱形 52"/>
          <p:cNvSpPr/>
          <p:nvPr/>
        </p:nvSpPr>
        <p:spPr>
          <a:xfrm rot="18405841" flipH="1">
            <a:off x="11213742" y="3792692"/>
            <a:ext cx="2165036" cy="2165036"/>
          </a:xfrm>
          <a:prstGeom prst="diamond">
            <a:avLst/>
          </a:prstGeom>
          <a:noFill/>
          <a:ln w="161925">
            <a:solidFill>
              <a:schemeClr val="bg1">
                <a:lumMod val="95000"/>
              </a:schemeClr>
            </a:solidFill>
          </a:ln>
          <a:effectLst>
            <a:outerShdw blurRad="88900" dist="177800" dir="5400000" algn="ctr" rotWithShape="0">
              <a:srgbClr val="000000">
                <a:alpha val="2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2C518E"/>
              </a:solidFill>
              <a:latin typeface="思源宋体 CN" panose="02020400000000000000" pitchFamily="18" charset="-122"/>
              <a:ea typeface="思源宋体 CN" panose="02020400000000000000" pitchFamily="18" charset="-122"/>
            </a:endParaRPr>
          </a:p>
        </p:txBody>
      </p:sp>
      <p:sp>
        <p:nvSpPr>
          <p:cNvPr id="54" name="菱形 53"/>
          <p:cNvSpPr/>
          <p:nvPr/>
        </p:nvSpPr>
        <p:spPr>
          <a:xfrm rot="17537297" flipH="1">
            <a:off x="-859213" y="1604947"/>
            <a:ext cx="1583952" cy="1583952"/>
          </a:xfrm>
          <a:prstGeom prst="diamond">
            <a:avLst/>
          </a:prstGeom>
          <a:noFill/>
          <a:ln w="161925">
            <a:solidFill>
              <a:srgbClr val="587DB8"/>
            </a:solidFill>
          </a:ln>
          <a:effectLst>
            <a:outerShdw blurRad="88900" dist="177800" dir="5400000" algn="ctr"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2C518E"/>
              </a:solidFill>
              <a:latin typeface="思源宋体 CN" panose="02020400000000000000" pitchFamily="18" charset="-122"/>
              <a:ea typeface="思源宋体 CN" panose="02020400000000000000" pitchFamily="18" charset="-122"/>
            </a:endParaRPr>
          </a:p>
        </p:txBody>
      </p:sp>
      <p:sp>
        <p:nvSpPr>
          <p:cNvPr id="55" name="菱形 54"/>
          <p:cNvSpPr/>
          <p:nvPr/>
        </p:nvSpPr>
        <p:spPr>
          <a:xfrm rot="3109689" flipH="1">
            <a:off x="-87637" y="1099613"/>
            <a:ext cx="1235853" cy="1235853"/>
          </a:xfrm>
          <a:prstGeom prst="diamond">
            <a:avLst/>
          </a:prstGeom>
          <a:noFill/>
          <a:ln w="114300">
            <a:solidFill>
              <a:schemeClr val="bg1">
                <a:lumMod val="95000"/>
              </a:schemeClr>
            </a:solidFill>
          </a:ln>
          <a:effectLst>
            <a:outerShdw blurRad="88900" dist="177800" dir="5400000" algn="ctr" rotWithShape="0">
              <a:srgbClr val="000000">
                <a:alpha val="2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2C518E"/>
              </a:solidFill>
              <a:latin typeface="思源宋体 CN" panose="02020400000000000000" pitchFamily="18" charset="-122"/>
              <a:ea typeface="思源宋体 CN" panose="02020400000000000000" pitchFamily="18" charset="-122"/>
            </a:endParaRPr>
          </a:p>
        </p:txBody>
      </p:sp>
      <p:sp>
        <p:nvSpPr>
          <p:cNvPr id="56" name="菱形 55"/>
          <p:cNvSpPr/>
          <p:nvPr/>
        </p:nvSpPr>
        <p:spPr>
          <a:xfrm rot="20839757" flipH="1">
            <a:off x="-571962" y="-1082518"/>
            <a:ext cx="2165036" cy="2165036"/>
          </a:xfrm>
          <a:prstGeom prst="diamond">
            <a:avLst/>
          </a:prstGeom>
          <a:noFill/>
          <a:ln w="196850">
            <a:solidFill>
              <a:srgbClr val="2C518E"/>
            </a:solidFill>
          </a:ln>
          <a:effectLst>
            <a:outerShdw blurRad="88900" dist="177800" dir="5400000" algn="ctr" rotWithShape="0">
              <a:srgbClr val="000000">
                <a:alpha val="2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2C518E"/>
              </a:solidFill>
              <a:latin typeface="思源宋体 CN" panose="02020400000000000000" pitchFamily="18" charset="-122"/>
              <a:ea typeface="思源宋体 CN" panose="02020400000000000000" pitchFamily="18" charset="-122"/>
            </a:endParaRPr>
          </a:p>
        </p:txBody>
      </p:sp>
      <p:sp>
        <p:nvSpPr>
          <p:cNvPr id="57" name="文本框 56"/>
          <p:cNvSpPr txBox="1"/>
          <p:nvPr/>
        </p:nvSpPr>
        <p:spPr>
          <a:xfrm>
            <a:off x="4939314" y="2590565"/>
            <a:ext cx="4757863" cy="1015663"/>
          </a:xfrm>
          <a:prstGeom prst="rect">
            <a:avLst/>
          </a:prstGeom>
          <a:noFill/>
        </p:spPr>
        <p:txBody>
          <a:bodyPr wrap="square" rtlCol="0">
            <a:spAutoFit/>
          </a:bodyPr>
          <a:lstStyle/>
          <a:p>
            <a:pPr algn="dist"/>
            <a:r>
              <a:rPr lang="zh-CN" altLang="en-US" sz="6000" b="1" dirty="0">
                <a:solidFill>
                  <a:srgbClr val="2C518E"/>
                </a:solidFill>
                <a:latin typeface="思源黑体" panose="020B0500000000000000" pitchFamily="34" charset="-122"/>
                <a:ea typeface="思源黑体" panose="020B0500000000000000" pitchFamily="34" charset="-122"/>
              </a:rPr>
              <a:t>完成项目展示</a:t>
            </a:r>
            <a:endParaRPr lang="zh-CN" altLang="en-US" sz="6000" b="1" dirty="0">
              <a:solidFill>
                <a:srgbClr val="2C518E"/>
              </a:solidFill>
              <a:latin typeface="思源黑体" panose="020B0500000000000000" pitchFamily="34" charset="-122"/>
              <a:ea typeface="思源黑体" panose="020B0500000000000000" pitchFamily="34" charset="-122"/>
            </a:endParaRPr>
          </a:p>
        </p:txBody>
      </p:sp>
      <p:cxnSp>
        <p:nvCxnSpPr>
          <p:cNvPr id="58" name="直接连接符 57"/>
          <p:cNvCxnSpPr/>
          <p:nvPr/>
        </p:nvCxnSpPr>
        <p:spPr>
          <a:xfrm>
            <a:off x="4485058" y="3727325"/>
            <a:ext cx="5863590" cy="0"/>
          </a:xfrm>
          <a:prstGeom prst="line">
            <a:avLst/>
          </a:prstGeom>
          <a:ln>
            <a:solidFill>
              <a:schemeClr val="bg1">
                <a:lumMod val="75000"/>
                <a:alpha val="81000"/>
              </a:schemeClr>
            </a:solidFill>
          </a:ln>
        </p:spPr>
        <p:style>
          <a:lnRef idx="1">
            <a:schemeClr val="accent1"/>
          </a:lnRef>
          <a:fillRef idx="0">
            <a:schemeClr val="accent1"/>
          </a:fillRef>
          <a:effectRef idx="0">
            <a:schemeClr val="accent1"/>
          </a:effectRef>
          <a:fontRef idx="minor">
            <a:schemeClr val="tx1"/>
          </a:fontRef>
        </p:style>
      </p:cxnSp>
      <p:sp>
        <p:nvSpPr>
          <p:cNvPr id="59" name="文本框 58"/>
          <p:cNvSpPr txBox="1"/>
          <p:nvPr/>
        </p:nvSpPr>
        <p:spPr>
          <a:xfrm>
            <a:off x="4963906" y="3995327"/>
            <a:ext cx="4637929" cy="461665"/>
          </a:xfrm>
          <a:prstGeom prst="rect">
            <a:avLst/>
          </a:prstGeom>
          <a:noFill/>
        </p:spPr>
        <p:txBody>
          <a:bodyPr wrap="square" rtlCol="0">
            <a:spAutoFit/>
          </a:bodyPr>
          <a:lstStyle/>
          <a:p>
            <a:pPr algn="dist"/>
            <a:r>
              <a:rPr lang="en-US" altLang="zh-CN" sz="2400" b="1" dirty="0">
                <a:solidFill>
                  <a:schemeClr val="tx1">
                    <a:lumMod val="75000"/>
                    <a:lumOff val="25000"/>
                  </a:schemeClr>
                </a:solidFill>
                <a:latin typeface="思源黑体" panose="020B0500000000000000" pitchFamily="34" charset="-122"/>
                <a:ea typeface="思源黑体" panose="020B0500000000000000" pitchFamily="34" charset="-122"/>
              </a:rPr>
              <a:t>Mid year work summary</a:t>
            </a:r>
            <a:endParaRPr lang="en-US" altLang="zh-CN" sz="2400" b="1" dirty="0">
              <a:solidFill>
                <a:schemeClr val="tx1">
                  <a:lumMod val="75000"/>
                  <a:lumOff val="25000"/>
                </a:schemeClr>
              </a:solidFill>
              <a:latin typeface="思源黑体" panose="020B0500000000000000" pitchFamily="34" charset="-122"/>
              <a:ea typeface="思源黑体" panose="020B0500000000000000" pitchFamily="34" charset="-122"/>
            </a:endParaRPr>
          </a:p>
        </p:txBody>
      </p:sp>
      <p:grpSp>
        <p:nvGrpSpPr>
          <p:cNvPr id="3" name="组合 2"/>
          <p:cNvGrpSpPr/>
          <p:nvPr/>
        </p:nvGrpSpPr>
        <p:grpSpPr>
          <a:xfrm>
            <a:off x="1979183" y="2387617"/>
            <a:ext cx="2480238" cy="2480238"/>
            <a:chOff x="2147428" y="2210386"/>
            <a:chExt cx="2480238" cy="2480238"/>
          </a:xfrm>
        </p:grpSpPr>
        <p:sp>
          <p:nvSpPr>
            <p:cNvPr id="62" name="矩形 61"/>
            <p:cNvSpPr/>
            <p:nvPr>
              <p:custDataLst>
                <p:tags r:id="rId3"/>
              </p:custDataLst>
            </p:nvPr>
          </p:nvSpPr>
          <p:spPr>
            <a:xfrm>
              <a:off x="2709070" y="2677217"/>
              <a:ext cx="1861439" cy="1546577"/>
            </a:xfrm>
            <a:prstGeom prst="rect">
              <a:avLst/>
            </a:prstGeom>
          </p:spPr>
          <p:txBody>
            <a:bodyPr wrap="square" lIns="68580" tIns="34290" rIns="68580" bIns="34290">
              <a:spAutoFit/>
            </a:bodyPr>
            <a:lstStyle/>
            <a:p>
              <a:pPr>
                <a:defRPr/>
              </a:pPr>
              <a:r>
                <a:rPr lang="en-US" sz="9600" b="1" i="1" spc="225" dirty="0">
                  <a:solidFill>
                    <a:srgbClr val="587DB8"/>
                  </a:solidFill>
                  <a:latin typeface="Agency FB" panose="020B0503020202020204" pitchFamily="34" charset="0"/>
                  <a:ea typeface="印品雅宋简 中黑（非商用）" panose="02000500000000000000" pitchFamily="2" charset="-122"/>
                  <a:cs typeface="+mn-ea"/>
                  <a:sym typeface="+mn-lt"/>
                </a:rPr>
                <a:t>03</a:t>
              </a:r>
              <a:endParaRPr lang="en-US" sz="9600" b="1" i="1" spc="225" dirty="0">
                <a:solidFill>
                  <a:srgbClr val="587DB8"/>
                </a:solidFill>
                <a:latin typeface="Agency FB" panose="020B0503020202020204" pitchFamily="34" charset="0"/>
                <a:ea typeface="印品雅宋简 中黑（非商用）" panose="02000500000000000000" pitchFamily="2" charset="-122"/>
                <a:cs typeface="+mn-ea"/>
                <a:sym typeface="+mn-lt"/>
              </a:endParaRPr>
            </a:p>
          </p:txBody>
        </p:sp>
        <p:sp>
          <p:nvSpPr>
            <p:cNvPr id="63" name="菱形 62"/>
            <p:cNvSpPr/>
            <p:nvPr/>
          </p:nvSpPr>
          <p:spPr>
            <a:xfrm flipH="1">
              <a:off x="2147428" y="2210386"/>
              <a:ext cx="2480238" cy="2480238"/>
            </a:xfrm>
            <a:prstGeom prst="diamond">
              <a:avLst/>
            </a:prstGeom>
            <a:noFill/>
            <a:ln w="161925">
              <a:solidFill>
                <a:srgbClr val="587DB8"/>
              </a:solidFill>
            </a:ln>
            <a:effectLst>
              <a:outerShdw blurRad="88900" dist="177800" dir="5400000" algn="ctr"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2C518E"/>
                </a:solidFill>
                <a:latin typeface="思源宋体 CN" panose="02020400000000000000" pitchFamily="18" charset="-122"/>
                <a:ea typeface="思源宋体 CN" panose="02020400000000000000" pitchFamily="18"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5" presetClass="entr" presetSubtype="0" fill="hold" grpId="0" nodeType="withEffect">
                                  <p:stCondLst>
                                    <p:cond delay="0"/>
                                  </p:stCondLst>
                                  <p:childTnLst>
                                    <p:set>
                                      <p:cBhvr>
                                        <p:cTn id="12" dur="1" fill="hold">
                                          <p:stCondLst>
                                            <p:cond delay="0"/>
                                          </p:stCondLst>
                                        </p:cTn>
                                        <p:tgtEl>
                                          <p:spTgt spid="56"/>
                                        </p:tgtEl>
                                        <p:attrNameLst>
                                          <p:attrName>style.visibility</p:attrName>
                                        </p:attrNameLst>
                                      </p:cBhvr>
                                      <p:to>
                                        <p:strVal val="visible"/>
                                      </p:to>
                                    </p:set>
                                    <p:anim calcmode="lin" valueType="num">
                                      <p:cBhvr>
                                        <p:cTn id="13" dur="1000" fill="hold"/>
                                        <p:tgtEl>
                                          <p:spTgt spid="56"/>
                                        </p:tgtEl>
                                        <p:attrNameLst>
                                          <p:attrName>ppt_w</p:attrName>
                                        </p:attrNameLst>
                                      </p:cBhvr>
                                      <p:tavLst>
                                        <p:tav tm="0">
                                          <p:val>
                                            <p:fltVal val="0"/>
                                          </p:val>
                                        </p:tav>
                                        <p:tav tm="100000">
                                          <p:val>
                                            <p:strVal val="#ppt_w"/>
                                          </p:val>
                                        </p:tav>
                                      </p:tavLst>
                                    </p:anim>
                                    <p:anim calcmode="lin" valueType="num">
                                      <p:cBhvr>
                                        <p:cTn id="14" dur="1000" fill="hold"/>
                                        <p:tgtEl>
                                          <p:spTgt spid="56"/>
                                        </p:tgtEl>
                                        <p:attrNameLst>
                                          <p:attrName>ppt_h</p:attrName>
                                        </p:attrNameLst>
                                      </p:cBhvr>
                                      <p:tavLst>
                                        <p:tav tm="0">
                                          <p:val>
                                            <p:fltVal val="0"/>
                                          </p:val>
                                        </p:tav>
                                        <p:tav tm="100000">
                                          <p:val>
                                            <p:strVal val="#ppt_h"/>
                                          </p:val>
                                        </p:tav>
                                      </p:tavLst>
                                    </p:anim>
                                    <p:anim calcmode="lin" valueType="num">
                                      <p:cBhvr>
                                        <p:cTn id="15" dur="1000" fill="hold"/>
                                        <p:tgtEl>
                                          <p:spTgt spid="56"/>
                                        </p:tgtEl>
                                        <p:attrNameLst>
                                          <p:attrName>ppt_x</p:attrName>
                                        </p:attrNameLst>
                                      </p:cBhvr>
                                      <p:tavLst>
                                        <p:tav tm="0" fmla="#ppt_x+(cos(-2*pi*(1-$))*-#ppt_x-sin(-2*pi*(1-$))*(1-#ppt_y))*(1-$)">
                                          <p:val>
                                            <p:fltVal val="0"/>
                                          </p:val>
                                        </p:tav>
                                        <p:tav tm="100000">
                                          <p:val>
                                            <p:fltVal val="1"/>
                                          </p:val>
                                        </p:tav>
                                      </p:tavLst>
                                    </p:anim>
                                    <p:anim calcmode="lin" valueType="num">
                                      <p:cBhvr>
                                        <p:cTn id="16" dur="1000" fill="hold"/>
                                        <p:tgtEl>
                                          <p:spTgt spid="56"/>
                                        </p:tgtEl>
                                        <p:attrNameLst>
                                          <p:attrName>ppt_y</p:attrName>
                                        </p:attrNameLst>
                                      </p:cBhvr>
                                      <p:tavLst>
                                        <p:tav tm="0" fmla="#ppt_y+(sin(-2*pi*(1-$))*-#ppt_x+cos(-2*pi*(1-$))*(1-#ppt_y))*(1-$)">
                                          <p:val>
                                            <p:fltVal val="0"/>
                                          </p:val>
                                        </p:tav>
                                        <p:tav tm="100000">
                                          <p:val>
                                            <p:fltVal val="1"/>
                                          </p:val>
                                        </p:tav>
                                      </p:tavLst>
                                    </p:anim>
                                  </p:childTnLst>
                                </p:cTn>
                              </p:par>
                              <p:par>
                                <p:cTn id="17" presetID="15" presetClass="entr" presetSubtype="0" fill="hold" grpId="0" nodeType="withEffect">
                                  <p:stCondLst>
                                    <p:cond delay="0"/>
                                  </p:stCondLst>
                                  <p:childTnLst>
                                    <p:set>
                                      <p:cBhvr>
                                        <p:cTn id="18" dur="1" fill="hold">
                                          <p:stCondLst>
                                            <p:cond delay="0"/>
                                          </p:stCondLst>
                                        </p:cTn>
                                        <p:tgtEl>
                                          <p:spTgt spid="50"/>
                                        </p:tgtEl>
                                        <p:attrNameLst>
                                          <p:attrName>style.visibility</p:attrName>
                                        </p:attrNameLst>
                                      </p:cBhvr>
                                      <p:to>
                                        <p:strVal val="visible"/>
                                      </p:to>
                                    </p:set>
                                    <p:anim calcmode="lin" valueType="num">
                                      <p:cBhvr>
                                        <p:cTn id="19" dur="1000" fill="hold"/>
                                        <p:tgtEl>
                                          <p:spTgt spid="50"/>
                                        </p:tgtEl>
                                        <p:attrNameLst>
                                          <p:attrName>ppt_w</p:attrName>
                                        </p:attrNameLst>
                                      </p:cBhvr>
                                      <p:tavLst>
                                        <p:tav tm="0">
                                          <p:val>
                                            <p:fltVal val="0"/>
                                          </p:val>
                                        </p:tav>
                                        <p:tav tm="100000">
                                          <p:val>
                                            <p:strVal val="#ppt_w"/>
                                          </p:val>
                                        </p:tav>
                                      </p:tavLst>
                                    </p:anim>
                                    <p:anim calcmode="lin" valueType="num">
                                      <p:cBhvr>
                                        <p:cTn id="20" dur="1000" fill="hold"/>
                                        <p:tgtEl>
                                          <p:spTgt spid="50"/>
                                        </p:tgtEl>
                                        <p:attrNameLst>
                                          <p:attrName>ppt_h</p:attrName>
                                        </p:attrNameLst>
                                      </p:cBhvr>
                                      <p:tavLst>
                                        <p:tav tm="0">
                                          <p:val>
                                            <p:fltVal val="0"/>
                                          </p:val>
                                        </p:tav>
                                        <p:tav tm="100000">
                                          <p:val>
                                            <p:strVal val="#ppt_h"/>
                                          </p:val>
                                        </p:tav>
                                      </p:tavLst>
                                    </p:anim>
                                    <p:anim calcmode="lin" valueType="num">
                                      <p:cBhvr>
                                        <p:cTn id="21" dur="1000" fill="hold"/>
                                        <p:tgtEl>
                                          <p:spTgt spid="50"/>
                                        </p:tgtEl>
                                        <p:attrNameLst>
                                          <p:attrName>ppt_x</p:attrName>
                                        </p:attrNameLst>
                                      </p:cBhvr>
                                      <p:tavLst>
                                        <p:tav tm="0" fmla="#ppt_x+(cos(-2*pi*(1-$))*-#ppt_x-sin(-2*pi*(1-$))*(1-#ppt_y))*(1-$)">
                                          <p:val>
                                            <p:fltVal val="0"/>
                                          </p:val>
                                        </p:tav>
                                        <p:tav tm="100000">
                                          <p:val>
                                            <p:fltVal val="1"/>
                                          </p:val>
                                        </p:tav>
                                      </p:tavLst>
                                    </p:anim>
                                    <p:anim calcmode="lin" valueType="num">
                                      <p:cBhvr>
                                        <p:cTn id="22" dur="1000" fill="hold"/>
                                        <p:tgtEl>
                                          <p:spTgt spid="50"/>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3" fill="hold">
                      <p:stCondLst>
                        <p:cond delay="indefinite"/>
                      </p:stCondLst>
                      <p:childTnLst>
                        <p:par>
                          <p:cTn id="24" fill="hold">
                            <p:stCondLst>
                              <p:cond delay="0"/>
                            </p:stCondLst>
                            <p:childTnLst>
                              <p:par>
                                <p:cTn id="25" presetID="15" presetClass="entr" presetSubtype="0" fill="hold" grpId="0" nodeType="clickEffect">
                                  <p:stCondLst>
                                    <p:cond delay="0"/>
                                  </p:stCondLst>
                                  <p:childTnLst>
                                    <p:set>
                                      <p:cBhvr>
                                        <p:cTn id="26" dur="1" fill="hold">
                                          <p:stCondLst>
                                            <p:cond delay="0"/>
                                          </p:stCondLst>
                                        </p:cTn>
                                        <p:tgtEl>
                                          <p:spTgt spid="55"/>
                                        </p:tgtEl>
                                        <p:attrNameLst>
                                          <p:attrName>style.visibility</p:attrName>
                                        </p:attrNameLst>
                                      </p:cBhvr>
                                      <p:to>
                                        <p:strVal val="visible"/>
                                      </p:to>
                                    </p:set>
                                    <p:anim calcmode="lin" valueType="num">
                                      <p:cBhvr>
                                        <p:cTn id="27" dur="1000" fill="hold"/>
                                        <p:tgtEl>
                                          <p:spTgt spid="55"/>
                                        </p:tgtEl>
                                        <p:attrNameLst>
                                          <p:attrName>ppt_w</p:attrName>
                                        </p:attrNameLst>
                                      </p:cBhvr>
                                      <p:tavLst>
                                        <p:tav tm="0">
                                          <p:val>
                                            <p:fltVal val="0"/>
                                          </p:val>
                                        </p:tav>
                                        <p:tav tm="100000">
                                          <p:val>
                                            <p:strVal val="#ppt_w"/>
                                          </p:val>
                                        </p:tav>
                                      </p:tavLst>
                                    </p:anim>
                                    <p:anim calcmode="lin" valueType="num">
                                      <p:cBhvr>
                                        <p:cTn id="28" dur="1000" fill="hold"/>
                                        <p:tgtEl>
                                          <p:spTgt spid="55"/>
                                        </p:tgtEl>
                                        <p:attrNameLst>
                                          <p:attrName>ppt_h</p:attrName>
                                        </p:attrNameLst>
                                      </p:cBhvr>
                                      <p:tavLst>
                                        <p:tav tm="0">
                                          <p:val>
                                            <p:fltVal val="0"/>
                                          </p:val>
                                        </p:tav>
                                        <p:tav tm="100000">
                                          <p:val>
                                            <p:strVal val="#ppt_h"/>
                                          </p:val>
                                        </p:tav>
                                      </p:tavLst>
                                    </p:anim>
                                    <p:anim calcmode="lin" valueType="num">
                                      <p:cBhvr>
                                        <p:cTn id="29" dur="1000" fill="hold"/>
                                        <p:tgtEl>
                                          <p:spTgt spid="55"/>
                                        </p:tgtEl>
                                        <p:attrNameLst>
                                          <p:attrName>ppt_x</p:attrName>
                                        </p:attrNameLst>
                                      </p:cBhvr>
                                      <p:tavLst>
                                        <p:tav tm="0" fmla="#ppt_x+(cos(-2*pi*(1-$))*-#ppt_x-sin(-2*pi*(1-$))*(1-#ppt_y))*(1-$)">
                                          <p:val>
                                            <p:fltVal val="0"/>
                                          </p:val>
                                        </p:tav>
                                        <p:tav tm="100000">
                                          <p:val>
                                            <p:fltVal val="1"/>
                                          </p:val>
                                        </p:tav>
                                      </p:tavLst>
                                    </p:anim>
                                    <p:anim calcmode="lin" valueType="num">
                                      <p:cBhvr>
                                        <p:cTn id="30" dur="1000" fill="hold"/>
                                        <p:tgtEl>
                                          <p:spTgt spid="55"/>
                                        </p:tgtEl>
                                        <p:attrNameLst>
                                          <p:attrName>ppt_y</p:attrName>
                                        </p:attrNameLst>
                                      </p:cBhvr>
                                      <p:tavLst>
                                        <p:tav tm="0" fmla="#ppt_y+(sin(-2*pi*(1-$))*-#ppt_x+cos(-2*pi*(1-$))*(1-#ppt_y))*(1-$)">
                                          <p:val>
                                            <p:fltVal val="0"/>
                                          </p:val>
                                        </p:tav>
                                        <p:tav tm="100000">
                                          <p:val>
                                            <p:fltVal val="1"/>
                                          </p:val>
                                        </p:tav>
                                      </p:tavLst>
                                    </p:anim>
                                  </p:childTnLst>
                                </p:cTn>
                              </p:par>
                              <p:par>
                                <p:cTn id="31" presetID="15" presetClass="entr" presetSubtype="0" fill="hold" grpId="0" nodeType="withEffect">
                                  <p:stCondLst>
                                    <p:cond delay="0"/>
                                  </p:stCondLst>
                                  <p:childTnLst>
                                    <p:set>
                                      <p:cBhvr>
                                        <p:cTn id="32" dur="1" fill="hold">
                                          <p:stCondLst>
                                            <p:cond delay="0"/>
                                          </p:stCondLst>
                                        </p:cTn>
                                        <p:tgtEl>
                                          <p:spTgt spid="44"/>
                                        </p:tgtEl>
                                        <p:attrNameLst>
                                          <p:attrName>style.visibility</p:attrName>
                                        </p:attrNameLst>
                                      </p:cBhvr>
                                      <p:to>
                                        <p:strVal val="visible"/>
                                      </p:to>
                                    </p:set>
                                    <p:anim calcmode="lin" valueType="num">
                                      <p:cBhvr>
                                        <p:cTn id="33" dur="1000" fill="hold"/>
                                        <p:tgtEl>
                                          <p:spTgt spid="44"/>
                                        </p:tgtEl>
                                        <p:attrNameLst>
                                          <p:attrName>ppt_w</p:attrName>
                                        </p:attrNameLst>
                                      </p:cBhvr>
                                      <p:tavLst>
                                        <p:tav tm="0">
                                          <p:val>
                                            <p:fltVal val="0"/>
                                          </p:val>
                                        </p:tav>
                                        <p:tav tm="100000">
                                          <p:val>
                                            <p:strVal val="#ppt_w"/>
                                          </p:val>
                                        </p:tav>
                                      </p:tavLst>
                                    </p:anim>
                                    <p:anim calcmode="lin" valueType="num">
                                      <p:cBhvr>
                                        <p:cTn id="34" dur="1000" fill="hold"/>
                                        <p:tgtEl>
                                          <p:spTgt spid="44"/>
                                        </p:tgtEl>
                                        <p:attrNameLst>
                                          <p:attrName>ppt_h</p:attrName>
                                        </p:attrNameLst>
                                      </p:cBhvr>
                                      <p:tavLst>
                                        <p:tav tm="0">
                                          <p:val>
                                            <p:fltVal val="0"/>
                                          </p:val>
                                        </p:tav>
                                        <p:tav tm="100000">
                                          <p:val>
                                            <p:strVal val="#ppt_h"/>
                                          </p:val>
                                        </p:tav>
                                      </p:tavLst>
                                    </p:anim>
                                    <p:anim calcmode="lin" valueType="num">
                                      <p:cBhvr>
                                        <p:cTn id="35" dur="1000" fill="hold"/>
                                        <p:tgtEl>
                                          <p:spTgt spid="44"/>
                                        </p:tgtEl>
                                        <p:attrNameLst>
                                          <p:attrName>ppt_x</p:attrName>
                                        </p:attrNameLst>
                                      </p:cBhvr>
                                      <p:tavLst>
                                        <p:tav tm="0" fmla="#ppt_x+(cos(-2*pi*(1-$))*-#ppt_x-sin(-2*pi*(1-$))*(1-#ppt_y))*(1-$)">
                                          <p:val>
                                            <p:fltVal val="0"/>
                                          </p:val>
                                        </p:tav>
                                        <p:tav tm="100000">
                                          <p:val>
                                            <p:fltVal val="1"/>
                                          </p:val>
                                        </p:tav>
                                      </p:tavLst>
                                    </p:anim>
                                    <p:anim calcmode="lin" valueType="num">
                                      <p:cBhvr>
                                        <p:cTn id="36" dur="1000" fill="hold"/>
                                        <p:tgtEl>
                                          <p:spTgt spid="44"/>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37" fill="hold">
                      <p:stCondLst>
                        <p:cond delay="indefinite"/>
                      </p:stCondLst>
                      <p:childTnLst>
                        <p:par>
                          <p:cTn id="38" fill="hold">
                            <p:stCondLst>
                              <p:cond delay="0"/>
                            </p:stCondLst>
                            <p:childTnLst>
                              <p:par>
                                <p:cTn id="39" presetID="15" presetClass="entr" presetSubtype="0" fill="hold" grpId="1" nodeType="clickEffect">
                                  <p:stCondLst>
                                    <p:cond delay="0"/>
                                  </p:stCondLst>
                                  <p:childTnLst>
                                    <p:set>
                                      <p:cBhvr>
                                        <p:cTn id="40" dur="1" fill="hold">
                                          <p:stCondLst>
                                            <p:cond delay="0"/>
                                          </p:stCondLst>
                                        </p:cTn>
                                        <p:tgtEl>
                                          <p:spTgt spid="56"/>
                                        </p:tgtEl>
                                        <p:attrNameLst>
                                          <p:attrName>style.visibility</p:attrName>
                                        </p:attrNameLst>
                                      </p:cBhvr>
                                      <p:to>
                                        <p:strVal val="visible"/>
                                      </p:to>
                                    </p:set>
                                    <p:anim calcmode="lin" valueType="num">
                                      <p:cBhvr>
                                        <p:cTn id="41" dur="1000" fill="hold"/>
                                        <p:tgtEl>
                                          <p:spTgt spid="56"/>
                                        </p:tgtEl>
                                        <p:attrNameLst>
                                          <p:attrName>ppt_w</p:attrName>
                                        </p:attrNameLst>
                                      </p:cBhvr>
                                      <p:tavLst>
                                        <p:tav tm="0">
                                          <p:val>
                                            <p:fltVal val="0"/>
                                          </p:val>
                                        </p:tav>
                                        <p:tav tm="100000">
                                          <p:val>
                                            <p:strVal val="#ppt_w"/>
                                          </p:val>
                                        </p:tav>
                                      </p:tavLst>
                                    </p:anim>
                                    <p:anim calcmode="lin" valueType="num">
                                      <p:cBhvr>
                                        <p:cTn id="42" dur="1000" fill="hold"/>
                                        <p:tgtEl>
                                          <p:spTgt spid="56"/>
                                        </p:tgtEl>
                                        <p:attrNameLst>
                                          <p:attrName>ppt_h</p:attrName>
                                        </p:attrNameLst>
                                      </p:cBhvr>
                                      <p:tavLst>
                                        <p:tav tm="0">
                                          <p:val>
                                            <p:fltVal val="0"/>
                                          </p:val>
                                        </p:tav>
                                        <p:tav tm="100000">
                                          <p:val>
                                            <p:strVal val="#ppt_h"/>
                                          </p:val>
                                        </p:tav>
                                      </p:tavLst>
                                    </p:anim>
                                    <p:anim calcmode="lin" valueType="num">
                                      <p:cBhvr>
                                        <p:cTn id="43" dur="1000" fill="hold"/>
                                        <p:tgtEl>
                                          <p:spTgt spid="56"/>
                                        </p:tgtEl>
                                        <p:attrNameLst>
                                          <p:attrName>ppt_x</p:attrName>
                                        </p:attrNameLst>
                                      </p:cBhvr>
                                      <p:tavLst>
                                        <p:tav tm="0" fmla="#ppt_x+(cos(-2*pi*(1-$))*-#ppt_x-sin(-2*pi*(1-$))*(1-#ppt_y))*(1-$)">
                                          <p:val>
                                            <p:fltVal val="0"/>
                                          </p:val>
                                        </p:tav>
                                        <p:tav tm="100000">
                                          <p:val>
                                            <p:fltVal val="1"/>
                                          </p:val>
                                        </p:tav>
                                      </p:tavLst>
                                    </p:anim>
                                    <p:anim calcmode="lin" valueType="num">
                                      <p:cBhvr>
                                        <p:cTn id="44" dur="1000" fill="hold"/>
                                        <p:tgtEl>
                                          <p:spTgt spid="56"/>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45" fill="hold">
                      <p:stCondLst>
                        <p:cond delay="indefinite"/>
                      </p:stCondLst>
                      <p:childTnLst>
                        <p:par>
                          <p:cTn id="46" fill="hold">
                            <p:stCondLst>
                              <p:cond delay="0"/>
                            </p:stCondLst>
                            <p:childTnLst>
                              <p:par>
                                <p:cTn id="47" presetID="15" presetClass="entr" presetSubtype="0" fill="hold" grpId="0" nodeType="clickEffect">
                                  <p:stCondLst>
                                    <p:cond delay="0"/>
                                  </p:stCondLst>
                                  <p:childTnLst>
                                    <p:set>
                                      <p:cBhvr>
                                        <p:cTn id="48" dur="1" fill="hold">
                                          <p:stCondLst>
                                            <p:cond delay="0"/>
                                          </p:stCondLst>
                                        </p:cTn>
                                        <p:tgtEl>
                                          <p:spTgt spid="53"/>
                                        </p:tgtEl>
                                        <p:attrNameLst>
                                          <p:attrName>style.visibility</p:attrName>
                                        </p:attrNameLst>
                                      </p:cBhvr>
                                      <p:to>
                                        <p:strVal val="visible"/>
                                      </p:to>
                                    </p:set>
                                    <p:anim calcmode="lin" valueType="num">
                                      <p:cBhvr>
                                        <p:cTn id="49" dur="1000" fill="hold"/>
                                        <p:tgtEl>
                                          <p:spTgt spid="53"/>
                                        </p:tgtEl>
                                        <p:attrNameLst>
                                          <p:attrName>ppt_w</p:attrName>
                                        </p:attrNameLst>
                                      </p:cBhvr>
                                      <p:tavLst>
                                        <p:tav tm="0">
                                          <p:val>
                                            <p:fltVal val="0"/>
                                          </p:val>
                                        </p:tav>
                                        <p:tav tm="100000">
                                          <p:val>
                                            <p:strVal val="#ppt_w"/>
                                          </p:val>
                                        </p:tav>
                                      </p:tavLst>
                                    </p:anim>
                                    <p:anim calcmode="lin" valueType="num">
                                      <p:cBhvr>
                                        <p:cTn id="50" dur="1000" fill="hold"/>
                                        <p:tgtEl>
                                          <p:spTgt spid="53"/>
                                        </p:tgtEl>
                                        <p:attrNameLst>
                                          <p:attrName>ppt_h</p:attrName>
                                        </p:attrNameLst>
                                      </p:cBhvr>
                                      <p:tavLst>
                                        <p:tav tm="0">
                                          <p:val>
                                            <p:fltVal val="0"/>
                                          </p:val>
                                        </p:tav>
                                        <p:tav tm="100000">
                                          <p:val>
                                            <p:strVal val="#ppt_h"/>
                                          </p:val>
                                        </p:tav>
                                      </p:tavLst>
                                    </p:anim>
                                    <p:anim calcmode="lin" valueType="num">
                                      <p:cBhvr>
                                        <p:cTn id="51" dur="1000" fill="hold"/>
                                        <p:tgtEl>
                                          <p:spTgt spid="53"/>
                                        </p:tgtEl>
                                        <p:attrNameLst>
                                          <p:attrName>ppt_x</p:attrName>
                                        </p:attrNameLst>
                                      </p:cBhvr>
                                      <p:tavLst>
                                        <p:tav tm="0" fmla="#ppt_x+(cos(-2*pi*(1-$))*-#ppt_x-sin(-2*pi*(1-$))*(1-#ppt_y))*(1-$)">
                                          <p:val>
                                            <p:fltVal val="0"/>
                                          </p:val>
                                        </p:tav>
                                        <p:tav tm="100000">
                                          <p:val>
                                            <p:fltVal val="1"/>
                                          </p:val>
                                        </p:tav>
                                      </p:tavLst>
                                    </p:anim>
                                    <p:anim calcmode="lin" valueType="num">
                                      <p:cBhvr>
                                        <p:cTn id="52" dur="1000" fill="hold"/>
                                        <p:tgtEl>
                                          <p:spTgt spid="53"/>
                                        </p:tgtEl>
                                        <p:attrNameLst>
                                          <p:attrName>ppt_y</p:attrName>
                                        </p:attrNameLst>
                                      </p:cBhvr>
                                      <p:tavLst>
                                        <p:tav tm="0" fmla="#ppt_y+(sin(-2*pi*(1-$))*-#ppt_x+cos(-2*pi*(1-$))*(1-#ppt_y))*(1-$)">
                                          <p:val>
                                            <p:fltVal val="0"/>
                                          </p:val>
                                        </p:tav>
                                        <p:tav tm="100000">
                                          <p:val>
                                            <p:fltVal val="1"/>
                                          </p:val>
                                        </p:tav>
                                      </p:tavLst>
                                    </p:anim>
                                  </p:childTnLst>
                                </p:cTn>
                              </p:par>
                              <p:par>
                                <p:cTn id="53" presetID="15" presetClass="entr" presetSubtype="0" fill="hold" grpId="0" nodeType="withEffect">
                                  <p:stCondLst>
                                    <p:cond delay="0"/>
                                  </p:stCondLst>
                                  <p:childTnLst>
                                    <p:set>
                                      <p:cBhvr>
                                        <p:cTn id="54" dur="1" fill="hold">
                                          <p:stCondLst>
                                            <p:cond delay="0"/>
                                          </p:stCondLst>
                                        </p:cTn>
                                        <p:tgtEl>
                                          <p:spTgt spid="54"/>
                                        </p:tgtEl>
                                        <p:attrNameLst>
                                          <p:attrName>style.visibility</p:attrName>
                                        </p:attrNameLst>
                                      </p:cBhvr>
                                      <p:to>
                                        <p:strVal val="visible"/>
                                      </p:to>
                                    </p:set>
                                    <p:anim calcmode="lin" valueType="num">
                                      <p:cBhvr>
                                        <p:cTn id="55" dur="1000" fill="hold"/>
                                        <p:tgtEl>
                                          <p:spTgt spid="54"/>
                                        </p:tgtEl>
                                        <p:attrNameLst>
                                          <p:attrName>ppt_w</p:attrName>
                                        </p:attrNameLst>
                                      </p:cBhvr>
                                      <p:tavLst>
                                        <p:tav tm="0">
                                          <p:val>
                                            <p:fltVal val="0"/>
                                          </p:val>
                                        </p:tav>
                                        <p:tav tm="100000">
                                          <p:val>
                                            <p:strVal val="#ppt_w"/>
                                          </p:val>
                                        </p:tav>
                                      </p:tavLst>
                                    </p:anim>
                                    <p:anim calcmode="lin" valueType="num">
                                      <p:cBhvr>
                                        <p:cTn id="56" dur="1000" fill="hold"/>
                                        <p:tgtEl>
                                          <p:spTgt spid="54"/>
                                        </p:tgtEl>
                                        <p:attrNameLst>
                                          <p:attrName>ppt_h</p:attrName>
                                        </p:attrNameLst>
                                      </p:cBhvr>
                                      <p:tavLst>
                                        <p:tav tm="0">
                                          <p:val>
                                            <p:fltVal val="0"/>
                                          </p:val>
                                        </p:tav>
                                        <p:tav tm="100000">
                                          <p:val>
                                            <p:strVal val="#ppt_h"/>
                                          </p:val>
                                        </p:tav>
                                      </p:tavLst>
                                    </p:anim>
                                    <p:anim calcmode="lin" valueType="num">
                                      <p:cBhvr>
                                        <p:cTn id="57" dur="1000" fill="hold"/>
                                        <p:tgtEl>
                                          <p:spTgt spid="54"/>
                                        </p:tgtEl>
                                        <p:attrNameLst>
                                          <p:attrName>ppt_x</p:attrName>
                                        </p:attrNameLst>
                                      </p:cBhvr>
                                      <p:tavLst>
                                        <p:tav tm="0" fmla="#ppt_x+(cos(-2*pi*(1-$))*-#ppt_x-sin(-2*pi*(1-$))*(1-#ppt_y))*(1-$)">
                                          <p:val>
                                            <p:fltVal val="0"/>
                                          </p:val>
                                        </p:tav>
                                        <p:tav tm="100000">
                                          <p:val>
                                            <p:fltVal val="1"/>
                                          </p:val>
                                        </p:tav>
                                      </p:tavLst>
                                    </p:anim>
                                    <p:anim calcmode="lin" valueType="num">
                                      <p:cBhvr>
                                        <p:cTn id="58" dur="1000" fill="hold"/>
                                        <p:tgtEl>
                                          <p:spTgt spid="54"/>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59" fill="hold">
                      <p:stCondLst>
                        <p:cond delay="indefinite"/>
                      </p:stCondLst>
                      <p:childTnLst>
                        <p:par>
                          <p:cTn id="60" fill="hold">
                            <p:stCondLst>
                              <p:cond delay="0"/>
                            </p:stCondLst>
                            <p:childTnLst>
                              <p:par>
                                <p:cTn id="61" presetID="30" presetClass="entr" presetSubtype="0" fill="hold" nodeType="clickEffect">
                                  <p:stCondLst>
                                    <p:cond delay="0"/>
                                  </p:stCondLst>
                                  <p:childTnLst>
                                    <p:set>
                                      <p:cBhvr>
                                        <p:cTn id="62" dur="1" fill="hold">
                                          <p:stCondLst>
                                            <p:cond delay="0"/>
                                          </p:stCondLst>
                                        </p:cTn>
                                        <p:tgtEl>
                                          <p:spTgt spid="3"/>
                                        </p:tgtEl>
                                        <p:attrNameLst>
                                          <p:attrName>style.visibility</p:attrName>
                                        </p:attrNameLst>
                                      </p:cBhvr>
                                      <p:to>
                                        <p:strVal val="visible"/>
                                      </p:to>
                                    </p:set>
                                    <p:animEffect transition="in" filter="fade">
                                      <p:cBhvr>
                                        <p:cTn id="63" dur="800" decel="100000"/>
                                        <p:tgtEl>
                                          <p:spTgt spid="3"/>
                                        </p:tgtEl>
                                      </p:cBhvr>
                                    </p:animEffect>
                                    <p:anim calcmode="lin" valueType="num">
                                      <p:cBhvr>
                                        <p:cTn id="64" dur="800" decel="100000" fill="hold"/>
                                        <p:tgtEl>
                                          <p:spTgt spid="3"/>
                                        </p:tgtEl>
                                        <p:attrNameLst>
                                          <p:attrName>style.rotation</p:attrName>
                                        </p:attrNameLst>
                                      </p:cBhvr>
                                      <p:tavLst>
                                        <p:tav tm="0">
                                          <p:val>
                                            <p:fltVal val="-90"/>
                                          </p:val>
                                        </p:tav>
                                        <p:tav tm="100000">
                                          <p:val>
                                            <p:fltVal val="0"/>
                                          </p:val>
                                        </p:tav>
                                      </p:tavLst>
                                    </p:anim>
                                    <p:anim calcmode="lin" valueType="num">
                                      <p:cBhvr>
                                        <p:cTn id="65" dur="800" decel="100000" fill="hold"/>
                                        <p:tgtEl>
                                          <p:spTgt spid="3"/>
                                        </p:tgtEl>
                                        <p:attrNameLst>
                                          <p:attrName>ppt_x</p:attrName>
                                        </p:attrNameLst>
                                      </p:cBhvr>
                                      <p:tavLst>
                                        <p:tav tm="0">
                                          <p:val>
                                            <p:strVal val="#ppt_x+0.4"/>
                                          </p:val>
                                        </p:tav>
                                        <p:tav tm="100000">
                                          <p:val>
                                            <p:strVal val="#ppt_x-0.05"/>
                                          </p:val>
                                        </p:tav>
                                      </p:tavLst>
                                    </p:anim>
                                    <p:anim calcmode="lin" valueType="num">
                                      <p:cBhvr>
                                        <p:cTn id="66" dur="800" decel="100000" fill="hold"/>
                                        <p:tgtEl>
                                          <p:spTgt spid="3"/>
                                        </p:tgtEl>
                                        <p:attrNameLst>
                                          <p:attrName>ppt_y</p:attrName>
                                        </p:attrNameLst>
                                      </p:cBhvr>
                                      <p:tavLst>
                                        <p:tav tm="0">
                                          <p:val>
                                            <p:strVal val="#ppt_y-0.4"/>
                                          </p:val>
                                        </p:tav>
                                        <p:tav tm="100000">
                                          <p:val>
                                            <p:strVal val="#ppt_y+0.1"/>
                                          </p:val>
                                        </p:tav>
                                      </p:tavLst>
                                    </p:anim>
                                    <p:anim calcmode="lin" valueType="num">
                                      <p:cBhvr>
                                        <p:cTn id="67" dur="200" accel="100000" fill="hold">
                                          <p:stCondLst>
                                            <p:cond delay="800"/>
                                          </p:stCondLst>
                                        </p:cTn>
                                        <p:tgtEl>
                                          <p:spTgt spid="3"/>
                                        </p:tgtEl>
                                        <p:attrNameLst>
                                          <p:attrName>ppt_x</p:attrName>
                                        </p:attrNameLst>
                                      </p:cBhvr>
                                      <p:tavLst>
                                        <p:tav tm="0">
                                          <p:val>
                                            <p:strVal val="#ppt_x-0.05"/>
                                          </p:val>
                                        </p:tav>
                                        <p:tav tm="100000">
                                          <p:val>
                                            <p:strVal val="#ppt_x"/>
                                          </p:val>
                                        </p:tav>
                                      </p:tavLst>
                                    </p:anim>
                                    <p:anim calcmode="lin" valueType="num">
                                      <p:cBhvr>
                                        <p:cTn id="68" dur="200" accel="100000" fill="hold">
                                          <p:stCondLst>
                                            <p:cond delay="800"/>
                                          </p:stCondLst>
                                        </p:cTn>
                                        <p:tgtEl>
                                          <p:spTgt spid="3"/>
                                        </p:tgtEl>
                                        <p:attrNameLst>
                                          <p:attrName>ppt_y</p:attrName>
                                        </p:attrNameLst>
                                      </p:cBhvr>
                                      <p:tavLst>
                                        <p:tav tm="0">
                                          <p:val>
                                            <p:strVal val="#ppt_y+0.1"/>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16" presetClass="entr" presetSubtype="21" fill="hold" nodeType="clickEffect">
                                  <p:stCondLst>
                                    <p:cond delay="0"/>
                                  </p:stCondLst>
                                  <p:childTnLst>
                                    <p:set>
                                      <p:cBhvr>
                                        <p:cTn id="72" dur="1" fill="hold">
                                          <p:stCondLst>
                                            <p:cond delay="0"/>
                                          </p:stCondLst>
                                        </p:cTn>
                                        <p:tgtEl>
                                          <p:spTgt spid="58"/>
                                        </p:tgtEl>
                                        <p:attrNameLst>
                                          <p:attrName>style.visibility</p:attrName>
                                        </p:attrNameLst>
                                      </p:cBhvr>
                                      <p:to>
                                        <p:strVal val="visible"/>
                                      </p:to>
                                    </p:set>
                                    <p:animEffect transition="in" filter="barn(inVertical)">
                                      <p:cBhvr>
                                        <p:cTn id="73" dur="500"/>
                                        <p:tgtEl>
                                          <p:spTgt spid="58"/>
                                        </p:tgtEl>
                                      </p:cBhvr>
                                    </p:animEffect>
                                  </p:childTnLst>
                                </p:cTn>
                              </p:par>
                            </p:childTnLst>
                          </p:cTn>
                        </p:par>
                      </p:childTnLst>
                    </p:cTn>
                  </p:par>
                  <p:par>
                    <p:cTn id="74" fill="hold">
                      <p:stCondLst>
                        <p:cond delay="indefinite"/>
                      </p:stCondLst>
                      <p:childTnLst>
                        <p:par>
                          <p:cTn id="75" fill="hold">
                            <p:stCondLst>
                              <p:cond delay="0"/>
                            </p:stCondLst>
                            <p:childTnLst>
                              <p:par>
                                <p:cTn id="76" presetID="2" presetClass="entr" presetSubtype="4" fill="hold" grpId="0" nodeType="clickEffect">
                                  <p:stCondLst>
                                    <p:cond delay="0"/>
                                  </p:stCondLst>
                                  <p:childTnLst>
                                    <p:set>
                                      <p:cBhvr>
                                        <p:cTn id="77" dur="1" fill="hold">
                                          <p:stCondLst>
                                            <p:cond delay="0"/>
                                          </p:stCondLst>
                                        </p:cTn>
                                        <p:tgtEl>
                                          <p:spTgt spid="57"/>
                                        </p:tgtEl>
                                        <p:attrNameLst>
                                          <p:attrName>style.visibility</p:attrName>
                                        </p:attrNameLst>
                                      </p:cBhvr>
                                      <p:to>
                                        <p:strVal val="visible"/>
                                      </p:to>
                                    </p:set>
                                    <p:anim calcmode="lin" valueType="num">
                                      <p:cBhvr additive="base">
                                        <p:cTn id="78" dur="500" fill="hold"/>
                                        <p:tgtEl>
                                          <p:spTgt spid="57"/>
                                        </p:tgtEl>
                                        <p:attrNameLst>
                                          <p:attrName>ppt_x</p:attrName>
                                        </p:attrNameLst>
                                      </p:cBhvr>
                                      <p:tavLst>
                                        <p:tav tm="0">
                                          <p:val>
                                            <p:strVal val="#ppt_x"/>
                                          </p:val>
                                        </p:tav>
                                        <p:tav tm="100000">
                                          <p:val>
                                            <p:strVal val="#ppt_x"/>
                                          </p:val>
                                        </p:tav>
                                      </p:tavLst>
                                    </p:anim>
                                    <p:anim calcmode="lin" valueType="num">
                                      <p:cBhvr additive="base">
                                        <p:cTn id="79" dur="500" fill="hold"/>
                                        <p:tgtEl>
                                          <p:spTgt spid="57"/>
                                        </p:tgtEl>
                                        <p:attrNameLst>
                                          <p:attrName>ppt_y</p:attrName>
                                        </p:attrNameLst>
                                      </p:cBhvr>
                                      <p:tavLst>
                                        <p:tav tm="0">
                                          <p:val>
                                            <p:strVal val="1+#ppt_h/2"/>
                                          </p:val>
                                        </p:tav>
                                        <p:tav tm="100000">
                                          <p:val>
                                            <p:strVal val="#ppt_y"/>
                                          </p:val>
                                        </p:tav>
                                      </p:tavLst>
                                    </p:anim>
                                  </p:childTnLst>
                                </p:cTn>
                              </p:par>
                              <p:par>
                                <p:cTn id="80" presetID="2" presetClass="entr" presetSubtype="1" fill="hold" grpId="0" nodeType="withEffect">
                                  <p:stCondLst>
                                    <p:cond delay="0"/>
                                  </p:stCondLst>
                                  <p:childTnLst>
                                    <p:set>
                                      <p:cBhvr>
                                        <p:cTn id="81" dur="1" fill="hold">
                                          <p:stCondLst>
                                            <p:cond delay="0"/>
                                          </p:stCondLst>
                                        </p:cTn>
                                        <p:tgtEl>
                                          <p:spTgt spid="59"/>
                                        </p:tgtEl>
                                        <p:attrNameLst>
                                          <p:attrName>style.visibility</p:attrName>
                                        </p:attrNameLst>
                                      </p:cBhvr>
                                      <p:to>
                                        <p:strVal val="visible"/>
                                      </p:to>
                                    </p:set>
                                    <p:anim calcmode="lin" valueType="num">
                                      <p:cBhvr additive="base">
                                        <p:cTn id="82" dur="500" fill="hold"/>
                                        <p:tgtEl>
                                          <p:spTgt spid="59"/>
                                        </p:tgtEl>
                                        <p:attrNameLst>
                                          <p:attrName>ppt_x</p:attrName>
                                        </p:attrNameLst>
                                      </p:cBhvr>
                                      <p:tavLst>
                                        <p:tav tm="0">
                                          <p:val>
                                            <p:strVal val="#ppt_x"/>
                                          </p:val>
                                        </p:tav>
                                        <p:tav tm="100000">
                                          <p:val>
                                            <p:strVal val="#ppt_x"/>
                                          </p:val>
                                        </p:tav>
                                      </p:tavLst>
                                    </p:anim>
                                    <p:anim calcmode="lin" valueType="num">
                                      <p:cBhvr additive="base">
                                        <p:cTn id="83" dur="500" fill="hold"/>
                                        <p:tgtEl>
                                          <p:spTgt spid="59"/>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4" grpId="0" animBg="1"/>
      <p:bldP spid="50" grpId="0" animBg="1"/>
      <p:bldP spid="53" grpId="0" animBg="1"/>
      <p:bldP spid="54" grpId="0" animBg="1"/>
      <p:bldP spid="55" grpId="0" animBg="1"/>
      <p:bldP spid="56" grpId="0" animBg="1"/>
      <p:bldP spid="56" grpId="1" animBg="1"/>
      <p:bldP spid="57" grpId="0"/>
      <p:bldP spid="5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6" name="组合 75"/>
          <p:cNvGrpSpPr/>
          <p:nvPr/>
        </p:nvGrpSpPr>
        <p:grpSpPr>
          <a:xfrm>
            <a:off x="1" y="-2"/>
            <a:ext cx="12191999" cy="6858000"/>
            <a:chOff x="1" y="-2"/>
            <a:chExt cx="12191999" cy="6858000"/>
          </a:xfrm>
        </p:grpSpPr>
        <p:pic>
          <p:nvPicPr>
            <p:cNvPr id="77" name="图片 76"/>
            <p:cNvPicPr>
              <a:picLocks noChangeAspect="1"/>
            </p:cNvPicPr>
            <p:nvPr/>
          </p:nvPicPr>
          <p:blipFill>
            <a:blip r:embed="rId1">
              <a:extLst>
                <a:ext uri="{BEBA8EAE-BF5A-486C-A8C5-ECC9F3942E4B}">
                  <a14:imgProps xmlns:a14="http://schemas.microsoft.com/office/drawing/2010/main">
                    <a14:imgLayer r:embed="rId2">
                      <a14:imgEffect>
                        <a14:brightnessContrast contrast="40000"/>
                      </a14:imgEffect>
                      <a14:imgEffect>
                        <a14:saturation sat="400000"/>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1" y="-2"/>
              <a:ext cx="12191999" cy="6858000"/>
            </a:xfrm>
            <a:prstGeom prst="rect">
              <a:avLst/>
            </a:prstGeom>
          </p:spPr>
        </p:pic>
        <p:sp>
          <p:nvSpPr>
            <p:cNvPr id="78" name="矩形 77"/>
            <p:cNvSpPr/>
            <p:nvPr/>
          </p:nvSpPr>
          <p:spPr>
            <a:xfrm>
              <a:off x="250371" y="267786"/>
              <a:ext cx="11691258" cy="632242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lumMod val="75000"/>
                    <a:lumOff val="25000"/>
                  </a:schemeClr>
                </a:solidFill>
                <a:latin typeface="思源黑体" panose="020B0500000000000000" pitchFamily="34" charset="-122"/>
                <a:ea typeface="思源黑体" panose="020B0500000000000000" pitchFamily="34" charset="-122"/>
              </a:endParaRPr>
            </a:p>
          </p:txBody>
        </p:sp>
      </p:grpSp>
      <p:grpSp>
        <p:nvGrpSpPr>
          <p:cNvPr id="6" name="组合 5"/>
          <p:cNvGrpSpPr/>
          <p:nvPr/>
        </p:nvGrpSpPr>
        <p:grpSpPr>
          <a:xfrm>
            <a:off x="942702" y="876582"/>
            <a:ext cx="2483440" cy="677108"/>
            <a:chOff x="250371" y="432445"/>
            <a:chExt cx="2483440" cy="677108"/>
          </a:xfrm>
        </p:grpSpPr>
        <p:sp>
          <p:nvSpPr>
            <p:cNvPr id="58" name="1"/>
            <p:cNvSpPr/>
            <p:nvPr/>
          </p:nvSpPr>
          <p:spPr>
            <a:xfrm flipV="1">
              <a:off x="250371" y="503428"/>
              <a:ext cx="144000" cy="527747"/>
            </a:xfrm>
            <a:prstGeom prst="rect">
              <a:avLst/>
            </a:prstGeom>
            <a:solidFill>
              <a:srgbClr val="587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panose="020B0500000000000000" pitchFamily="34" charset="-122"/>
                <a:ea typeface="思源黑体" panose="020B0500000000000000" pitchFamily="34" charset="-122"/>
              </a:endParaRPr>
            </a:p>
          </p:txBody>
        </p:sp>
        <p:sp>
          <p:nvSpPr>
            <p:cNvPr id="63" name="文本框 62"/>
            <p:cNvSpPr txBox="1"/>
            <p:nvPr/>
          </p:nvSpPr>
          <p:spPr>
            <a:xfrm>
              <a:off x="468735" y="432445"/>
              <a:ext cx="2265076" cy="523220"/>
            </a:xfrm>
            <a:prstGeom prst="rect">
              <a:avLst/>
            </a:prstGeom>
            <a:noFill/>
          </p:spPr>
          <p:txBody>
            <a:bodyPr wrap="square" rtlCol="0">
              <a:spAutoFit/>
            </a:bodyPr>
            <a:lstStyle/>
            <a:p>
              <a:r>
                <a:rPr lang="en-US" altLang="zh-CN" sz="2800" b="1" dirty="0">
                  <a:solidFill>
                    <a:srgbClr val="2E5596"/>
                  </a:solidFill>
                  <a:latin typeface="思源黑体" panose="020B0500000000000000" pitchFamily="34" charset="-122"/>
                  <a:ea typeface="思源黑体" panose="020B0500000000000000" pitchFamily="34" charset="-122"/>
                </a:rPr>
                <a:t>03/</a:t>
              </a:r>
              <a:r>
                <a:rPr lang="zh-CN" altLang="en-US" sz="2800" b="1" dirty="0">
                  <a:solidFill>
                    <a:srgbClr val="2E5596"/>
                  </a:solidFill>
                  <a:latin typeface="思源黑体" panose="020B0500000000000000" pitchFamily="34" charset="-122"/>
                  <a:ea typeface="思源黑体" panose="020B0500000000000000" pitchFamily="34" charset="-122"/>
                </a:rPr>
                <a:t>项目展示</a:t>
              </a:r>
              <a:endParaRPr lang="zh-CN" altLang="en-US" sz="2800" b="1" dirty="0">
                <a:solidFill>
                  <a:srgbClr val="2E5596"/>
                </a:solidFill>
                <a:latin typeface="思源黑体" panose="020B0500000000000000" pitchFamily="34" charset="-122"/>
                <a:ea typeface="思源黑体" panose="020B0500000000000000" pitchFamily="34" charset="-122"/>
              </a:endParaRPr>
            </a:p>
          </p:txBody>
        </p:sp>
        <p:sp>
          <p:nvSpPr>
            <p:cNvPr id="64" name="文本框 63"/>
            <p:cNvSpPr txBox="1"/>
            <p:nvPr/>
          </p:nvSpPr>
          <p:spPr>
            <a:xfrm>
              <a:off x="468735" y="801776"/>
              <a:ext cx="2265076" cy="307777"/>
            </a:xfrm>
            <a:prstGeom prst="rect">
              <a:avLst/>
            </a:prstGeom>
            <a:noFill/>
          </p:spPr>
          <p:txBody>
            <a:bodyPr wrap="square" rtlCol="0">
              <a:spAutoFit/>
            </a:bodyPr>
            <a:lstStyle/>
            <a:p>
              <a:r>
                <a:rPr lang="en-US" altLang="zh-CN" sz="1400" dirty="0">
                  <a:solidFill>
                    <a:schemeClr val="tx1">
                      <a:lumMod val="65000"/>
                      <a:lumOff val="35000"/>
                    </a:schemeClr>
                  </a:solidFill>
                  <a:latin typeface="思源黑体" panose="020B0500000000000000" pitchFamily="34" charset="-122"/>
                  <a:ea typeface="思源黑体" panose="020B0500000000000000" pitchFamily="34" charset="-122"/>
                </a:rPr>
                <a:t>Mid year work summary</a:t>
              </a:r>
              <a:endParaRPr lang="en-US" altLang="zh-CN" sz="1400" dirty="0">
                <a:solidFill>
                  <a:schemeClr val="tx1">
                    <a:lumMod val="65000"/>
                    <a:lumOff val="35000"/>
                  </a:schemeClr>
                </a:solidFill>
                <a:latin typeface="思源黑体" panose="020B0500000000000000" pitchFamily="34" charset="-122"/>
                <a:ea typeface="思源黑体" panose="020B0500000000000000" pitchFamily="34" charset="-122"/>
              </a:endParaRPr>
            </a:p>
          </p:txBody>
        </p:sp>
      </p:grpSp>
      <p:grpSp>
        <p:nvGrpSpPr>
          <p:cNvPr id="59" name="组合 58"/>
          <p:cNvGrpSpPr/>
          <p:nvPr/>
        </p:nvGrpSpPr>
        <p:grpSpPr>
          <a:xfrm>
            <a:off x="1014702" y="2366587"/>
            <a:ext cx="3206668" cy="3528416"/>
            <a:chOff x="1014702" y="2366587"/>
            <a:chExt cx="3206668" cy="3528416"/>
          </a:xfrm>
        </p:grpSpPr>
        <p:sp>
          <p:nvSpPr>
            <p:cNvPr id="37" name="矩形 36"/>
            <p:cNvSpPr/>
            <p:nvPr/>
          </p:nvSpPr>
          <p:spPr>
            <a:xfrm>
              <a:off x="1014702" y="4375210"/>
              <a:ext cx="3134731" cy="1519793"/>
            </a:xfrm>
            <a:prstGeom prst="rect">
              <a:avLst/>
            </a:prstGeom>
            <a:solidFill>
              <a:schemeClr val="bg1"/>
            </a:solidFill>
            <a:ln>
              <a:noFill/>
            </a:ln>
            <a:effectLst>
              <a:outerShdw blurRad="647700" dist="279400" dir="6000000" sx="102000" sy="102000" algn="ctr" rotWithShape="0">
                <a:schemeClr val="tx1">
                  <a:lumMod val="85000"/>
                  <a:lumOff val="15000"/>
                  <a:alpha val="1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思源黑体" panose="020B0500000000000000" pitchFamily="34" charset="-122"/>
                <a:ea typeface="思源黑体" panose="020B0500000000000000" pitchFamily="34" charset="-122"/>
              </a:endParaRPr>
            </a:p>
          </p:txBody>
        </p:sp>
        <p:pic>
          <p:nvPicPr>
            <p:cNvPr id="57" name="图片 5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14702" y="2366587"/>
              <a:ext cx="3206668" cy="2091253"/>
            </a:xfrm>
            <a:prstGeom prst="rect">
              <a:avLst/>
            </a:prstGeom>
          </p:spPr>
        </p:pic>
        <p:sp>
          <p:nvSpPr>
            <p:cNvPr id="62" name="TextBox 15"/>
            <p:cNvSpPr txBox="1"/>
            <p:nvPr/>
          </p:nvSpPr>
          <p:spPr>
            <a:xfrm>
              <a:off x="1329796" y="4671996"/>
              <a:ext cx="1444627" cy="338554"/>
            </a:xfrm>
            <a:prstGeom prst="rect">
              <a:avLst/>
            </a:prstGeom>
            <a:noFill/>
          </p:spPr>
          <p:txBody>
            <a:bodyPr wrap="none" rtlCol="0">
              <a:spAutoFit/>
            </a:bodyPr>
            <a:lstStyle/>
            <a:p>
              <a:pPr algn="ctr"/>
              <a:r>
                <a:rPr lang="zh-CN" altLang="en-US" sz="1600" b="1" dirty="0">
                  <a:solidFill>
                    <a:srgbClr val="3762AF"/>
                  </a:solidFill>
                  <a:latin typeface="思源黑体" panose="020B0500000000000000" pitchFamily="34" charset="-122"/>
                  <a:ea typeface="思源黑体" panose="020B0500000000000000" pitchFamily="34" charset="-122"/>
                </a:rPr>
                <a:t>添加标题内容</a:t>
              </a:r>
              <a:endParaRPr lang="en-US" altLang="zh-CN" sz="1600" b="1" dirty="0">
                <a:solidFill>
                  <a:srgbClr val="3762AF"/>
                </a:solidFill>
                <a:latin typeface="思源黑体" panose="020B0500000000000000" pitchFamily="34" charset="-122"/>
                <a:ea typeface="思源黑体" panose="020B0500000000000000" pitchFamily="34" charset="-122"/>
              </a:endParaRPr>
            </a:p>
          </p:txBody>
        </p:sp>
        <p:sp>
          <p:nvSpPr>
            <p:cNvPr id="65" name="Rectangle 23"/>
            <p:cNvSpPr/>
            <p:nvPr/>
          </p:nvSpPr>
          <p:spPr>
            <a:xfrm>
              <a:off x="1329796" y="4989391"/>
              <a:ext cx="2484558" cy="757130"/>
            </a:xfrm>
            <a:prstGeom prst="rect">
              <a:avLst/>
            </a:prstGeom>
          </p:spPr>
          <p:txBody>
            <a:bodyPr wrap="square">
              <a:spAutoFit/>
            </a:bodyPr>
            <a:lstStyle/>
            <a:p>
              <a:pPr>
                <a:lnSpc>
                  <a:spcPct val="120000"/>
                </a:lnSpc>
              </a:pPr>
              <a:r>
                <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rPr>
                <a:t>您的内容打在这里，或者通过复制您的文本后，在此框中选择粘贴，并选择只保留文字。</a:t>
              </a:r>
              <a:endPar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endParaRPr>
            </a:p>
          </p:txBody>
        </p:sp>
      </p:grpSp>
      <p:grpSp>
        <p:nvGrpSpPr>
          <p:cNvPr id="60" name="组合 59"/>
          <p:cNvGrpSpPr/>
          <p:nvPr/>
        </p:nvGrpSpPr>
        <p:grpSpPr>
          <a:xfrm>
            <a:off x="8042569" y="2288829"/>
            <a:ext cx="3134731" cy="3606174"/>
            <a:chOff x="8042569" y="2288829"/>
            <a:chExt cx="3134731" cy="3606174"/>
          </a:xfrm>
        </p:grpSpPr>
        <p:grpSp>
          <p:nvGrpSpPr>
            <p:cNvPr id="71" name="组合 70"/>
            <p:cNvGrpSpPr/>
            <p:nvPr/>
          </p:nvGrpSpPr>
          <p:grpSpPr>
            <a:xfrm>
              <a:off x="8042569" y="4375210"/>
              <a:ext cx="3134731" cy="1519793"/>
              <a:chOff x="1014702" y="4375210"/>
              <a:chExt cx="3134731" cy="1519793"/>
            </a:xfrm>
          </p:grpSpPr>
          <p:sp>
            <p:nvSpPr>
              <p:cNvPr id="72" name="矩形 71"/>
              <p:cNvSpPr/>
              <p:nvPr/>
            </p:nvSpPr>
            <p:spPr>
              <a:xfrm>
                <a:off x="1014702" y="4375210"/>
                <a:ext cx="3134731" cy="1519793"/>
              </a:xfrm>
              <a:prstGeom prst="rect">
                <a:avLst/>
              </a:prstGeom>
              <a:solidFill>
                <a:schemeClr val="bg1"/>
              </a:solidFill>
              <a:ln>
                <a:noFill/>
              </a:ln>
              <a:effectLst>
                <a:outerShdw blurRad="647700" dist="279400" dir="6000000" sx="102000" sy="102000" algn="ctr" rotWithShape="0">
                  <a:schemeClr val="tx1">
                    <a:lumMod val="85000"/>
                    <a:lumOff val="15000"/>
                    <a:alpha val="1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思源黑体" panose="020B0500000000000000" pitchFamily="34" charset="-122"/>
                  <a:ea typeface="思源黑体" panose="020B0500000000000000" pitchFamily="34" charset="-122"/>
                </a:endParaRPr>
              </a:p>
            </p:txBody>
          </p:sp>
          <p:sp>
            <p:nvSpPr>
              <p:cNvPr id="74" name="TextBox 15"/>
              <p:cNvSpPr txBox="1"/>
              <p:nvPr/>
            </p:nvSpPr>
            <p:spPr>
              <a:xfrm>
                <a:off x="1329796" y="4671996"/>
                <a:ext cx="1444627" cy="338554"/>
              </a:xfrm>
              <a:prstGeom prst="rect">
                <a:avLst/>
              </a:prstGeom>
              <a:noFill/>
            </p:spPr>
            <p:txBody>
              <a:bodyPr wrap="none" rtlCol="0">
                <a:spAutoFit/>
              </a:bodyPr>
              <a:lstStyle/>
              <a:p>
                <a:pPr algn="ctr"/>
                <a:r>
                  <a:rPr lang="zh-CN" altLang="en-US" sz="1600" b="1" dirty="0">
                    <a:solidFill>
                      <a:srgbClr val="3762AF"/>
                    </a:solidFill>
                    <a:latin typeface="思源黑体" panose="020B0500000000000000" pitchFamily="34" charset="-122"/>
                    <a:ea typeface="思源黑体" panose="020B0500000000000000" pitchFamily="34" charset="-122"/>
                  </a:rPr>
                  <a:t>添加标题内容</a:t>
                </a:r>
                <a:endParaRPr lang="en-US" altLang="zh-CN" sz="1600" b="1" dirty="0">
                  <a:solidFill>
                    <a:srgbClr val="3762AF"/>
                  </a:solidFill>
                  <a:latin typeface="思源黑体" panose="020B0500000000000000" pitchFamily="34" charset="-122"/>
                  <a:ea typeface="思源黑体" panose="020B0500000000000000" pitchFamily="34" charset="-122"/>
                </a:endParaRPr>
              </a:p>
            </p:txBody>
          </p:sp>
          <p:sp>
            <p:nvSpPr>
              <p:cNvPr id="75" name="Rectangle 23"/>
              <p:cNvSpPr/>
              <p:nvPr/>
            </p:nvSpPr>
            <p:spPr>
              <a:xfrm>
                <a:off x="1329796" y="4989391"/>
                <a:ext cx="2484558" cy="757130"/>
              </a:xfrm>
              <a:prstGeom prst="rect">
                <a:avLst/>
              </a:prstGeom>
            </p:spPr>
            <p:txBody>
              <a:bodyPr wrap="square">
                <a:spAutoFit/>
              </a:bodyPr>
              <a:lstStyle/>
              <a:p>
                <a:pPr>
                  <a:lnSpc>
                    <a:spcPct val="120000"/>
                  </a:lnSpc>
                </a:pPr>
                <a:r>
                  <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rPr>
                  <a:t>您的内容打在这里，或者通过复制您的文本后，在此框中选择粘贴，并选择只保留文字。</a:t>
                </a:r>
                <a:endPar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endParaRPr>
              </a:p>
            </p:txBody>
          </p:sp>
        </p:grpSp>
        <p:pic>
          <p:nvPicPr>
            <p:cNvPr id="8" name="图片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042569" y="2288829"/>
              <a:ext cx="3134729" cy="2137779"/>
            </a:xfrm>
            <a:prstGeom prst="rect">
              <a:avLst/>
            </a:prstGeom>
          </p:spPr>
        </p:pic>
      </p:grpSp>
      <p:grpSp>
        <p:nvGrpSpPr>
          <p:cNvPr id="61" name="组合 60"/>
          <p:cNvGrpSpPr/>
          <p:nvPr/>
        </p:nvGrpSpPr>
        <p:grpSpPr>
          <a:xfrm>
            <a:off x="4528636" y="2358903"/>
            <a:ext cx="3134731" cy="3536100"/>
            <a:chOff x="4528636" y="2358903"/>
            <a:chExt cx="3134731" cy="3536100"/>
          </a:xfrm>
        </p:grpSpPr>
        <p:grpSp>
          <p:nvGrpSpPr>
            <p:cNvPr id="66" name="组合 65"/>
            <p:cNvGrpSpPr/>
            <p:nvPr/>
          </p:nvGrpSpPr>
          <p:grpSpPr>
            <a:xfrm>
              <a:off x="4528636" y="4375210"/>
              <a:ext cx="3134731" cy="1519793"/>
              <a:chOff x="1014702" y="4375210"/>
              <a:chExt cx="3134731" cy="1519793"/>
            </a:xfrm>
          </p:grpSpPr>
          <p:sp>
            <p:nvSpPr>
              <p:cNvPr id="67" name="矩形 66"/>
              <p:cNvSpPr/>
              <p:nvPr/>
            </p:nvSpPr>
            <p:spPr>
              <a:xfrm>
                <a:off x="1014702" y="4375210"/>
                <a:ext cx="3134731" cy="1519793"/>
              </a:xfrm>
              <a:prstGeom prst="rect">
                <a:avLst/>
              </a:prstGeom>
              <a:solidFill>
                <a:schemeClr val="bg1"/>
              </a:solidFill>
              <a:ln>
                <a:noFill/>
              </a:ln>
              <a:effectLst>
                <a:outerShdw blurRad="647700" dist="279400" dir="6000000" sx="102000" sy="102000" algn="ctr" rotWithShape="0">
                  <a:schemeClr val="tx1">
                    <a:lumMod val="85000"/>
                    <a:lumOff val="15000"/>
                    <a:alpha val="1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思源黑体" panose="020B0500000000000000" pitchFamily="34" charset="-122"/>
                  <a:ea typeface="思源黑体" panose="020B0500000000000000" pitchFamily="34" charset="-122"/>
                </a:endParaRPr>
              </a:p>
            </p:txBody>
          </p:sp>
          <p:sp>
            <p:nvSpPr>
              <p:cNvPr id="69" name="TextBox 15"/>
              <p:cNvSpPr txBox="1"/>
              <p:nvPr/>
            </p:nvSpPr>
            <p:spPr>
              <a:xfrm>
                <a:off x="1329796" y="4671996"/>
                <a:ext cx="1444627" cy="338554"/>
              </a:xfrm>
              <a:prstGeom prst="rect">
                <a:avLst/>
              </a:prstGeom>
              <a:noFill/>
            </p:spPr>
            <p:txBody>
              <a:bodyPr wrap="none" rtlCol="0">
                <a:spAutoFit/>
              </a:bodyPr>
              <a:lstStyle/>
              <a:p>
                <a:pPr algn="ctr"/>
                <a:r>
                  <a:rPr lang="zh-CN" altLang="en-US" sz="1600" b="1" dirty="0">
                    <a:solidFill>
                      <a:srgbClr val="3762AF"/>
                    </a:solidFill>
                    <a:latin typeface="思源黑体" panose="020B0500000000000000" pitchFamily="34" charset="-122"/>
                    <a:ea typeface="思源黑体" panose="020B0500000000000000" pitchFamily="34" charset="-122"/>
                  </a:rPr>
                  <a:t>添加标题内容</a:t>
                </a:r>
                <a:endParaRPr lang="en-US" altLang="zh-CN" sz="1600" b="1" dirty="0">
                  <a:solidFill>
                    <a:srgbClr val="3762AF"/>
                  </a:solidFill>
                  <a:latin typeface="思源黑体" panose="020B0500000000000000" pitchFamily="34" charset="-122"/>
                  <a:ea typeface="思源黑体" panose="020B0500000000000000" pitchFamily="34" charset="-122"/>
                </a:endParaRPr>
              </a:p>
            </p:txBody>
          </p:sp>
          <p:sp>
            <p:nvSpPr>
              <p:cNvPr id="70" name="Rectangle 23"/>
              <p:cNvSpPr/>
              <p:nvPr/>
            </p:nvSpPr>
            <p:spPr>
              <a:xfrm>
                <a:off x="1329796" y="4989391"/>
                <a:ext cx="2484558" cy="757130"/>
              </a:xfrm>
              <a:prstGeom prst="rect">
                <a:avLst/>
              </a:prstGeom>
            </p:spPr>
            <p:txBody>
              <a:bodyPr wrap="square">
                <a:spAutoFit/>
              </a:bodyPr>
              <a:lstStyle/>
              <a:p>
                <a:pPr>
                  <a:lnSpc>
                    <a:spcPct val="120000"/>
                  </a:lnSpc>
                </a:pPr>
                <a:r>
                  <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rPr>
                  <a:t>您的内容打在这里，或者通过复制您的文本后，在此框中选择粘贴，并选择只保留文字。</a:t>
                </a:r>
                <a:endPar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endParaRPr>
              </a:p>
            </p:txBody>
          </p:sp>
        </p:grpSp>
        <p:pic>
          <p:nvPicPr>
            <p:cNvPr id="55" name="图片 5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564604" y="2358903"/>
              <a:ext cx="3098763" cy="2089821"/>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59"/>
                                        </p:tgtEl>
                                        <p:attrNameLst>
                                          <p:attrName>style.visibility</p:attrName>
                                        </p:attrNameLst>
                                      </p:cBhvr>
                                      <p:to>
                                        <p:strVal val="visible"/>
                                      </p:to>
                                    </p:set>
                                    <p:animEffect transition="in" filter="wipe(down)">
                                      <p:cBhvr>
                                        <p:cTn id="11" dur="500"/>
                                        <p:tgtEl>
                                          <p:spTgt spid="59"/>
                                        </p:tgtEl>
                                      </p:cBhvr>
                                    </p:animEffect>
                                  </p:childTnLst>
                                </p:cTn>
                              </p:par>
                            </p:childTnLst>
                          </p:cTn>
                        </p:par>
                        <p:par>
                          <p:cTn id="12" fill="hold">
                            <p:stCondLst>
                              <p:cond delay="1000"/>
                            </p:stCondLst>
                            <p:childTnLst>
                              <p:par>
                                <p:cTn id="13" presetID="22" presetClass="entr" presetSubtype="4" fill="hold" nodeType="afterEffect">
                                  <p:stCondLst>
                                    <p:cond delay="0"/>
                                  </p:stCondLst>
                                  <p:childTnLst>
                                    <p:set>
                                      <p:cBhvr>
                                        <p:cTn id="14" dur="1" fill="hold">
                                          <p:stCondLst>
                                            <p:cond delay="0"/>
                                          </p:stCondLst>
                                        </p:cTn>
                                        <p:tgtEl>
                                          <p:spTgt spid="61"/>
                                        </p:tgtEl>
                                        <p:attrNameLst>
                                          <p:attrName>style.visibility</p:attrName>
                                        </p:attrNameLst>
                                      </p:cBhvr>
                                      <p:to>
                                        <p:strVal val="visible"/>
                                      </p:to>
                                    </p:set>
                                    <p:animEffect transition="in" filter="wipe(down)">
                                      <p:cBhvr>
                                        <p:cTn id="15" dur="500"/>
                                        <p:tgtEl>
                                          <p:spTgt spid="61"/>
                                        </p:tgtEl>
                                      </p:cBhvr>
                                    </p:animEffect>
                                  </p:childTnLst>
                                </p:cTn>
                              </p:par>
                            </p:childTnLst>
                          </p:cTn>
                        </p:par>
                        <p:par>
                          <p:cTn id="16" fill="hold">
                            <p:stCondLst>
                              <p:cond delay="1500"/>
                            </p:stCondLst>
                            <p:childTnLst>
                              <p:par>
                                <p:cTn id="17" presetID="22" presetClass="entr" presetSubtype="4" fill="hold" nodeType="afterEffect">
                                  <p:stCondLst>
                                    <p:cond delay="0"/>
                                  </p:stCondLst>
                                  <p:childTnLst>
                                    <p:set>
                                      <p:cBhvr>
                                        <p:cTn id="18" dur="1" fill="hold">
                                          <p:stCondLst>
                                            <p:cond delay="0"/>
                                          </p:stCondLst>
                                        </p:cTn>
                                        <p:tgtEl>
                                          <p:spTgt spid="60"/>
                                        </p:tgtEl>
                                        <p:attrNameLst>
                                          <p:attrName>style.visibility</p:attrName>
                                        </p:attrNameLst>
                                      </p:cBhvr>
                                      <p:to>
                                        <p:strVal val="visible"/>
                                      </p:to>
                                    </p:set>
                                    <p:animEffect transition="in" filter="wipe(down)">
                                      <p:cBhvr>
                                        <p:cTn id="19"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6" name="组合 75"/>
          <p:cNvGrpSpPr/>
          <p:nvPr/>
        </p:nvGrpSpPr>
        <p:grpSpPr>
          <a:xfrm>
            <a:off x="1" y="-2"/>
            <a:ext cx="12191999" cy="6858000"/>
            <a:chOff x="1" y="-2"/>
            <a:chExt cx="12191999" cy="6858000"/>
          </a:xfrm>
        </p:grpSpPr>
        <p:pic>
          <p:nvPicPr>
            <p:cNvPr id="77" name="图片 76"/>
            <p:cNvPicPr>
              <a:picLocks noChangeAspect="1"/>
            </p:cNvPicPr>
            <p:nvPr/>
          </p:nvPicPr>
          <p:blipFill>
            <a:blip r:embed="rId1">
              <a:extLst>
                <a:ext uri="{BEBA8EAE-BF5A-486C-A8C5-ECC9F3942E4B}">
                  <a14:imgProps xmlns:a14="http://schemas.microsoft.com/office/drawing/2010/main">
                    <a14:imgLayer r:embed="rId2">
                      <a14:imgEffect>
                        <a14:brightnessContrast contrast="40000"/>
                      </a14:imgEffect>
                      <a14:imgEffect>
                        <a14:saturation sat="400000"/>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1" y="-2"/>
              <a:ext cx="12191999" cy="6858000"/>
            </a:xfrm>
            <a:prstGeom prst="rect">
              <a:avLst/>
            </a:prstGeom>
          </p:spPr>
        </p:pic>
        <p:sp>
          <p:nvSpPr>
            <p:cNvPr id="78" name="矩形 77"/>
            <p:cNvSpPr/>
            <p:nvPr/>
          </p:nvSpPr>
          <p:spPr>
            <a:xfrm>
              <a:off x="250371" y="267786"/>
              <a:ext cx="11691258" cy="632242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lumMod val="75000"/>
                    <a:lumOff val="25000"/>
                  </a:schemeClr>
                </a:solidFill>
                <a:latin typeface="思源黑体" panose="020B0500000000000000" pitchFamily="34" charset="-122"/>
                <a:ea typeface="思源黑体" panose="020B0500000000000000" pitchFamily="34" charset="-122"/>
              </a:endParaRPr>
            </a:p>
          </p:txBody>
        </p:sp>
      </p:grpSp>
      <p:grpSp>
        <p:nvGrpSpPr>
          <p:cNvPr id="6" name="组合 5"/>
          <p:cNvGrpSpPr/>
          <p:nvPr/>
        </p:nvGrpSpPr>
        <p:grpSpPr>
          <a:xfrm>
            <a:off x="942702" y="876582"/>
            <a:ext cx="2483440" cy="677108"/>
            <a:chOff x="250371" y="432445"/>
            <a:chExt cx="2483440" cy="677108"/>
          </a:xfrm>
        </p:grpSpPr>
        <p:sp>
          <p:nvSpPr>
            <p:cNvPr id="58" name="1"/>
            <p:cNvSpPr/>
            <p:nvPr/>
          </p:nvSpPr>
          <p:spPr>
            <a:xfrm flipV="1">
              <a:off x="250371" y="503428"/>
              <a:ext cx="144000" cy="527747"/>
            </a:xfrm>
            <a:prstGeom prst="rect">
              <a:avLst/>
            </a:prstGeom>
            <a:solidFill>
              <a:srgbClr val="587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panose="020B0500000000000000" pitchFamily="34" charset="-122"/>
                <a:ea typeface="思源黑体" panose="020B0500000000000000" pitchFamily="34" charset="-122"/>
              </a:endParaRPr>
            </a:p>
          </p:txBody>
        </p:sp>
        <p:sp>
          <p:nvSpPr>
            <p:cNvPr id="63" name="文本框 62"/>
            <p:cNvSpPr txBox="1"/>
            <p:nvPr/>
          </p:nvSpPr>
          <p:spPr>
            <a:xfrm>
              <a:off x="468735" y="432445"/>
              <a:ext cx="2265076" cy="523220"/>
            </a:xfrm>
            <a:prstGeom prst="rect">
              <a:avLst/>
            </a:prstGeom>
            <a:noFill/>
          </p:spPr>
          <p:txBody>
            <a:bodyPr wrap="square" rtlCol="0">
              <a:spAutoFit/>
            </a:bodyPr>
            <a:lstStyle/>
            <a:p>
              <a:r>
                <a:rPr lang="en-US" altLang="zh-CN" sz="2800" b="1" dirty="0">
                  <a:solidFill>
                    <a:srgbClr val="2E5596"/>
                  </a:solidFill>
                  <a:latin typeface="思源黑体" panose="020B0500000000000000" pitchFamily="34" charset="-122"/>
                  <a:ea typeface="思源黑体" panose="020B0500000000000000" pitchFamily="34" charset="-122"/>
                </a:rPr>
                <a:t>03/</a:t>
              </a:r>
              <a:r>
                <a:rPr lang="zh-CN" altLang="en-US" sz="2800" b="1" dirty="0">
                  <a:solidFill>
                    <a:srgbClr val="2E5596"/>
                  </a:solidFill>
                  <a:latin typeface="思源黑体" panose="020B0500000000000000" pitchFamily="34" charset="-122"/>
                  <a:ea typeface="思源黑体" panose="020B0500000000000000" pitchFamily="34" charset="-122"/>
                </a:rPr>
                <a:t>项目展示</a:t>
              </a:r>
              <a:endParaRPr lang="zh-CN" altLang="en-US" sz="2800" b="1" dirty="0">
                <a:solidFill>
                  <a:srgbClr val="2E5596"/>
                </a:solidFill>
                <a:latin typeface="思源黑体" panose="020B0500000000000000" pitchFamily="34" charset="-122"/>
                <a:ea typeface="思源黑体" panose="020B0500000000000000" pitchFamily="34" charset="-122"/>
              </a:endParaRPr>
            </a:p>
          </p:txBody>
        </p:sp>
        <p:sp>
          <p:nvSpPr>
            <p:cNvPr id="64" name="文本框 63"/>
            <p:cNvSpPr txBox="1"/>
            <p:nvPr/>
          </p:nvSpPr>
          <p:spPr>
            <a:xfrm>
              <a:off x="468735" y="801776"/>
              <a:ext cx="2265076" cy="307777"/>
            </a:xfrm>
            <a:prstGeom prst="rect">
              <a:avLst/>
            </a:prstGeom>
            <a:noFill/>
          </p:spPr>
          <p:txBody>
            <a:bodyPr wrap="square" rtlCol="0">
              <a:spAutoFit/>
            </a:bodyPr>
            <a:lstStyle/>
            <a:p>
              <a:r>
                <a:rPr lang="en-US" altLang="zh-CN" sz="1400" dirty="0">
                  <a:solidFill>
                    <a:schemeClr val="tx1">
                      <a:lumMod val="65000"/>
                      <a:lumOff val="35000"/>
                    </a:schemeClr>
                  </a:solidFill>
                  <a:latin typeface="思源黑体" panose="020B0500000000000000" pitchFamily="34" charset="-122"/>
                  <a:ea typeface="思源黑体" panose="020B0500000000000000" pitchFamily="34" charset="-122"/>
                </a:rPr>
                <a:t>Mid year work summary</a:t>
              </a:r>
              <a:endParaRPr lang="en-US" altLang="zh-CN" sz="1400" dirty="0">
                <a:solidFill>
                  <a:schemeClr val="tx1">
                    <a:lumMod val="65000"/>
                    <a:lumOff val="35000"/>
                  </a:schemeClr>
                </a:solidFill>
                <a:latin typeface="思源黑体" panose="020B0500000000000000" pitchFamily="34" charset="-122"/>
                <a:ea typeface="思源黑体" panose="020B0500000000000000" pitchFamily="34" charset="-122"/>
              </a:endParaRPr>
            </a:p>
          </p:txBody>
        </p:sp>
      </p:grpSp>
      <p:sp>
        <p:nvSpPr>
          <p:cNvPr id="28" name="TextBox 6"/>
          <p:cNvSpPr txBox="1"/>
          <p:nvPr/>
        </p:nvSpPr>
        <p:spPr>
          <a:xfrm>
            <a:off x="1742003" y="5084666"/>
            <a:ext cx="8704774" cy="696922"/>
          </a:xfrm>
          <a:prstGeom prst="rect">
            <a:avLst/>
          </a:prstGeom>
          <a:noFill/>
        </p:spPr>
        <p:txBody>
          <a:bodyPr wrap="square" lIns="0" tIns="0" rIns="0" bIns="0" rtlCol="0">
            <a:spAutoFit/>
          </a:bodyPr>
          <a:lstStyle/>
          <a:p>
            <a:pPr algn="ctr">
              <a:lnSpc>
                <a:spcPct val="130000"/>
              </a:lnSpc>
            </a:pPr>
            <a:r>
              <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思源黑体" panose="020B0500000000000000" pitchFamily="34" charset="-122"/>
              </a:rPr>
              <a:t>请在此处添加具体内容，文字尽量言简意赅，简单说明即可，不必过于繁琐。</a:t>
            </a:r>
            <a:r>
              <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sym typeface="FZHei-B01S" panose="02010601030101010101" pitchFamily="2" charset="-122"/>
              </a:rPr>
              <a:t>请在此处添加具体内容，文字尽量言简意赅，简单说明即可，不必过于繁琐。请在此处添加具体内容，文字尽量言简意赅，简单说明即可，不必过于繁琐。请在此处添加具体内容，文字尽量言简意赅，简单说明即可，不必过于繁琐。请在此处添加具体内容，文字尽量言简意赅，简单说明即可，不必过于繁琐。</a:t>
            </a:r>
            <a:endPar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grpSp>
        <p:nvGrpSpPr>
          <p:cNvPr id="30" name="组合 29"/>
          <p:cNvGrpSpPr/>
          <p:nvPr/>
        </p:nvGrpSpPr>
        <p:grpSpPr>
          <a:xfrm>
            <a:off x="1495564" y="1770816"/>
            <a:ext cx="1792053" cy="1218920"/>
            <a:chOff x="1533958" y="2724679"/>
            <a:chExt cx="1792053" cy="1218920"/>
          </a:xfrm>
          <a:solidFill>
            <a:srgbClr val="587DB8"/>
          </a:solidFill>
          <a:effectLst>
            <a:outerShdw blurRad="254000" dist="63500" dir="2700000" algn="tl" rotWithShape="0">
              <a:prstClr val="black">
                <a:alpha val="30000"/>
              </a:prstClr>
            </a:outerShdw>
          </a:effectLst>
        </p:grpSpPr>
        <p:sp>
          <p:nvSpPr>
            <p:cNvPr id="31" name="Freeform 5"/>
            <p:cNvSpPr>
              <a:spLocks noChangeAspect="1"/>
            </p:cNvSpPr>
            <p:nvPr/>
          </p:nvSpPr>
          <p:spPr bwMode="auto">
            <a:xfrm>
              <a:off x="1533958" y="2724679"/>
              <a:ext cx="1792053" cy="1218920"/>
            </a:xfrm>
            <a:custGeom>
              <a:avLst/>
              <a:gdLst>
                <a:gd name="T0" fmla="*/ 368 w 7852"/>
                <a:gd name="T1" fmla="*/ 0 h 5322"/>
                <a:gd name="T2" fmla="*/ 7496 w 7852"/>
                <a:gd name="T3" fmla="*/ 0 h 5322"/>
                <a:gd name="T4" fmla="*/ 7497 w 7852"/>
                <a:gd name="T5" fmla="*/ 0 h 5322"/>
                <a:gd name="T6" fmla="*/ 7497 w 7852"/>
                <a:gd name="T7" fmla="*/ 0 h 5322"/>
                <a:gd name="T8" fmla="*/ 7852 w 7852"/>
                <a:gd name="T9" fmla="*/ 357 h 5322"/>
                <a:gd name="T10" fmla="*/ 7852 w 7852"/>
                <a:gd name="T11" fmla="*/ 363 h 5322"/>
                <a:gd name="T12" fmla="*/ 7852 w 7852"/>
                <a:gd name="T13" fmla="*/ 363 h 5322"/>
                <a:gd name="T14" fmla="*/ 7852 w 7852"/>
                <a:gd name="T15" fmla="*/ 3116 h 5322"/>
                <a:gd name="T16" fmla="*/ 7852 w 7852"/>
                <a:gd name="T17" fmla="*/ 3120 h 5322"/>
                <a:gd name="T18" fmla="*/ 7852 w 7852"/>
                <a:gd name="T19" fmla="*/ 3120 h 5322"/>
                <a:gd name="T20" fmla="*/ 7482 w 7852"/>
                <a:gd name="T21" fmla="*/ 3676 h 5322"/>
                <a:gd name="T22" fmla="*/ 4025 w 7852"/>
                <a:gd name="T23" fmla="*/ 5297 h 5322"/>
                <a:gd name="T24" fmla="*/ 4024 w 7852"/>
                <a:gd name="T25" fmla="*/ 5298 h 5322"/>
                <a:gd name="T26" fmla="*/ 3926 w 7852"/>
                <a:gd name="T27" fmla="*/ 5322 h 5322"/>
                <a:gd name="T28" fmla="*/ 3833 w 7852"/>
                <a:gd name="T29" fmla="*/ 5300 h 5322"/>
                <a:gd name="T30" fmla="*/ 378 w 7852"/>
                <a:gd name="T31" fmla="*/ 3680 h 5322"/>
                <a:gd name="T32" fmla="*/ 0 w 7852"/>
                <a:gd name="T33" fmla="*/ 3116 h 5322"/>
                <a:gd name="T34" fmla="*/ 0 w 7852"/>
                <a:gd name="T35" fmla="*/ 3099 h 5322"/>
                <a:gd name="T36" fmla="*/ 0 w 7852"/>
                <a:gd name="T37" fmla="*/ 3099 h 5322"/>
                <a:gd name="T38" fmla="*/ 0 w 7852"/>
                <a:gd name="T39" fmla="*/ 362 h 5322"/>
                <a:gd name="T40" fmla="*/ 0 w 7852"/>
                <a:gd name="T41" fmla="*/ 362 h 5322"/>
                <a:gd name="T42" fmla="*/ 0 w 7852"/>
                <a:gd name="T43" fmla="*/ 357 h 5322"/>
                <a:gd name="T44" fmla="*/ 357 w 7852"/>
                <a:gd name="T45" fmla="*/ 0 h 5322"/>
                <a:gd name="T46" fmla="*/ 368 w 7852"/>
                <a:gd name="T47" fmla="*/ 0 h 53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852" h="5322">
                  <a:moveTo>
                    <a:pt x="368" y="0"/>
                  </a:moveTo>
                  <a:lnTo>
                    <a:pt x="7496" y="0"/>
                  </a:lnTo>
                  <a:lnTo>
                    <a:pt x="7497" y="0"/>
                  </a:lnTo>
                  <a:lnTo>
                    <a:pt x="7497" y="0"/>
                  </a:lnTo>
                  <a:cubicBezTo>
                    <a:pt x="7693" y="1"/>
                    <a:pt x="7852" y="160"/>
                    <a:pt x="7852" y="357"/>
                  </a:cubicBezTo>
                  <a:lnTo>
                    <a:pt x="7852" y="363"/>
                  </a:lnTo>
                  <a:lnTo>
                    <a:pt x="7852" y="363"/>
                  </a:lnTo>
                  <a:lnTo>
                    <a:pt x="7852" y="3116"/>
                  </a:lnTo>
                  <a:lnTo>
                    <a:pt x="7852" y="3120"/>
                  </a:lnTo>
                  <a:lnTo>
                    <a:pt x="7852" y="3120"/>
                  </a:lnTo>
                  <a:cubicBezTo>
                    <a:pt x="7851" y="3370"/>
                    <a:pt x="7699" y="3584"/>
                    <a:pt x="7482" y="3676"/>
                  </a:cubicBezTo>
                  <a:lnTo>
                    <a:pt x="4025" y="5297"/>
                  </a:lnTo>
                  <a:lnTo>
                    <a:pt x="4024" y="5298"/>
                  </a:lnTo>
                  <a:cubicBezTo>
                    <a:pt x="3995" y="5313"/>
                    <a:pt x="3962" y="5322"/>
                    <a:pt x="3926" y="5322"/>
                  </a:cubicBezTo>
                  <a:cubicBezTo>
                    <a:pt x="3893" y="5322"/>
                    <a:pt x="3861" y="5314"/>
                    <a:pt x="3833" y="5300"/>
                  </a:cubicBezTo>
                  <a:lnTo>
                    <a:pt x="378" y="3680"/>
                  </a:lnTo>
                  <a:cubicBezTo>
                    <a:pt x="156" y="3588"/>
                    <a:pt x="0" y="3370"/>
                    <a:pt x="0" y="3116"/>
                  </a:cubicBezTo>
                  <a:cubicBezTo>
                    <a:pt x="0" y="3110"/>
                    <a:pt x="0" y="3105"/>
                    <a:pt x="0" y="3099"/>
                  </a:cubicBezTo>
                  <a:lnTo>
                    <a:pt x="0" y="3099"/>
                  </a:lnTo>
                  <a:lnTo>
                    <a:pt x="0" y="362"/>
                  </a:lnTo>
                  <a:lnTo>
                    <a:pt x="0" y="362"/>
                  </a:lnTo>
                  <a:lnTo>
                    <a:pt x="0" y="357"/>
                  </a:lnTo>
                  <a:cubicBezTo>
                    <a:pt x="0" y="160"/>
                    <a:pt x="160" y="0"/>
                    <a:pt x="357" y="0"/>
                  </a:cubicBezTo>
                  <a:cubicBezTo>
                    <a:pt x="360" y="0"/>
                    <a:pt x="364" y="0"/>
                    <a:pt x="368" y="0"/>
                  </a:cubicBezTo>
                  <a:close/>
                </a:path>
              </a:pathLst>
            </a:custGeom>
            <a:grpFill/>
            <a:ln>
              <a:noFill/>
            </a:ln>
          </p:spPr>
          <p:txBody>
            <a:bodyPr vert="horz" wrap="square" lIns="91440" tIns="45720" rIns="91440" bIns="45720" numCol="1" anchor="t" anchorCtr="0" compatLnSpc="1"/>
            <a:lstStyle/>
            <a:p>
              <a:pPr>
                <a:lnSpc>
                  <a:spcPct val="130000"/>
                </a:lnSpc>
              </a:pPr>
              <a:endParaRPr lang="zh-CN" altLang="en-US" b="1" dirty="0">
                <a:solidFill>
                  <a:schemeClr val="bg1"/>
                </a:solidFill>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sp>
          <p:nvSpPr>
            <p:cNvPr id="33" name="TextBox 11"/>
            <p:cNvSpPr txBox="1"/>
            <p:nvPr/>
          </p:nvSpPr>
          <p:spPr>
            <a:xfrm>
              <a:off x="1873541" y="2939449"/>
              <a:ext cx="1107996" cy="417487"/>
            </a:xfrm>
            <a:prstGeom prst="rect">
              <a:avLst/>
            </a:prstGeom>
            <a:grpFill/>
          </p:spPr>
          <p:txBody>
            <a:bodyPr wrap="none" rtlCol="0">
              <a:spAutoFit/>
            </a:bodyPr>
            <a:lstStyle/>
            <a:p>
              <a:pPr algn="ctr">
                <a:lnSpc>
                  <a:spcPct val="130000"/>
                </a:lnSpc>
              </a:pPr>
              <a:r>
                <a:rPr lang="zh-CN" altLang="en-US" b="1" dirty="0">
                  <a:solidFill>
                    <a:schemeClr val="bg1"/>
                  </a:solidFill>
                  <a:latin typeface="思源黑体" panose="020B0500000000000000" pitchFamily="34" charset="-122"/>
                  <a:ea typeface="思源黑体" panose="020B0500000000000000" pitchFamily="34" charset="-122"/>
                  <a:cs typeface="+mn-ea"/>
                  <a:sym typeface="思源黑体" panose="020B0500000000000000" pitchFamily="34" charset="-122"/>
                </a:rPr>
                <a:t>项目展示</a:t>
              </a:r>
              <a:endParaRPr lang="zh-CN" altLang="en-US" b="1" dirty="0">
                <a:solidFill>
                  <a:schemeClr val="bg1"/>
                </a:solidFill>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grpSp>
      <p:grpSp>
        <p:nvGrpSpPr>
          <p:cNvPr id="34" name="组合 33"/>
          <p:cNvGrpSpPr/>
          <p:nvPr/>
        </p:nvGrpSpPr>
        <p:grpSpPr>
          <a:xfrm>
            <a:off x="1088259" y="3202471"/>
            <a:ext cx="2601772" cy="1216883"/>
            <a:chOff x="1126654" y="4156333"/>
            <a:chExt cx="2601772" cy="1216883"/>
          </a:xfrm>
        </p:grpSpPr>
        <p:sp>
          <p:nvSpPr>
            <p:cNvPr id="35" name="圆角矩形 13"/>
            <p:cNvSpPr/>
            <p:nvPr/>
          </p:nvSpPr>
          <p:spPr>
            <a:xfrm>
              <a:off x="1126654" y="4156333"/>
              <a:ext cx="2601772" cy="1216883"/>
            </a:xfrm>
            <a:prstGeom prst="roundRect">
              <a:avLst>
                <a:gd name="adj" fmla="val 50000"/>
              </a:avLst>
            </a:prstGeom>
            <a:noFill/>
            <a:ln w="12700">
              <a:solidFill>
                <a:schemeClr val="bg1">
                  <a:lumMod val="85000"/>
                </a:schemeClr>
              </a:solid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sp>
          <p:nvSpPr>
            <p:cNvPr id="36" name="TextBox 14"/>
            <p:cNvSpPr txBox="1"/>
            <p:nvPr/>
          </p:nvSpPr>
          <p:spPr>
            <a:xfrm>
              <a:off x="1427955" y="4492714"/>
              <a:ext cx="1898056" cy="789255"/>
            </a:xfrm>
            <a:prstGeom prst="rect">
              <a:avLst/>
            </a:prstGeom>
            <a:noFill/>
          </p:spPr>
          <p:txBody>
            <a:bodyPr wrap="square" rtlCol="0">
              <a:spAutoFit/>
            </a:bodyPr>
            <a:lstStyle/>
            <a:p>
              <a:pPr algn="just">
                <a:lnSpc>
                  <a:spcPct val="130000"/>
                </a:lnSpc>
              </a:pPr>
              <a:r>
                <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思源黑体" panose="020B0500000000000000" pitchFamily="34" charset="-122"/>
                </a:rPr>
                <a:t>点击输入简要文字内容，文字内容需概括精炼，不用多余的文字修饰。</a:t>
              </a:r>
              <a:endParaRPr lang="en-US" altLang="zh-CN" sz="12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grpSp>
      <p:grpSp>
        <p:nvGrpSpPr>
          <p:cNvPr id="37" name="组合 36"/>
          <p:cNvGrpSpPr/>
          <p:nvPr/>
        </p:nvGrpSpPr>
        <p:grpSpPr>
          <a:xfrm>
            <a:off x="3550998" y="3202471"/>
            <a:ext cx="2601772" cy="1216883"/>
            <a:chOff x="3589393" y="4156333"/>
            <a:chExt cx="2601772" cy="1216883"/>
          </a:xfrm>
        </p:grpSpPr>
        <p:sp>
          <p:nvSpPr>
            <p:cNvPr id="38" name="圆角矩形 16"/>
            <p:cNvSpPr/>
            <p:nvPr/>
          </p:nvSpPr>
          <p:spPr>
            <a:xfrm>
              <a:off x="3589393" y="4156333"/>
              <a:ext cx="2601772" cy="1216883"/>
            </a:xfrm>
            <a:prstGeom prst="roundRect">
              <a:avLst>
                <a:gd name="adj" fmla="val 50000"/>
              </a:avLst>
            </a:prstGeom>
            <a:noFill/>
            <a:ln w="12700">
              <a:solidFill>
                <a:schemeClr val="bg1">
                  <a:lumMod val="85000"/>
                </a:schemeClr>
              </a:solid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sp>
          <p:nvSpPr>
            <p:cNvPr id="39" name="TextBox 17"/>
            <p:cNvSpPr txBox="1"/>
            <p:nvPr/>
          </p:nvSpPr>
          <p:spPr>
            <a:xfrm>
              <a:off x="3941250" y="4492714"/>
              <a:ext cx="1898056" cy="789255"/>
            </a:xfrm>
            <a:prstGeom prst="rect">
              <a:avLst/>
            </a:prstGeom>
            <a:noFill/>
          </p:spPr>
          <p:txBody>
            <a:bodyPr wrap="square" rtlCol="0">
              <a:spAutoFit/>
            </a:bodyPr>
            <a:lstStyle/>
            <a:p>
              <a:pPr algn="just">
                <a:lnSpc>
                  <a:spcPct val="130000"/>
                </a:lnSpc>
              </a:pPr>
              <a:r>
                <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思源黑体" panose="020B0500000000000000" pitchFamily="34" charset="-122"/>
                </a:rPr>
                <a:t>点击输入简要文字内容，文字内容需概括精炼，不用多余的文字修饰。</a:t>
              </a:r>
              <a:endParaRPr lang="en-US" altLang="zh-CN" sz="12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grpSp>
      <p:grpSp>
        <p:nvGrpSpPr>
          <p:cNvPr id="40" name="组合 39"/>
          <p:cNvGrpSpPr/>
          <p:nvPr/>
        </p:nvGrpSpPr>
        <p:grpSpPr>
          <a:xfrm>
            <a:off x="6013738" y="3202471"/>
            <a:ext cx="2601772" cy="1216883"/>
            <a:chOff x="6052133" y="4156333"/>
            <a:chExt cx="2601772" cy="1216883"/>
          </a:xfrm>
        </p:grpSpPr>
        <p:sp>
          <p:nvSpPr>
            <p:cNvPr id="41" name="圆角矩形 19"/>
            <p:cNvSpPr/>
            <p:nvPr/>
          </p:nvSpPr>
          <p:spPr>
            <a:xfrm>
              <a:off x="6052133" y="4156333"/>
              <a:ext cx="2601772" cy="1216883"/>
            </a:xfrm>
            <a:prstGeom prst="roundRect">
              <a:avLst>
                <a:gd name="adj" fmla="val 50000"/>
              </a:avLst>
            </a:prstGeom>
            <a:noFill/>
            <a:ln w="12700">
              <a:solidFill>
                <a:schemeClr val="bg1">
                  <a:lumMod val="85000"/>
                </a:schemeClr>
              </a:solid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sp>
          <p:nvSpPr>
            <p:cNvPr id="42" name="TextBox 20"/>
            <p:cNvSpPr txBox="1"/>
            <p:nvPr/>
          </p:nvSpPr>
          <p:spPr>
            <a:xfrm>
              <a:off x="6403991" y="4492714"/>
              <a:ext cx="1898056" cy="789255"/>
            </a:xfrm>
            <a:prstGeom prst="rect">
              <a:avLst/>
            </a:prstGeom>
            <a:noFill/>
          </p:spPr>
          <p:txBody>
            <a:bodyPr wrap="square" rtlCol="0">
              <a:spAutoFit/>
            </a:bodyPr>
            <a:lstStyle/>
            <a:p>
              <a:pPr algn="just">
                <a:lnSpc>
                  <a:spcPct val="130000"/>
                </a:lnSpc>
              </a:pPr>
              <a:r>
                <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思源黑体" panose="020B0500000000000000" pitchFamily="34" charset="-122"/>
                </a:rPr>
                <a:t>点击输入简要文字内容，文字内容需概括精炼，不用多余的文字修饰。</a:t>
              </a:r>
              <a:endParaRPr lang="en-US" altLang="zh-CN" sz="12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grpSp>
      <p:grpSp>
        <p:nvGrpSpPr>
          <p:cNvPr id="43" name="组合 42"/>
          <p:cNvGrpSpPr/>
          <p:nvPr/>
        </p:nvGrpSpPr>
        <p:grpSpPr>
          <a:xfrm>
            <a:off x="8476477" y="3202471"/>
            <a:ext cx="2601772" cy="1216883"/>
            <a:chOff x="8514872" y="4156333"/>
            <a:chExt cx="2601772" cy="1216883"/>
          </a:xfrm>
        </p:grpSpPr>
        <p:sp>
          <p:nvSpPr>
            <p:cNvPr id="44" name="圆角矩形 22"/>
            <p:cNvSpPr/>
            <p:nvPr/>
          </p:nvSpPr>
          <p:spPr>
            <a:xfrm>
              <a:off x="8514872" y="4156333"/>
              <a:ext cx="2601772" cy="1216883"/>
            </a:xfrm>
            <a:prstGeom prst="roundRect">
              <a:avLst>
                <a:gd name="adj" fmla="val 50000"/>
              </a:avLst>
            </a:prstGeom>
            <a:noFill/>
            <a:ln w="12700">
              <a:solidFill>
                <a:schemeClr val="bg1">
                  <a:lumMod val="85000"/>
                </a:schemeClr>
              </a:solid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sp>
          <p:nvSpPr>
            <p:cNvPr id="45" name="TextBox 23"/>
            <p:cNvSpPr txBox="1"/>
            <p:nvPr/>
          </p:nvSpPr>
          <p:spPr>
            <a:xfrm>
              <a:off x="8866730" y="4492714"/>
              <a:ext cx="1898056" cy="789255"/>
            </a:xfrm>
            <a:prstGeom prst="rect">
              <a:avLst/>
            </a:prstGeom>
            <a:noFill/>
          </p:spPr>
          <p:txBody>
            <a:bodyPr wrap="square" rtlCol="0">
              <a:spAutoFit/>
            </a:bodyPr>
            <a:lstStyle/>
            <a:p>
              <a:pPr algn="just">
                <a:lnSpc>
                  <a:spcPct val="130000"/>
                </a:lnSpc>
              </a:pPr>
              <a:r>
                <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思源黑体" panose="020B0500000000000000" pitchFamily="34" charset="-122"/>
                </a:rPr>
                <a:t>点击输入简要文字内容，文字内容需概括精炼，不用多余的文字修饰。</a:t>
              </a:r>
              <a:endParaRPr lang="en-US" altLang="zh-CN" sz="12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grpSp>
      <p:grpSp>
        <p:nvGrpSpPr>
          <p:cNvPr id="55" name="组合 54"/>
          <p:cNvGrpSpPr/>
          <p:nvPr/>
        </p:nvGrpSpPr>
        <p:grpSpPr>
          <a:xfrm>
            <a:off x="3958304" y="1770816"/>
            <a:ext cx="1792053" cy="1218920"/>
            <a:chOff x="3996698" y="2724679"/>
            <a:chExt cx="1792053" cy="1218920"/>
          </a:xfrm>
          <a:solidFill>
            <a:srgbClr val="2E5596"/>
          </a:solidFill>
          <a:effectLst>
            <a:outerShdw blurRad="254000" dist="63500" dir="2700000" algn="tl" rotWithShape="0">
              <a:prstClr val="black">
                <a:alpha val="30000"/>
              </a:prstClr>
            </a:outerShdw>
          </a:effectLst>
        </p:grpSpPr>
        <p:sp>
          <p:nvSpPr>
            <p:cNvPr id="57" name="Freeform 5"/>
            <p:cNvSpPr>
              <a:spLocks noChangeAspect="1"/>
            </p:cNvSpPr>
            <p:nvPr/>
          </p:nvSpPr>
          <p:spPr bwMode="auto">
            <a:xfrm>
              <a:off x="3996698" y="2724679"/>
              <a:ext cx="1792053" cy="1218920"/>
            </a:xfrm>
            <a:custGeom>
              <a:avLst/>
              <a:gdLst>
                <a:gd name="T0" fmla="*/ 368 w 7852"/>
                <a:gd name="T1" fmla="*/ 0 h 5322"/>
                <a:gd name="T2" fmla="*/ 7496 w 7852"/>
                <a:gd name="T3" fmla="*/ 0 h 5322"/>
                <a:gd name="T4" fmla="*/ 7497 w 7852"/>
                <a:gd name="T5" fmla="*/ 0 h 5322"/>
                <a:gd name="T6" fmla="*/ 7497 w 7852"/>
                <a:gd name="T7" fmla="*/ 0 h 5322"/>
                <a:gd name="T8" fmla="*/ 7852 w 7852"/>
                <a:gd name="T9" fmla="*/ 357 h 5322"/>
                <a:gd name="T10" fmla="*/ 7852 w 7852"/>
                <a:gd name="T11" fmla="*/ 363 h 5322"/>
                <a:gd name="T12" fmla="*/ 7852 w 7852"/>
                <a:gd name="T13" fmla="*/ 363 h 5322"/>
                <a:gd name="T14" fmla="*/ 7852 w 7852"/>
                <a:gd name="T15" fmla="*/ 3116 h 5322"/>
                <a:gd name="T16" fmla="*/ 7852 w 7852"/>
                <a:gd name="T17" fmla="*/ 3120 h 5322"/>
                <a:gd name="T18" fmla="*/ 7852 w 7852"/>
                <a:gd name="T19" fmla="*/ 3120 h 5322"/>
                <a:gd name="T20" fmla="*/ 7482 w 7852"/>
                <a:gd name="T21" fmla="*/ 3676 h 5322"/>
                <a:gd name="T22" fmla="*/ 4025 w 7852"/>
                <a:gd name="T23" fmla="*/ 5297 h 5322"/>
                <a:gd name="T24" fmla="*/ 4024 w 7852"/>
                <a:gd name="T25" fmla="*/ 5298 h 5322"/>
                <a:gd name="T26" fmla="*/ 3926 w 7852"/>
                <a:gd name="T27" fmla="*/ 5322 h 5322"/>
                <a:gd name="T28" fmla="*/ 3833 w 7852"/>
                <a:gd name="T29" fmla="*/ 5300 h 5322"/>
                <a:gd name="T30" fmla="*/ 378 w 7852"/>
                <a:gd name="T31" fmla="*/ 3680 h 5322"/>
                <a:gd name="T32" fmla="*/ 0 w 7852"/>
                <a:gd name="T33" fmla="*/ 3116 h 5322"/>
                <a:gd name="T34" fmla="*/ 0 w 7852"/>
                <a:gd name="T35" fmla="*/ 3099 h 5322"/>
                <a:gd name="T36" fmla="*/ 0 w 7852"/>
                <a:gd name="T37" fmla="*/ 3099 h 5322"/>
                <a:gd name="T38" fmla="*/ 0 w 7852"/>
                <a:gd name="T39" fmla="*/ 362 h 5322"/>
                <a:gd name="T40" fmla="*/ 0 w 7852"/>
                <a:gd name="T41" fmla="*/ 362 h 5322"/>
                <a:gd name="T42" fmla="*/ 0 w 7852"/>
                <a:gd name="T43" fmla="*/ 357 h 5322"/>
                <a:gd name="T44" fmla="*/ 357 w 7852"/>
                <a:gd name="T45" fmla="*/ 0 h 5322"/>
                <a:gd name="T46" fmla="*/ 368 w 7852"/>
                <a:gd name="T47" fmla="*/ 0 h 53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852" h="5322">
                  <a:moveTo>
                    <a:pt x="368" y="0"/>
                  </a:moveTo>
                  <a:lnTo>
                    <a:pt x="7496" y="0"/>
                  </a:lnTo>
                  <a:lnTo>
                    <a:pt x="7497" y="0"/>
                  </a:lnTo>
                  <a:lnTo>
                    <a:pt x="7497" y="0"/>
                  </a:lnTo>
                  <a:cubicBezTo>
                    <a:pt x="7693" y="1"/>
                    <a:pt x="7852" y="160"/>
                    <a:pt x="7852" y="357"/>
                  </a:cubicBezTo>
                  <a:lnTo>
                    <a:pt x="7852" y="363"/>
                  </a:lnTo>
                  <a:lnTo>
                    <a:pt x="7852" y="363"/>
                  </a:lnTo>
                  <a:lnTo>
                    <a:pt x="7852" y="3116"/>
                  </a:lnTo>
                  <a:lnTo>
                    <a:pt x="7852" y="3120"/>
                  </a:lnTo>
                  <a:lnTo>
                    <a:pt x="7852" y="3120"/>
                  </a:lnTo>
                  <a:cubicBezTo>
                    <a:pt x="7851" y="3370"/>
                    <a:pt x="7699" y="3584"/>
                    <a:pt x="7482" y="3676"/>
                  </a:cubicBezTo>
                  <a:lnTo>
                    <a:pt x="4025" y="5297"/>
                  </a:lnTo>
                  <a:lnTo>
                    <a:pt x="4024" y="5298"/>
                  </a:lnTo>
                  <a:cubicBezTo>
                    <a:pt x="3995" y="5313"/>
                    <a:pt x="3962" y="5322"/>
                    <a:pt x="3926" y="5322"/>
                  </a:cubicBezTo>
                  <a:cubicBezTo>
                    <a:pt x="3893" y="5322"/>
                    <a:pt x="3861" y="5314"/>
                    <a:pt x="3833" y="5300"/>
                  </a:cubicBezTo>
                  <a:lnTo>
                    <a:pt x="378" y="3680"/>
                  </a:lnTo>
                  <a:cubicBezTo>
                    <a:pt x="156" y="3588"/>
                    <a:pt x="0" y="3370"/>
                    <a:pt x="0" y="3116"/>
                  </a:cubicBezTo>
                  <a:cubicBezTo>
                    <a:pt x="0" y="3110"/>
                    <a:pt x="0" y="3105"/>
                    <a:pt x="0" y="3099"/>
                  </a:cubicBezTo>
                  <a:lnTo>
                    <a:pt x="0" y="3099"/>
                  </a:lnTo>
                  <a:lnTo>
                    <a:pt x="0" y="362"/>
                  </a:lnTo>
                  <a:lnTo>
                    <a:pt x="0" y="362"/>
                  </a:lnTo>
                  <a:lnTo>
                    <a:pt x="0" y="357"/>
                  </a:lnTo>
                  <a:cubicBezTo>
                    <a:pt x="0" y="160"/>
                    <a:pt x="160" y="0"/>
                    <a:pt x="357" y="0"/>
                  </a:cubicBezTo>
                  <a:cubicBezTo>
                    <a:pt x="360" y="0"/>
                    <a:pt x="364" y="0"/>
                    <a:pt x="368" y="0"/>
                  </a:cubicBezTo>
                  <a:close/>
                </a:path>
              </a:pathLst>
            </a:custGeom>
            <a:grpFill/>
            <a:ln>
              <a:noFill/>
            </a:ln>
          </p:spPr>
          <p:txBody>
            <a:bodyPr vert="horz" wrap="square" lIns="91440" tIns="45720" rIns="91440" bIns="45720" numCol="1" anchor="t" anchorCtr="0" compatLnSpc="1"/>
            <a:lstStyle/>
            <a:p>
              <a:pPr>
                <a:lnSpc>
                  <a:spcPct val="130000"/>
                </a:lnSpc>
              </a:pPr>
              <a:endParaRPr lang="zh-CN" altLang="en-US" b="1" dirty="0">
                <a:solidFill>
                  <a:schemeClr val="bg1"/>
                </a:solidFill>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sp>
          <p:nvSpPr>
            <p:cNvPr id="59" name="TextBox 26"/>
            <p:cNvSpPr txBox="1"/>
            <p:nvPr/>
          </p:nvSpPr>
          <p:spPr>
            <a:xfrm>
              <a:off x="4336279" y="2939449"/>
              <a:ext cx="1107996" cy="417487"/>
            </a:xfrm>
            <a:prstGeom prst="rect">
              <a:avLst/>
            </a:prstGeom>
            <a:grpFill/>
          </p:spPr>
          <p:txBody>
            <a:bodyPr wrap="none" rtlCol="0">
              <a:spAutoFit/>
            </a:bodyPr>
            <a:lstStyle/>
            <a:p>
              <a:pPr algn="ctr">
                <a:lnSpc>
                  <a:spcPct val="130000"/>
                </a:lnSpc>
              </a:pPr>
              <a:r>
                <a:rPr lang="zh-CN" altLang="en-US" b="1" dirty="0">
                  <a:solidFill>
                    <a:schemeClr val="bg1"/>
                  </a:solidFill>
                  <a:latin typeface="思源黑体" panose="020B0500000000000000" pitchFamily="34" charset="-122"/>
                  <a:ea typeface="思源黑体" panose="020B0500000000000000" pitchFamily="34" charset="-122"/>
                  <a:cs typeface="+mn-ea"/>
                  <a:sym typeface="思源黑体" panose="020B0500000000000000" pitchFamily="34" charset="-122"/>
                </a:rPr>
                <a:t>项目展示</a:t>
              </a:r>
              <a:endParaRPr lang="zh-CN" altLang="en-US" b="1" dirty="0">
                <a:solidFill>
                  <a:schemeClr val="bg1"/>
                </a:solidFill>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grpSp>
      <p:grpSp>
        <p:nvGrpSpPr>
          <p:cNvPr id="60" name="组合 59"/>
          <p:cNvGrpSpPr/>
          <p:nvPr/>
        </p:nvGrpSpPr>
        <p:grpSpPr>
          <a:xfrm>
            <a:off x="6416153" y="1770816"/>
            <a:ext cx="1792053" cy="1218920"/>
            <a:chOff x="6454547" y="2724679"/>
            <a:chExt cx="1792053" cy="1218920"/>
          </a:xfrm>
          <a:solidFill>
            <a:srgbClr val="587DB8"/>
          </a:solidFill>
          <a:effectLst>
            <a:outerShdw blurRad="254000" dist="63500" dir="2700000" algn="tl" rotWithShape="0">
              <a:prstClr val="black">
                <a:alpha val="30000"/>
              </a:prstClr>
            </a:outerShdw>
          </a:effectLst>
        </p:grpSpPr>
        <p:sp>
          <p:nvSpPr>
            <p:cNvPr id="61" name="Freeform 5"/>
            <p:cNvSpPr>
              <a:spLocks noChangeAspect="1"/>
            </p:cNvSpPr>
            <p:nvPr/>
          </p:nvSpPr>
          <p:spPr bwMode="auto">
            <a:xfrm>
              <a:off x="6454547" y="2724679"/>
              <a:ext cx="1792053" cy="1218920"/>
            </a:xfrm>
            <a:custGeom>
              <a:avLst/>
              <a:gdLst>
                <a:gd name="T0" fmla="*/ 368 w 7852"/>
                <a:gd name="T1" fmla="*/ 0 h 5322"/>
                <a:gd name="T2" fmla="*/ 7496 w 7852"/>
                <a:gd name="T3" fmla="*/ 0 h 5322"/>
                <a:gd name="T4" fmla="*/ 7497 w 7852"/>
                <a:gd name="T5" fmla="*/ 0 h 5322"/>
                <a:gd name="T6" fmla="*/ 7497 w 7852"/>
                <a:gd name="T7" fmla="*/ 0 h 5322"/>
                <a:gd name="T8" fmla="*/ 7852 w 7852"/>
                <a:gd name="T9" fmla="*/ 357 h 5322"/>
                <a:gd name="T10" fmla="*/ 7852 w 7852"/>
                <a:gd name="T11" fmla="*/ 363 h 5322"/>
                <a:gd name="T12" fmla="*/ 7852 w 7852"/>
                <a:gd name="T13" fmla="*/ 363 h 5322"/>
                <a:gd name="T14" fmla="*/ 7852 w 7852"/>
                <a:gd name="T15" fmla="*/ 3116 h 5322"/>
                <a:gd name="T16" fmla="*/ 7852 w 7852"/>
                <a:gd name="T17" fmla="*/ 3120 h 5322"/>
                <a:gd name="T18" fmla="*/ 7852 w 7852"/>
                <a:gd name="T19" fmla="*/ 3120 h 5322"/>
                <a:gd name="T20" fmla="*/ 7482 w 7852"/>
                <a:gd name="T21" fmla="*/ 3676 h 5322"/>
                <a:gd name="T22" fmla="*/ 4025 w 7852"/>
                <a:gd name="T23" fmla="*/ 5297 h 5322"/>
                <a:gd name="T24" fmla="*/ 4024 w 7852"/>
                <a:gd name="T25" fmla="*/ 5298 h 5322"/>
                <a:gd name="T26" fmla="*/ 3926 w 7852"/>
                <a:gd name="T27" fmla="*/ 5322 h 5322"/>
                <a:gd name="T28" fmla="*/ 3833 w 7852"/>
                <a:gd name="T29" fmla="*/ 5300 h 5322"/>
                <a:gd name="T30" fmla="*/ 378 w 7852"/>
                <a:gd name="T31" fmla="*/ 3680 h 5322"/>
                <a:gd name="T32" fmla="*/ 0 w 7852"/>
                <a:gd name="T33" fmla="*/ 3116 h 5322"/>
                <a:gd name="T34" fmla="*/ 0 w 7852"/>
                <a:gd name="T35" fmla="*/ 3099 h 5322"/>
                <a:gd name="T36" fmla="*/ 0 w 7852"/>
                <a:gd name="T37" fmla="*/ 3099 h 5322"/>
                <a:gd name="T38" fmla="*/ 0 w 7852"/>
                <a:gd name="T39" fmla="*/ 362 h 5322"/>
                <a:gd name="T40" fmla="*/ 0 w 7852"/>
                <a:gd name="T41" fmla="*/ 362 h 5322"/>
                <a:gd name="T42" fmla="*/ 0 w 7852"/>
                <a:gd name="T43" fmla="*/ 357 h 5322"/>
                <a:gd name="T44" fmla="*/ 357 w 7852"/>
                <a:gd name="T45" fmla="*/ 0 h 5322"/>
                <a:gd name="T46" fmla="*/ 368 w 7852"/>
                <a:gd name="T47" fmla="*/ 0 h 53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852" h="5322">
                  <a:moveTo>
                    <a:pt x="368" y="0"/>
                  </a:moveTo>
                  <a:lnTo>
                    <a:pt x="7496" y="0"/>
                  </a:lnTo>
                  <a:lnTo>
                    <a:pt x="7497" y="0"/>
                  </a:lnTo>
                  <a:lnTo>
                    <a:pt x="7497" y="0"/>
                  </a:lnTo>
                  <a:cubicBezTo>
                    <a:pt x="7693" y="1"/>
                    <a:pt x="7852" y="160"/>
                    <a:pt x="7852" y="357"/>
                  </a:cubicBezTo>
                  <a:lnTo>
                    <a:pt x="7852" y="363"/>
                  </a:lnTo>
                  <a:lnTo>
                    <a:pt x="7852" y="363"/>
                  </a:lnTo>
                  <a:lnTo>
                    <a:pt x="7852" y="3116"/>
                  </a:lnTo>
                  <a:lnTo>
                    <a:pt x="7852" y="3120"/>
                  </a:lnTo>
                  <a:lnTo>
                    <a:pt x="7852" y="3120"/>
                  </a:lnTo>
                  <a:cubicBezTo>
                    <a:pt x="7851" y="3370"/>
                    <a:pt x="7699" y="3584"/>
                    <a:pt x="7482" y="3676"/>
                  </a:cubicBezTo>
                  <a:lnTo>
                    <a:pt x="4025" y="5297"/>
                  </a:lnTo>
                  <a:lnTo>
                    <a:pt x="4024" y="5298"/>
                  </a:lnTo>
                  <a:cubicBezTo>
                    <a:pt x="3995" y="5313"/>
                    <a:pt x="3962" y="5322"/>
                    <a:pt x="3926" y="5322"/>
                  </a:cubicBezTo>
                  <a:cubicBezTo>
                    <a:pt x="3893" y="5322"/>
                    <a:pt x="3861" y="5314"/>
                    <a:pt x="3833" y="5300"/>
                  </a:cubicBezTo>
                  <a:lnTo>
                    <a:pt x="378" y="3680"/>
                  </a:lnTo>
                  <a:cubicBezTo>
                    <a:pt x="156" y="3588"/>
                    <a:pt x="0" y="3370"/>
                    <a:pt x="0" y="3116"/>
                  </a:cubicBezTo>
                  <a:cubicBezTo>
                    <a:pt x="0" y="3110"/>
                    <a:pt x="0" y="3105"/>
                    <a:pt x="0" y="3099"/>
                  </a:cubicBezTo>
                  <a:lnTo>
                    <a:pt x="0" y="3099"/>
                  </a:lnTo>
                  <a:lnTo>
                    <a:pt x="0" y="362"/>
                  </a:lnTo>
                  <a:lnTo>
                    <a:pt x="0" y="362"/>
                  </a:lnTo>
                  <a:lnTo>
                    <a:pt x="0" y="357"/>
                  </a:lnTo>
                  <a:cubicBezTo>
                    <a:pt x="0" y="160"/>
                    <a:pt x="160" y="0"/>
                    <a:pt x="357" y="0"/>
                  </a:cubicBezTo>
                  <a:cubicBezTo>
                    <a:pt x="360" y="0"/>
                    <a:pt x="364" y="0"/>
                    <a:pt x="368" y="0"/>
                  </a:cubicBezTo>
                  <a:close/>
                </a:path>
              </a:pathLst>
            </a:custGeom>
            <a:grpFill/>
            <a:ln>
              <a:noFill/>
            </a:ln>
          </p:spPr>
          <p:txBody>
            <a:bodyPr vert="horz" wrap="square" lIns="91440" tIns="45720" rIns="91440" bIns="45720" numCol="1" anchor="t" anchorCtr="0" compatLnSpc="1"/>
            <a:lstStyle/>
            <a:p>
              <a:pPr>
                <a:lnSpc>
                  <a:spcPct val="130000"/>
                </a:lnSpc>
              </a:pPr>
              <a:endParaRPr lang="zh-CN" altLang="en-US" b="1" dirty="0">
                <a:solidFill>
                  <a:schemeClr val="bg1"/>
                </a:solidFill>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sp>
          <p:nvSpPr>
            <p:cNvPr id="62" name="TextBox 29"/>
            <p:cNvSpPr txBox="1"/>
            <p:nvPr/>
          </p:nvSpPr>
          <p:spPr>
            <a:xfrm>
              <a:off x="6799020" y="2939449"/>
              <a:ext cx="1107996" cy="417487"/>
            </a:xfrm>
            <a:prstGeom prst="rect">
              <a:avLst/>
            </a:prstGeom>
            <a:grpFill/>
          </p:spPr>
          <p:txBody>
            <a:bodyPr wrap="none" rtlCol="0">
              <a:spAutoFit/>
            </a:bodyPr>
            <a:lstStyle/>
            <a:p>
              <a:pPr algn="ctr">
                <a:lnSpc>
                  <a:spcPct val="130000"/>
                </a:lnSpc>
              </a:pPr>
              <a:r>
                <a:rPr lang="zh-CN" altLang="en-US" b="1" dirty="0">
                  <a:solidFill>
                    <a:schemeClr val="bg1"/>
                  </a:solidFill>
                  <a:latin typeface="思源黑体" panose="020B0500000000000000" pitchFamily="34" charset="-122"/>
                  <a:ea typeface="思源黑体" panose="020B0500000000000000" pitchFamily="34" charset="-122"/>
                  <a:cs typeface="+mn-ea"/>
                  <a:sym typeface="思源黑体" panose="020B0500000000000000" pitchFamily="34" charset="-122"/>
                </a:rPr>
                <a:t>项目展示</a:t>
              </a:r>
              <a:endParaRPr lang="zh-CN" altLang="en-US" b="1" dirty="0">
                <a:solidFill>
                  <a:schemeClr val="bg1"/>
                </a:solidFill>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grpSp>
      <p:grpSp>
        <p:nvGrpSpPr>
          <p:cNvPr id="65" name="组合 64"/>
          <p:cNvGrpSpPr/>
          <p:nvPr/>
        </p:nvGrpSpPr>
        <p:grpSpPr>
          <a:xfrm>
            <a:off x="8878892" y="1770816"/>
            <a:ext cx="1792053" cy="1218920"/>
            <a:chOff x="8917286" y="2724679"/>
            <a:chExt cx="1792053" cy="1218920"/>
          </a:xfrm>
          <a:solidFill>
            <a:srgbClr val="2E5596"/>
          </a:solidFill>
          <a:effectLst>
            <a:outerShdw blurRad="254000" dist="63500" dir="2700000" algn="tl" rotWithShape="0">
              <a:prstClr val="black">
                <a:alpha val="30000"/>
              </a:prstClr>
            </a:outerShdw>
          </a:effectLst>
        </p:grpSpPr>
        <p:sp>
          <p:nvSpPr>
            <p:cNvPr id="66" name="Freeform 5"/>
            <p:cNvSpPr>
              <a:spLocks noChangeAspect="1"/>
            </p:cNvSpPr>
            <p:nvPr/>
          </p:nvSpPr>
          <p:spPr bwMode="auto">
            <a:xfrm>
              <a:off x="8917286" y="2724679"/>
              <a:ext cx="1792053" cy="1218920"/>
            </a:xfrm>
            <a:custGeom>
              <a:avLst/>
              <a:gdLst>
                <a:gd name="T0" fmla="*/ 368 w 7852"/>
                <a:gd name="T1" fmla="*/ 0 h 5322"/>
                <a:gd name="T2" fmla="*/ 7496 w 7852"/>
                <a:gd name="T3" fmla="*/ 0 h 5322"/>
                <a:gd name="T4" fmla="*/ 7497 w 7852"/>
                <a:gd name="T5" fmla="*/ 0 h 5322"/>
                <a:gd name="T6" fmla="*/ 7497 w 7852"/>
                <a:gd name="T7" fmla="*/ 0 h 5322"/>
                <a:gd name="T8" fmla="*/ 7852 w 7852"/>
                <a:gd name="T9" fmla="*/ 357 h 5322"/>
                <a:gd name="T10" fmla="*/ 7852 w 7852"/>
                <a:gd name="T11" fmla="*/ 363 h 5322"/>
                <a:gd name="T12" fmla="*/ 7852 w 7852"/>
                <a:gd name="T13" fmla="*/ 363 h 5322"/>
                <a:gd name="T14" fmla="*/ 7852 w 7852"/>
                <a:gd name="T15" fmla="*/ 3116 h 5322"/>
                <a:gd name="T16" fmla="*/ 7852 w 7852"/>
                <a:gd name="T17" fmla="*/ 3120 h 5322"/>
                <a:gd name="T18" fmla="*/ 7852 w 7852"/>
                <a:gd name="T19" fmla="*/ 3120 h 5322"/>
                <a:gd name="T20" fmla="*/ 7482 w 7852"/>
                <a:gd name="T21" fmla="*/ 3676 h 5322"/>
                <a:gd name="T22" fmla="*/ 4025 w 7852"/>
                <a:gd name="T23" fmla="*/ 5297 h 5322"/>
                <a:gd name="T24" fmla="*/ 4024 w 7852"/>
                <a:gd name="T25" fmla="*/ 5298 h 5322"/>
                <a:gd name="T26" fmla="*/ 3926 w 7852"/>
                <a:gd name="T27" fmla="*/ 5322 h 5322"/>
                <a:gd name="T28" fmla="*/ 3833 w 7852"/>
                <a:gd name="T29" fmla="*/ 5300 h 5322"/>
                <a:gd name="T30" fmla="*/ 378 w 7852"/>
                <a:gd name="T31" fmla="*/ 3680 h 5322"/>
                <a:gd name="T32" fmla="*/ 0 w 7852"/>
                <a:gd name="T33" fmla="*/ 3116 h 5322"/>
                <a:gd name="T34" fmla="*/ 0 w 7852"/>
                <a:gd name="T35" fmla="*/ 3099 h 5322"/>
                <a:gd name="T36" fmla="*/ 0 w 7852"/>
                <a:gd name="T37" fmla="*/ 3099 h 5322"/>
                <a:gd name="T38" fmla="*/ 0 w 7852"/>
                <a:gd name="T39" fmla="*/ 362 h 5322"/>
                <a:gd name="T40" fmla="*/ 0 w 7852"/>
                <a:gd name="T41" fmla="*/ 362 h 5322"/>
                <a:gd name="T42" fmla="*/ 0 w 7852"/>
                <a:gd name="T43" fmla="*/ 357 h 5322"/>
                <a:gd name="T44" fmla="*/ 357 w 7852"/>
                <a:gd name="T45" fmla="*/ 0 h 5322"/>
                <a:gd name="T46" fmla="*/ 368 w 7852"/>
                <a:gd name="T47" fmla="*/ 0 h 53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852" h="5322">
                  <a:moveTo>
                    <a:pt x="368" y="0"/>
                  </a:moveTo>
                  <a:lnTo>
                    <a:pt x="7496" y="0"/>
                  </a:lnTo>
                  <a:lnTo>
                    <a:pt x="7497" y="0"/>
                  </a:lnTo>
                  <a:lnTo>
                    <a:pt x="7497" y="0"/>
                  </a:lnTo>
                  <a:cubicBezTo>
                    <a:pt x="7693" y="1"/>
                    <a:pt x="7852" y="160"/>
                    <a:pt x="7852" y="357"/>
                  </a:cubicBezTo>
                  <a:lnTo>
                    <a:pt x="7852" y="363"/>
                  </a:lnTo>
                  <a:lnTo>
                    <a:pt x="7852" y="363"/>
                  </a:lnTo>
                  <a:lnTo>
                    <a:pt x="7852" y="3116"/>
                  </a:lnTo>
                  <a:lnTo>
                    <a:pt x="7852" y="3120"/>
                  </a:lnTo>
                  <a:lnTo>
                    <a:pt x="7852" y="3120"/>
                  </a:lnTo>
                  <a:cubicBezTo>
                    <a:pt x="7851" y="3370"/>
                    <a:pt x="7699" y="3584"/>
                    <a:pt x="7482" y="3676"/>
                  </a:cubicBezTo>
                  <a:lnTo>
                    <a:pt x="4025" y="5297"/>
                  </a:lnTo>
                  <a:lnTo>
                    <a:pt x="4024" y="5298"/>
                  </a:lnTo>
                  <a:cubicBezTo>
                    <a:pt x="3995" y="5313"/>
                    <a:pt x="3962" y="5322"/>
                    <a:pt x="3926" y="5322"/>
                  </a:cubicBezTo>
                  <a:cubicBezTo>
                    <a:pt x="3893" y="5322"/>
                    <a:pt x="3861" y="5314"/>
                    <a:pt x="3833" y="5300"/>
                  </a:cubicBezTo>
                  <a:lnTo>
                    <a:pt x="378" y="3680"/>
                  </a:lnTo>
                  <a:cubicBezTo>
                    <a:pt x="156" y="3588"/>
                    <a:pt x="0" y="3370"/>
                    <a:pt x="0" y="3116"/>
                  </a:cubicBezTo>
                  <a:cubicBezTo>
                    <a:pt x="0" y="3110"/>
                    <a:pt x="0" y="3105"/>
                    <a:pt x="0" y="3099"/>
                  </a:cubicBezTo>
                  <a:lnTo>
                    <a:pt x="0" y="3099"/>
                  </a:lnTo>
                  <a:lnTo>
                    <a:pt x="0" y="362"/>
                  </a:lnTo>
                  <a:lnTo>
                    <a:pt x="0" y="362"/>
                  </a:lnTo>
                  <a:lnTo>
                    <a:pt x="0" y="357"/>
                  </a:lnTo>
                  <a:cubicBezTo>
                    <a:pt x="0" y="160"/>
                    <a:pt x="160" y="0"/>
                    <a:pt x="357" y="0"/>
                  </a:cubicBezTo>
                  <a:cubicBezTo>
                    <a:pt x="360" y="0"/>
                    <a:pt x="364" y="0"/>
                    <a:pt x="368" y="0"/>
                  </a:cubicBezTo>
                  <a:close/>
                </a:path>
              </a:pathLst>
            </a:custGeom>
            <a:grpFill/>
            <a:ln>
              <a:noFill/>
            </a:ln>
          </p:spPr>
          <p:txBody>
            <a:bodyPr vert="horz" wrap="square" lIns="91440" tIns="45720" rIns="91440" bIns="45720" numCol="1" anchor="t" anchorCtr="0" compatLnSpc="1"/>
            <a:lstStyle/>
            <a:p>
              <a:pPr>
                <a:lnSpc>
                  <a:spcPct val="130000"/>
                </a:lnSpc>
              </a:pPr>
              <a:endParaRPr lang="zh-CN" altLang="en-US" b="1" dirty="0">
                <a:solidFill>
                  <a:schemeClr val="bg1"/>
                </a:solidFill>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sp>
          <p:nvSpPr>
            <p:cNvPr id="67" name="TextBox 32"/>
            <p:cNvSpPr txBox="1"/>
            <p:nvPr/>
          </p:nvSpPr>
          <p:spPr>
            <a:xfrm>
              <a:off x="9261759" y="2939449"/>
              <a:ext cx="1107996" cy="417487"/>
            </a:xfrm>
            <a:prstGeom prst="rect">
              <a:avLst/>
            </a:prstGeom>
            <a:grpFill/>
          </p:spPr>
          <p:txBody>
            <a:bodyPr wrap="none" rtlCol="0">
              <a:spAutoFit/>
            </a:bodyPr>
            <a:lstStyle/>
            <a:p>
              <a:pPr algn="ctr">
                <a:lnSpc>
                  <a:spcPct val="130000"/>
                </a:lnSpc>
              </a:pPr>
              <a:r>
                <a:rPr lang="zh-CN" altLang="en-US" b="1" dirty="0">
                  <a:solidFill>
                    <a:schemeClr val="bg1"/>
                  </a:solidFill>
                  <a:latin typeface="思源黑体" panose="020B0500000000000000" pitchFamily="34" charset="-122"/>
                  <a:ea typeface="思源黑体" panose="020B0500000000000000" pitchFamily="34" charset="-122"/>
                  <a:cs typeface="+mn-ea"/>
                  <a:sym typeface="思源黑体" panose="020B0500000000000000" pitchFamily="34" charset="-122"/>
                </a:rPr>
                <a:t>项目展示</a:t>
              </a:r>
              <a:endParaRPr lang="zh-CN" altLang="en-US" b="1" dirty="0">
                <a:solidFill>
                  <a:schemeClr val="bg1"/>
                </a:solidFill>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42" presetClass="entr" presetSubtype="0" fill="hold" nodeType="withEffect">
                                  <p:stCondLst>
                                    <p:cond delay="750"/>
                                  </p:stCondLst>
                                  <p:childTnLst>
                                    <p:set>
                                      <p:cBhvr>
                                        <p:cTn id="9" dur="1" fill="hold">
                                          <p:stCondLst>
                                            <p:cond delay="0"/>
                                          </p:stCondLst>
                                        </p:cTn>
                                        <p:tgtEl>
                                          <p:spTgt spid="30"/>
                                        </p:tgtEl>
                                        <p:attrNameLst>
                                          <p:attrName>style.visibility</p:attrName>
                                        </p:attrNameLst>
                                      </p:cBhvr>
                                      <p:to>
                                        <p:strVal val="visible"/>
                                      </p:to>
                                    </p:set>
                                    <p:animEffect transition="in" filter="fade">
                                      <p:cBhvr>
                                        <p:cTn id="10" dur="1000"/>
                                        <p:tgtEl>
                                          <p:spTgt spid="30"/>
                                        </p:tgtEl>
                                      </p:cBhvr>
                                    </p:animEffect>
                                    <p:anim calcmode="lin" valueType="num">
                                      <p:cBhvr>
                                        <p:cTn id="11" dur="1000" fill="hold"/>
                                        <p:tgtEl>
                                          <p:spTgt spid="30"/>
                                        </p:tgtEl>
                                        <p:attrNameLst>
                                          <p:attrName>ppt_x</p:attrName>
                                        </p:attrNameLst>
                                      </p:cBhvr>
                                      <p:tavLst>
                                        <p:tav tm="0">
                                          <p:val>
                                            <p:strVal val="#ppt_x"/>
                                          </p:val>
                                        </p:tav>
                                        <p:tav tm="100000">
                                          <p:val>
                                            <p:strVal val="#ppt_x"/>
                                          </p:val>
                                        </p:tav>
                                      </p:tavLst>
                                    </p:anim>
                                    <p:anim calcmode="lin" valueType="num">
                                      <p:cBhvr>
                                        <p:cTn id="12" dur="1000" fill="hold"/>
                                        <p:tgtEl>
                                          <p:spTgt spid="30"/>
                                        </p:tgtEl>
                                        <p:attrNameLst>
                                          <p:attrName>ppt_y</p:attrName>
                                        </p:attrNameLst>
                                      </p:cBhvr>
                                      <p:tavLst>
                                        <p:tav tm="0">
                                          <p:val>
                                            <p:strVal val="#ppt_y+.1"/>
                                          </p:val>
                                        </p:tav>
                                        <p:tav tm="100000">
                                          <p:val>
                                            <p:strVal val="#ppt_y"/>
                                          </p:val>
                                        </p:tav>
                                      </p:tavLst>
                                    </p:anim>
                                  </p:childTnLst>
                                </p:cTn>
                              </p:par>
                              <p:par>
                                <p:cTn id="13" presetID="42" presetClass="entr" presetSubtype="0" fill="hold" nodeType="withEffect">
                                  <p:stCondLst>
                                    <p:cond delay="750"/>
                                  </p:stCondLst>
                                  <p:childTnLst>
                                    <p:set>
                                      <p:cBhvr>
                                        <p:cTn id="14" dur="1" fill="hold">
                                          <p:stCondLst>
                                            <p:cond delay="0"/>
                                          </p:stCondLst>
                                        </p:cTn>
                                        <p:tgtEl>
                                          <p:spTgt spid="55"/>
                                        </p:tgtEl>
                                        <p:attrNameLst>
                                          <p:attrName>style.visibility</p:attrName>
                                        </p:attrNameLst>
                                      </p:cBhvr>
                                      <p:to>
                                        <p:strVal val="visible"/>
                                      </p:to>
                                    </p:set>
                                    <p:animEffect transition="in" filter="fade">
                                      <p:cBhvr>
                                        <p:cTn id="15" dur="1000"/>
                                        <p:tgtEl>
                                          <p:spTgt spid="55"/>
                                        </p:tgtEl>
                                      </p:cBhvr>
                                    </p:animEffect>
                                    <p:anim calcmode="lin" valueType="num">
                                      <p:cBhvr>
                                        <p:cTn id="16" dur="1000" fill="hold"/>
                                        <p:tgtEl>
                                          <p:spTgt spid="55"/>
                                        </p:tgtEl>
                                        <p:attrNameLst>
                                          <p:attrName>ppt_x</p:attrName>
                                        </p:attrNameLst>
                                      </p:cBhvr>
                                      <p:tavLst>
                                        <p:tav tm="0">
                                          <p:val>
                                            <p:strVal val="#ppt_x"/>
                                          </p:val>
                                        </p:tav>
                                        <p:tav tm="100000">
                                          <p:val>
                                            <p:strVal val="#ppt_x"/>
                                          </p:val>
                                        </p:tav>
                                      </p:tavLst>
                                    </p:anim>
                                    <p:anim calcmode="lin" valueType="num">
                                      <p:cBhvr>
                                        <p:cTn id="17" dur="1000" fill="hold"/>
                                        <p:tgtEl>
                                          <p:spTgt spid="55"/>
                                        </p:tgtEl>
                                        <p:attrNameLst>
                                          <p:attrName>ppt_y</p:attrName>
                                        </p:attrNameLst>
                                      </p:cBhvr>
                                      <p:tavLst>
                                        <p:tav tm="0">
                                          <p:val>
                                            <p:strVal val="#ppt_y+.1"/>
                                          </p:val>
                                        </p:tav>
                                        <p:tav tm="100000">
                                          <p:val>
                                            <p:strVal val="#ppt_y"/>
                                          </p:val>
                                        </p:tav>
                                      </p:tavLst>
                                    </p:anim>
                                  </p:childTnLst>
                                </p:cTn>
                              </p:par>
                              <p:par>
                                <p:cTn id="18" presetID="42" presetClass="entr" presetSubtype="0" fill="hold" nodeType="withEffect">
                                  <p:stCondLst>
                                    <p:cond delay="750"/>
                                  </p:stCondLst>
                                  <p:childTnLst>
                                    <p:set>
                                      <p:cBhvr>
                                        <p:cTn id="19" dur="1" fill="hold">
                                          <p:stCondLst>
                                            <p:cond delay="0"/>
                                          </p:stCondLst>
                                        </p:cTn>
                                        <p:tgtEl>
                                          <p:spTgt spid="60"/>
                                        </p:tgtEl>
                                        <p:attrNameLst>
                                          <p:attrName>style.visibility</p:attrName>
                                        </p:attrNameLst>
                                      </p:cBhvr>
                                      <p:to>
                                        <p:strVal val="visible"/>
                                      </p:to>
                                    </p:set>
                                    <p:animEffect transition="in" filter="fade">
                                      <p:cBhvr>
                                        <p:cTn id="20" dur="1000"/>
                                        <p:tgtEl>
                                          <p:spTgt spid="60"/>
                                        </p:tgtEl>
                                      </p:cBhvr>
                                    </p:animEffect>
                                    <p:anim calcmode="lin" valueType="num">
                                      <p:cBhvr>
                                        <p:cTn id="21" dur="1000" fill="hold"/>
                                        <p:tgtEl>
                                          <p:spTgt spid="60"/>
                                        </p:tgtEl>
                                        <p:attrNameLst>
                                          <p:attrName>ppt_x</p:attrName>
                                        </p:attrNameLst>
                                      </p:cBhvr>
                                      <p:tavLst>
                                        <p:tav tm="0">
                                          <p:val>
                                            <p:strVal val="#ppt_x"/>
                                          </p:val>
                                        </p:tav>
                                        <p:tav tm="100000">
                                          <p:val>
                                            <p:strVal val="#ppt_x"/>
                                          </p:val>
                                        </p:tav>
                                      </p:tavLst>
                                    </p:anim>
                                    <p:anim calcmode="lin" valueType="num">
                                      <p:cBhvr>
                                        <p:cTn id="22" dur="1000" fill="hold"/>
                                        <p:tgtEl>
                                          <p:spTgt spid="60"/>
                                        </p:tgtEl>
                                        <p:attrNameLst>
                                          <p:attrName>ppt_y</p:attrName>
                                        </p:attrNameLst>
                                      </p:cBhvr>
                                      <p:tavLst>
                                        <p:tav tm="0">
                                          <p:val>
                                            <p:strVal val="#ppt_y+.1"/>
                                          </p:val>
                                        </p:tav>
                                        <p:tav tm="100000">
                                          <p:val>
                                            <p:strVal val="#ppt_y"/>
                                          </p:val>
                                        </p:tav>
                                      </p:tavLst>
                                    </p:anim>
                                  </p:childTnLst>
                                </p:cTn>
                              </p:par>
                              <p:par>
                                <p:cTn id="23" presetID="42" presetClass="entr" presetSubtype="0" fill="hold" nodeType="withEffect">
                                  <p:stCondLst>
                                    <p:cond delay="750"/>
                                  </p:stCondLst>
                                  <p:childTnLst>
                                    <p:set>
                                      <p:cBhvr>
                                        <p:cTn id="24" dur="1" fill="hold">
                                          <p:stCondLst>
                                            <p:cond delay="0"/>
                                          </p:stCondLst>
                                        </p:cTn>
                                        <p:tgtEl>
                                          <p:spTgt spid="65"/>
                                        </p:tgtEl>
                                        <p:attrNameLst>
                                          <p:attrName>style.visibility</p:attrName>
                                        </p:attrNameLst>
                                      </p:cBhvr>
                                      <p:to>
                                        <p:strVal val="visible"/>
                                      </p:to>
                                    </p:set>
                                    <p:animEffect transition="in" filter="fade">
                                      <p:cBhvr>
                                        <p:cTn id="25" dur="1000"/>
                                        <p:tgtEl>
                                          <p:spTgt spid="65"/>
                                        </p:tgtEl>
                                      </p:cBhvr>
                                    </p:animEffect>
                                    <p:anim calcmode="lin" valueType="num">
                                      <p:cBhvr>
                                        <p:cTn id="26" dur="1000" fill="hold"/>
                                        <p:tgtEl>
                                          <p:spTgt spid="65"/>
                                        </p:tgtEl>
                                        <p:attrNameLst>
                                          <p:attrName>ppt_x</p:attrName>
                                        </p:attrNameLst>
                                      </p:cBhvr>
                                      <p:tavLst>
                                        <p:tav tm="0">
                                          <p:val>
                                            <p:strVal val="#ppt_x"/>
                                          </p:val>
                                        </p:tav>
                                        <p:tav tm="100000">
                                          <p:val>
                                            <p:strVal val="#ppt_x"/>
                                          </p:val>
                                        </p:tav>
                                      </p:tavLst>
                                    </p:anim>
                                    <p:anim calcmode="lin" valueType="num">
                                      <p:cBhvr>
                                        <p:cTn id="27" dur="1000" fill="hold"/>
                                        <p:tgtEl>
                                          <p:spTgt spid="65"/>
                                        </p:tgtEl>
                                        <p:attrNameLst>
                                          <p:attrName>ppt_y</p:attrName>
                                        </p:attrNameLst>
                                      </p:cBhvr>
                                      <p:tavLst>
                                        <p:tav tm="0">
                                          <p:val>
                                            <p:strVal val="#ppt_y+.1"/>
                                          </p:val>
                                        </p:tav>
                                        <p:tav tm="100000">
                                          <p:val>
                                            <p:strVal val="#ppt_y"/>
                                          </p:val>
                                        </p:tav>
                                      </p:tavLst>
                                    </p:anim>
                                  </p:childTnLst>
                                </p:cTn>
                              </p:par>
                              <p:par>
                                <p:cTn id="28" presetID="53" presetClass="entr" presetSubtype="16" fill="hold" nodeType="withEffect">
                                  <p:stCondLst>
                                    <p:cond delay="1500"/>
                                  </p:stCondLst>
                                  <p:childTnLst>
                                    <p:set>
                                      <p:cBhvr>
                                        <p:cTn id="29" dur="1" fill="hold">
                                          <p:stCondLst>
                                            <p:cond delay="0"/>
                                          </p:stCondLst>
                                        </p:cTn>
                                        <p:tgtEl>
                                          <p:spTgt spid="34"/>
                                        </p:tgtEl>
                                        <p:attrNameLst>
                                          <p:attrName>style.visibility</p:attrName>
                                        </p:attrNameLst>
                                      </p:cBhvr>
                                      <p:to>
                                        <p:strVal val="visible"/>
                                      </p:to>
                                    </p:set>
                                    <p:anim calcmode="lin" valueType="num">
                                      <p:cBhvr>
                                        <p:cTn id="30" dur="500" fill="hold"/>
                                        <p:tgtEl>
                                          <p:spTgt spid="34"/>
                                        </p:tgtEl>
                                        <p:attrNameLst>
                                          <p:attrName>ppt_w</p:attrName>
                                        </p:attrNameLst>
                                      </p:cBhvr>
                                      <p:tavLst>
                                        <p:tav tm="0">
                                          <p:val>
                                            <p:fltVal val="0"/>
                                          </p:val>
                                        </p:tav>
                                        <p:tav tm="100000">
                                          <p:val>
                                            <p:strVal val="#ppt_w"/>
                                          </p:val>
                                        </p:tav>
                                      </p:tavLst>
                                    </p:anim>
                                    <p:anim calcmode="lin" valueType="num">
                                      <p:cBhvr>
                                        <p:cTn id="31" dur="500" fill="hold"/>
                                        <p:tgtEl>
                                          <p:spTgt spid="34"/>
                                        </p:tgtEl>
                                        <p:attrNameLst>
                                          <p:attrName>ppt_h</p:attrName>
                                        </p:attrNameLst>
                                      </p:cBhvr>
                                      <p:tavLst>
                                        <p:tav tm="0">
                                          <p:val>
                                            <p:fltVal val="0"/>
                                          </p:val>
                                        </p:tav>
                                        <p:tav tm="100000">
                                          <p:val>
                                            <p:strVal val="#ppt_h"/>
                                          </p:val>
                                        </p:tav>
                                      </p:tavLst>
                                    </p:anim>
                                    <p:animEffect transition="in" filter="fade">
                                      <p:cBhvr>
                                        <p:cTn id="32" dur="500"/>
                                        <p:tgtEl>
                                          <p:spTgt spid="34"/>
                                        </p:tgtEl>
                                      </p:cBhvr>
                                    </p:animEffect>
                                  </p:childTnLst>
                                </p:cTn>
                              </p:par>
                              <p:par>
                                <p:cTn id="33" presetID="53" presetClass="entr" presetSubtype="16" fill="hold" nodeType="withEffect">
                                  <p:stCondLst>
                                    <p:cond delay="1500"/>
                                  </p:stCondLst>
                                  <p:childTnLst>
                                    <p:set>
                                      <p:cBhvr>
                                        <p:cTn id="34" dur="1" fill="hold">
                                          <p:stCondLst>
                                            <p:cond delay="0"/>
                                          </p:stCondLst>
                                        </p:cTn>
                                        <p:tgtEl>
                                          <p:spTgt spid="37"/>
                                        </p:tgtEl>
                                        <p:attrNameLst>
                                          <p:attrName>style.visibility</p:attrName>
                                        </p:attrNameLst>
                                      </p:cBhvr>
                                      <p:to>
                                        <p:strVal val="visible"/>
                                      </p:to>
                                    </p:set>
                                    <p:anim calcmode="lin" valueType="num">
                                      <p:cBhvr>
                                        <p:cTn id="35" dur="500" fill="hold"/>
                                        <p:tgtEl>
                                          <p:spTgt spid="37"/>
                                        </p:tgtEl>
                                        <p:attrNameLst>
                                          <p:attrName>ppt_w</p:attrName>
                                        </p:attrNameLst>
                                      </p:cBhvr>
                                      <p:tavLst>
                                        <p:tav tm="0">
                                          <p:val>
                                            <p:fltVal val="0"/>
                                          </p:val>
                                        </p:tav>
                                        <p:tav tm="100000">
                                          <p:val>
                                            <p:strVal val="#ppt_w"/>
                                          </p:val>
                                        </p:tav>
                                      </p:tavLst>
                                    </p:anim>
                                    <p:anim calcmode="lin" valueType="num">
                                      <p:cBhvr>
                                        <p:cTn id="36" dur="500" fill="hold"/>
                                        <p:tgtEl>
                                          <p:spTgt spid="37"/>
                                        </p:tgtEl>
                                        <p:attrNameLst>
                                          <p:attrName>ppt_h</p:attrName>
                                        </p:attrNameLst>
                                      </p:cBhvr>
                                      <p:tavLst>
                                        <p:tav tm="0">
                                          <p:val>
                                            <p:fltVal val="0"/>
                                          </p:val>
                                        </p:tav>
                                        <p:tav tm="100000">
                                          <p:val>
                                            <p:strVal val="#ppt_h"/>
                                          </p:val>
                                        </p:tav>
                                      </p:tavLst>
                                    </p:anim>
                                    <p:animEffect transition="in" filter="fade">
                                      <p:cBhvr>
                                        <p:cTn id="37" dur="500"/>
                                        <p:tgtEl>
                                          <p:spTgt spid="37"/>
                                        </p:tgtEl>
                                      </p:cBhvr>
                                    </p:animEffect>
                                  </p:childTnLst>
                                </p:cTn>
                              </p:par>
                              <p:par>
                                <p:cTn id="38" presetID="53" presetClass="entr" presetSubtype="16" fill="hold" nodeType="withEffect">
                                  <p:stCondLst>
                                    <p:cond delay="1500"/>
                                  </p:stCondLst>
                                  <p:childTnLst>
                                    <p:set>
                                      <p:cBhvr>
                                        <p:cTn id="39" dur="1" fill="hold">
                                          <p:stCondLst>
                                            <p:cond delay="0"/>
                                          </p:stCondLst>
                                        </p:cTn>
                                        <p:tgtEl>
                                          <p:spTgt spid="40"/>
                                        </p:tgtEl>
                                        <p:attrNameLst>
                                          <p:attrName>style.visibility</p:attrName>
                                        </p:attrNameLst>
                                      </p:cBhvr>
                                      <p:to>
                                        <p:strVal val="visible"/>
                                      </p:to>
                                    </p:set>
                                    <p:anim calcmode="lin" valueType="num">
                                      <p:cBhvr>
                                        <p:cTn id="40" dur="500" fill="hold"/>
                                        <p:tgtEl>
                                          <p:spTgt spid="40"/>
                                        </p:tgtEl>
                                        <p:attrNameLst>
                                          <p:attrName>ppt_w</p:attrName>
                                        </p:attrNameLst>
                                      </p:cBhvr>
                                      <p:tavLst>
                                        <p:tav tm="0">
                                          <p:val>
                                            <p:fltVal val="0"/>
                                          </p:val>
                                        </p:tav>
                                        <p:tav tm="100000">
                                          <p:val>
                                            <p:strVal val="#ppt_w"/>
                                          </p:val>
                                        </p:tav>
                                      </p:tavLst>
                                    </p:anim>
                                    <p:anim calcmode="lin" valueType="num">
                                      <p:cBhvr>
                                        <p:cTn id="41" dur="500" fill="hold"/>
                                        <p:tgtEl>
                                          <p:spTgt spid="40"/>
                                        </p:tgtEl>
                                        <p:attrNameLst>
                                          <p:attrName>ppt_h</p:attrName>
                                        </p:attrNameLst>
                                      </p:cBhvr>
                                      <p:tavLst>
                                        <p:tav tm="0">
                                          <p:val>
                                            <p:fltVal val="0"/>
                                          </p:val>
                                        </p:tav>
                                        <p:tav tm="100000">
                                          <p:val>
                                            <p:strVal val="#ppt_h"/>
                                          </p:val>
                                        </p:tav>
                                      </p:tavLst>
                                    </p:anim>
                                    <p:animEffect transition="in" filter="fade">
                                      <p:cBhvr>
                                        <p:cTn id="42" dur="500"/>
                                        <p:tgtEl>
                                          <p:spTgt spid="40"/>
                                        </p:tgtEl>
                                      </p:cBhvr>
                                    </p:animEffect>
                                  </p:childTnLst>
                                </p:cTn>
                              </p:par>
                              <p:par>
                                <p:cTn id="43" presetID="53" presetClass="entr" presetSubtype="16" fill="hold" nodeType="withEffect">
                                  <p:stCondLst>
                                    <p:cond delay="1500"/>
                                  </p:stCondLst>
                                  <p:childTnLst>
                                    <p:set>
                                      <p:cBhvr>
                                        <p:cTn id="44" dur="1" fill="hold">
                                          <p:stCondLst>
                                            <p:cond delay="0"/>
                                          </p:stCondLst>
                                        </p:cTn>
                                        <p:tgtEl>
                                          <p:spTgt spid="43"/>
                                        </p:tgtEl>
                                        <p:attrNameLst>
                                          <p:attrName>style.visibility</p:attrName>
                                        </p:attrNameLst>
                                      </p:cBhvr>
                                      <p:to>
                                        <p:strVal val="visible"/>
                                      </p:to>
                                    </p:set>
                                    <p:anim calcmode="lin" valueType="num">
                                      <p:cBhvr>
                                        <p:cTn id="45" dur="500" fill="hold"/>
                                        <p:tgtEl>
                                          <p:spTgt spid="43"/>
                                        </p:tgtEl>
                                        <p:attrNameLst>
                                          <p:attrName>ppt_w</p:attrName>
                                        </p:attrNameLst>
                                      </p:cBhvr>
                                      <p:tavLst>
                                        <p:tav tm="0">
                                          <p:val>
                                            <p:fltVal val="0"/>
                                          </p:val>
                                        </p:tav>
                                        <p:tav tm="100000">
                                          <p:val>
                                            <p:strVal val="#ppt_w"/>
                                          </p:val>
                                        </p:tav>
                                      </p:tavLst>
                                    </p:anim>
                                    <p:anim calcmode="lin" valueType="num">
                                      <p:cBhvr>
                                        <p:cTn id="46" dur="500" fill="hold"/>
                                        <p:tgtEl>
                                          <p:spTgt spid="43"/>
                                        </p:tgtEl>
                                        <p:attrNameLst>
                                          <p:attrName>ppt_h</p:attrName>
                                        </p:attrNameLst>
                                      </p:cBhvr>
                                      <p:tavLst>
                                        <p:tav tm="0">
                                          <p:val>
                                            <p:fltVal val="0"/>
                                          </p:val>
                                        </p:tav>
                                        <p:tav tm="100000">
                                          <p:val>
                                            <p:strVal val="#ppt_h"/>
                                          </p:val>
                                        </p:tav>
                                      </p:tavLst>
                                    </p:anim>
                                    <p:animEffect transition="in" filter="fade">
                                      <p:cBhvr>
                                        <p:cTn id="47" dur="500"/>
                                        <p:tgtEl>
                                          <p:spTgt spid="43"/>
                                        </p:tgtEl>
                                      </p:cBhvr>
                                    </p:animEffect>
                                  </p:childTnLst>
                                </p:cTn>
                              </p:par>
                            </p:childTnLst>
                          </p:cTn>
                        </p:par>
                        <p:par>
                          <p:cTn id="48" fill="hold">
                            <p:stCondLst>
                              <p:cond delay="500"/>
                            </p:stCondLst>
                            <p:childTnLst>
                              <p:par>
                                <p:cTn id="49" presetID="2" presetClass="entr" presetSubtype="2" fill="hold" grpId="0" nodeType="afterEffect">
                                  <p:stCondLst>
                                    <p:cond delay="0"/>
                                  </p:stCondLst>
                                  <p:childTnLst>
                                    <p:set>
                                      <p:cBhvr>
                                        <p:cTn id="50" dur="1" fill="hold">
                                          <p:stCondLst>
                                            <p:cond delay="0"/>
                                          </p:stCondLst>
                                        </p:cTn>
                                        <p:tgtEl>
                                          <p:spTgt spid="28"/>
                                        </p:tgtEl>
                                        <p:attrNameLst>
                                          <p:attrName>style.visibility</p:attrName>
                                        </p:attrNameLst>
                                      </p:cBhvr>
                                      <p:to>
                                        <p:strVal val="visible"/>
                                      </p:to>
                                    </p:set>
                                    <p:anim calcmode="lin" valueType="num">
                                      <p:cBhvr additive="base">
                                        <p:cTn id="51" dur="300" fill="hold"/>
                                        <p:tgtEl>
                                          <p:spTgt spid="28"/>
                                        </p:tgtEl>
                                        <p:attrNameLst>
                                          <p:attrName>ppt_x</p:attrName>
                                        </p:attrNameLst>
                                      </p:cBhvr>
                                      <p:tavLst>
                                        <p:tav tm="0">
                                          <p:val>
                                            <p:strVal val="1+#ppt_w/2"/>
                                          </p:val>
                                        </p:tav>
                                        <p:tav tm="100000">
                                          <p:val>
                                            <p:strVal val="#ppt_x"/>
                                          </p:val>
                                        </p:tav>
                                      </p:tavLst>
                                    </p:anim>
                                    <p:anim calcmode="lin" valueType="num">
                                      <p:cBhvr additive="base">
                                        <p:cTn id="52" dur="300" fill="hold"/>
                                        <p:tgtEl>
                                          <p:spTgt spid="2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6" name="组合 75"/>
          <p:cNvGrpSpPr/>
          <p:nvPr/>
        </p:nvGrpSpPr>
        <p:grpSpPr>
          <a:xfrm>
            <a:off x="1" y="-2"/>
            <a:ext cx="12191999" cy="6858000"/>
            <a:chOff x="1" y="-2"/>
            <a:chExt cx="12191999" cy="6858000"/>
          </a:xfrm>
        </p:grpSpPr>
        <p:pic>
          <p:nvPicPr>
            <p:cNvPr id="77" name="图片 76"/>
            <p:cNvPicPr>
              <a:picLocks noChangeAspect="1"/>
            </p:cNvPicPr>
            <p:nvPr/>
          </p:nvPicPr>
          <p:blipFill>
            <a:blip r:embed="rId1">
              <a:extLst>
                <a:ext uri="{BEBA8EAE-BF5A-486C-A8C5-ECC9F3942E4B}">
                  <a14:imgProps xmlns:a14="http://schemas.microsoft.com/office/drawing/2010/main">
                    <a14:imgLayer r:embed="rId2">
                      <a14:imgEffect>
                        <a14:brightnessContrast contrast="40000"/>
                      </a14:imgEffect>
                      <a14:imgEffect>
                        <a14:saturation sat="400000"/>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1" y="-2"/>
              <a:ext cx="12191999" cy="6858000"/>
            </a:xfrm>
            <a:prstGeom prst="rect">
              <a:avLst/>
            </a:prstGeom>
          </p:spPr>
        </p:pic>
        <p:sp>
          <p:nvSpPr>
            <p:cNvPr id="78" name="矩形 77"/>
            <p:cNvSpPr/>
            <p:nvPr/>
          </p:nvSpPr>
          <p:spPr>
            <a:xfrm>
              <a:off x="250371" y="267786"/>
              <a:ext cx="11691258" cy="632242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lumMod val="75000"/>
                    <a:lumOff val="25000"/>
                  </a:schemeClr>
                </a:solidFill>
                <a:latin typeface="思源黑体" panose="020B0500000000000000" pitchFamily="34" charset="-122"/>
                <a:ea typeface="思源黑体" panose="020B0500000000000000" pitchFamily="34" charset="-122"/>
              </a:endParaRPr>
            </a:p>
          </p:txBody>
        </p:sp>
      </p:grpSp>
      <p:grpSp>
        <p:nvGrpSpPr>
          <p:cNvPr id="6" name="组合 5"/>
          <p:cNvGrpSpPr/>
          <p:nvPr/>
        </p:nvGrpSpPr>
        <p:grpSpPr>
          <a:xfrm>
            <a:off x="942702" y="876582"/>
            <a:ext cx="2483440" cy="677108"/>
            <a:chOff x="250371" y="432445"/>
            <a:chExt cx="2483440" cy="677108"/>
          </a:xfrm>
        </p:grpSpPr>
        <p:sp>
          <p:nvSpPr>
            <p:cNvPr id="58" name="1"/>
            <p:cNvSpPr/>
            <p:nvPr/>
          </p:nvSpPr>
          <p:spPr>
            <a:xfrm flipV="1">
              <a:off x="250371" y="503428"/>
              <a:ext cx="144000" cy="527747"/>
            </a:xfrm>
            <a:prstGeom prst="rect">
              <a:avLst/>
            </a:prstGeom>
            <a:solidFill>
              <a:srgbClr val="587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panose="020B0500000000000000" pitchFamily="34" charset="-122"/>
                <a:ea typeface="思源黑体" panose="020B0500000000000000" pitchFamily="34" charset="-122"/>
              </a:endParaRPr>
            </a:p>
          </p:txBody>
        </p:sp>
        <p:sp>
          <p:nvSpPr>
            <p:cNvPr id="63" name="文本框 62"/>
            <p:cNvSpPr txBox="1"/>
            <p:nvPr/>
          </p:nvSpPr>
          <p:spPr>
            <a:xfrm>
              <a:off x="468735" y="432445"/>
              <a:ext cx="2265076" cy="523220"/>
            </a:xfrm>
            <a:prstGeom prst="rect">
              <a:avLst/>
            </a:prstGeom>
            <a:noFill/>
          </p:spPr>
          <p:txBody>
            <a:bodyPr wrap="square" rtlCol="0">
              <a:spAutoFit/>
            </a:bodyPr>
            <a:lstStyle/>
            <a:p>
              <a:r>
                <a:rPr lang="en-US" altLang="zh-CN" sz="2800" b="1" dirty="0">
                  <a:solidFill>
                    <a:srgbClr val="2E5596"/>
                  </a:solidFill>
                  <a:latin typeface="思源黑体" panose="020B0500000000000000" pitchFamily="34" charset="-122"/>
                  <a:ea typeface="思源黑体" panose="020B0500000000000000" pitchFamily="34" charset="-122"/>
                </a:rPr>
                <a:t>03/</a:t>
              </a:r>
              <a:r>
                <a:rPr lang="zh-CN" altLang="en-US" sz="2800" b="1" dirty="0">
                  <a:solidFill>
                    <a:srgbClr val="2E5596"/>
                  </a:solidFill>
                  <a:latin typeface="思源黑体" panose="020B0500000000000000" pitchFamily="34" charset="-122"/>
                  <a:ea typeface="思源黑体" panose="020B0500000000000000" pitchFamily="34" charset="-122"/>
                </a:rPr>
                <a:t>项目展示</a:t>
              </a:r>
              <a:endParaRPr lang="zh-CN" altLang="en-US" sz="2800" b="1" dirty="0">
                <a:solidFill>
                  <a:srgbClr val="2E5596"/>
                </a:solidFill>
                <a:latin typeface="思源黑体" panose="020B0500000000000000" pitchFamily="34" charset="-122"/>
                <a:ea typeface="思源黑体" panose="020B0500000000000000" pitchFamily="34" charset="-122"/>
              </a:endParaRPr>
            </a:p>
          </p:txBody>
        </p:sp>
        <p:sp>
          <p:nvSpPr>
            <p:cNvPr id="64" name="文本框 63"/>
            <p:cNvSpPr txBox="1"/>
            <p:nvPr/>
          </p:nvSpPr>
          <p:spPr>
            <a:xfrm>
              <a:off x="468735" y="801776"/>
              <a:ext cx="2265076" cy="307777"/>
            </a:xfrm>
            <a:prstGeom prst="rect">
              <a:avLst/>
            </a:prstGeom>
            <a:noFill/>
          </p:spPr>
          <p:txBody>
            <a:bodyPr wrap="square" rtlCol="0">
              <a:spAutoFit/>
            </a:bodyPr>
            <a:lstStyle/>
            <a:p>
              <a:r>
                <a:rPr lang="en-US" altLang="zh-CN" sz="1400" dirty="0">
                  <a:solidFill>
                    <a:schemeClr val="tx1">
                      <a:lumMod val="65000"/>
                      <a:lumOff val="35000"/>
                    </a:schemeClr>
                  </a:solidFill>
                  <a:latin typeface="思源黑体" panose="020B0500000000000000" pitchFamily="34" charset="-122"/>
                  <a:ea typeface="思源黑体" panose="020B0500000000000000" pitchFamily="34" charset="-122"/>
                </a:rPr>
                <a:t>Mid year work summary</a:t>
              </a:r>
              <a:endParaRPr lang="en-US" altLang="zh-CN" sz="1400" dirty="0">
                <a:solidFill>
                  <a:schemeClr val="tx1">
                    <a:lumMod val="65000"/>
                    <a:lumOff val="35000"/>
                  </a:schemeClr>
                </a:solidFill>
                <a:latin typeface="思源黑体" panose="020B0500000000000000" pitchFamily="34" charset="-122"/>
                <a:ea typeface="思源黑体" panose="020B0500000000000000" pitchFamily="34" charset="-122"/>
              </a:endParaRPr>
            </a:p>
          </p:txBody>
        </p:sp>
      </p:grpSp>
      <p:pic>
        <p:nvPicPr>
          <p:cNvPr id="28"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38349" y="2210404"/>
            <a:ext cx="2371312" cy="1494644"/>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9" name="Picture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309093" y="2210403"/>
            <a:ext cx="2235679" cy="1490452"/>
          </a:xfrm>
          <a:prstGeom prst="rect">
            <a:avLst/>
          </a:prstGeom>
          <a:blipFill>
            <a:blip r:embed="rId5"/>
            <a:stretch>
              <a:fillRect/>
            </a:stretch>
          </a:blipFill>
          <a:ln>
            <a:noFill/>
          </a:ln>
          <a:effectLst>
            <a:outerShdw blurRad="190500" dist="63500" dir="2700000" algn="tl" rotWithShape="0">
              <a:prstClr val="black">
                <a:alpha val="30000"/>
              </a:prstClr>
            </a:outerShdw>
          </a:effectLst>
        </p:spPr>
      </p:pic>
      <p:sp>
        <p:nvSpPr>
          <p:cNvPr id="33" name="矩形 12"/>
          <p:cNvSpPr>
            <a:spLocks noChangeArrowheads="1"/>
          </p:cNvSpPr>
          <p:nvPr/>
        </p:nvSpPr>
        <p:spPr bwMode="auto">
          <a:xfrm>
            <a:off x="6250121" y="4176169"/>
            <a:ext cx="4944605" cy="1702248"/>
          </a:xfrm>
          <a:prstGeom prst="rect">
            <a:avLst/>
          </a:prstGeom>
          <a:noFill/>
          <a:ln w="9525">
            <a:noFill/>
            <a:miter lim="800000"/>
          </a:ln>
        </p:spPr>
        <p:txBody>
          <a:bodyPr lIns="240048" tIns="60972" rIns="121944" bIns="60972" anchor="ctr"/>
          <a:lstStyle/>
          <a:p>
            <a:pPr>
              <a:lnSpc>
                <a:spcPct val="150000"/>
              </a:lnSpc>
              <a:spcAft>
                <a:spcPts val="800"/>
              </a:spcAft>
            </a:pPr>
            <a:r>
              <a:rPr lang="zh-CN" altLang="en-US" sz="2000" b="1" dirty="0">
                <a:solidFill>
                  <a:schemeClr val="tx1">
                    <a:lumMod val="75000"/>
                    <a:lumOff val="25000"/>
                  </a:schemeClr>
                </a:solidFill>
                <a:latin typeface="思源黑体" panose="020B0500000000000000" pitchFamily="34" charset="-122"/>
                <a:ea typeface="思源黑体" panose="020B0500000000000000" pitchFamily="34" charset="-122"/>
                <a:sym typeface="思源黑体" panose="020B0500000000000000" pitchFamily="34" charset="-122"/>
              </a:rPr>
              <a:t>项目展示</a:t>
            </a:r>
            <a:endParaRPr lang="en-US" altLang="zh-CN" sz="2000" b="1" dirty="0">
              <a:solidFill>
                <a:schemeClr val="tx1">
                  <a:lumMod val="75000"/>
                  <a:lumOff val="25000"/>
                </a:schemeClr>
              </a:solidFill>
              <a:latin typeface="思源黑体" panose="020B0500000000000000" pitchFamily="34" charset="-122"/>
              <a:ea typeface="思源黑体" panose="020B0500000000000000" pitchFamily="34" charset="-122"/>
              <a:sym typeface="思源黑体" panose="020B0500000000000000" pitchFamily="34" charset="-122"/>
            </a:endParaRPr>
          </a:p>
          <a:p>
            <a:pPr>
              <a:lnSpc>
                <a:spcPct val="150000"/>
              </a:lnSpc>
              <a:spcAft>
                <a:spcPts val="800"/>
              </a:spcAft>
            </a:pPr>
            <a:r>
              <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sym typeface="思源黑体" panose="020B0500000000000000" pitchFamily="34" charset="-122"/>
              </a:rPr>
              <a:t>点击输入简要文字解说，解说文字尽量概括精炼，不用多余的文字修饰简洁精准。点击输入简要文字解说，解说文字尽量概括精炼，不用多余的文字修饰，</a:t>
            </a:r>
            <a:endPar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34" name="矩形 16"/>
          <p:cNvSpPr>
            <a:spLocks noChangeArrowheads="1"/>
          </p:cNvSpPr>
          <p:nvPr/>
        </p:nvSpPr>
        <p:spPr bwMode="auto">
          <a:xfrm>
            <a:off x="1161066" y="2089916"/>
            <a:ext cx="2384846" cy="1717449"/>
          </a:xfrm>
          <a:prstGeom prst="rect">
            <a:avLst/>
          </a:prstGeom>
          <a:noFill/>
          <a:ln w="9525">
            <a:noFill/>
            <a:miter lim="800000"/>
          </a:ln>
        </p:spPr>
        <p:txBody>
          <a:bodyPr lIns="240048" tIns="60972" rIns="240048" bIns="60972" anchor="ctr"/>
          <a:lstStyle/>
          <a:p>
            <a:pPr>
              <a:lnSpc>
                <a:spcPct val="150000"/>
              </a:lnSpc>
              <a:spcAft>
                <a:spcPts val="800"/>
              </a:spcAft>
            </a:pPr>
            <a:r>
              <a:rPr lang="zh-CN" altLang="en-US" sz="2000" b="1" dirty="0">
                <a:solidFill>
                  <a:schemeClr val="tx1">
                    <a:lumMod val="75000"/>
                    <a:lumOff val="25000"/>
                  </a:schemeClr>
                </a:solidFill>
                <a:latin typeface="思源黑体" panose="020B0500000000000000" pitchFamily="34" charset="-122"/>
                <a:ea typeface="思源黑体" panose="020B0500000000000000" pitchFamily="34" charset="-122"/>
                <a:sym typeface="思源黑体" panose="020B0500000000000000" pitchFamily="34" charset="-122"/>
              </a:rPr>
              <a:t>项目展示</a:t>
            </a:r>
            <a:endParaRPr lang="en-US" altLang="zh-CN" sz="2000" b="1" dirty="0">
              <a:solidFill>
                <a:schemeClr val="tx1">
                  <a:lumMod val="75000"/>
                  <a:lumOff val="25000"/>
                </a:schemeClr>
              </a:solidFill>
              <a:latin typeface="思源黑体" panose="020B0500000000000000" pitchFamily="34" charset="-122"/>
              <a:ea typeface="思源黑体" panose="020B0500000000000000" pitchFamily="34" charset="-122"/>
              <a:sym typeface="思源黑体" panose="020B0500000000000000" pitchFamily="34" charset="-122"/>
            </a:endParaRPr>
          </a:p>
          <a:p>
            <a:pPr>
              <a:lnSpc>
                <a:spcPct val="150000"/>
              </a:lnSpc>
              <a:spcAft>
                <a:spcPts val="800"/>
              </a:spcAft>
            </a:pPr>
            <a:r>
              <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sym typeface="思源黑体" panose="020B0500000000000000" pitchFamily="34" charset="-122"/>
              </a:rPr>
              <a:t>解说文字尽量概括精炼，不用多余的文字修饰简洁精准。点击输入简要文字。</a:t>
            </a:r>
            <a:endPar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pic>
        <p:nvPicPr>
          <p:cNvPr id="35" name="Picture 3"/>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729270" y="4345564"/>
            <a:ext cx="2410612" cy="1702250"/>
          </a:xfrm>
          <a:prstGeom prst="rect">
            <a:avLst/>
          </a:prstGeom>
          <a:blipFill>
            <a:blip r:embed="rId7"/>
            <a:stretch>
              <a:fillRect/>
            </a:stretch>
          </a:blipFill>
          <a:ln>
            <a:noFill/>
          </a:ln>
          <a:effectLst>
            <a:outerShdw blurRad="190500" dist="63500" dir="2700000" algn="tl" rotWithShape="0">
              <a:prstClr val="black">
                <a:alpha val="30000"/>
              </a:prstClr>
            </a:outerShdw>
          </a:effectLst>
        </p:spPr>
      </p:pic>
      <p:grpSp>
        <p:nvGrpSpPr>
          <p:cNvPr id="2" name="组合 1"/>
          <p:cNvGrpSpPr/>
          <p:nvPr/>
        </p:nvGrpSpPr>
        <p:grpSpPr>
          <a:xfrm>
            <a:off x="1186469" y="4345566"/>
            <a:ext cx="2373590" cy="1702248"/>
            <a:chOff x="1186469" y="4345566"/>
            <a:chExt cx="2373590" cy="1702248"/>
          </a:xfrm>
        </p:grpSpPr>
        <p:sp>
          <p:nvSpPr>
            <p:cNvPr id="30" name="矩形 4"/>
            <p:cNvSpPr>
              <a:spLocks noChangeArrowheads="1"/>
            </p:cNvSpPr>
            <p:nvPr/>
          </p:nvSpPr>
          <p:spPr bwMode="auto">
            <a:xfrm>
              <a:off x="1186469" y="4345566"/>
              <a:ext cx="2373590" cy="1702248"/>
            </a:xfrm>
            <a:prstGeom prst="rect">
              <a:avLst/>
            </a:prstGeom>
            <a:solidFill>
              <a:srgbClr val="2E5596"/>
            </a:solidFill>
            <a:ln w="3175">
              <a:noFill/>
              <a:miter lim="800000"/>
            </a:ln>
            <a:effectLst>
              <a:outerShdw blurRad="190500" dist="63500" dir="2700000" algn="tl" rotWithShape="0">
                <a:prstClr val="black">
                  <a:alpha val="30000"/>
                </a:prstClr>
              </a:outerShdw>
            </a:effectLst>
          </p:spPr>
          <p:txBody>
            <a:bodyPr lIns="240048" tIns="60972" rIns="240048" bIns="60972" anchor="ctr"/>
            <a:lstStyle/>
            <a:p>
              <a:pPr defTabSz="1219200">
                <a:lnSpc>
                  <a:spcPct val="130000"/>
                </a:lnSpc>
                <a:spcAft>
                  <a:spcPts val="800"/>
                </a:spcAft>
                <a:defRPr/>
              </a:pPr>
              <a:endParaRPr lang="zh-CN" altLang="en-US" sz="1465" kern="0" dirty="0">
                <a:solidFill>
                  <a:schemeClr val="bg1"/>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36" name="TextBox 63"/>
            <p:cNvSpPr txBox="1"/>
            <p:nvPr/>
          </p:nvSpPr>
          <p:spPr>
            <a:xfrm>
              <a:off x="1369827" y="4591749"/>
              <a:ext cx="1959062" cy="1075487"/>
            </a:xfrm>
            <a:prstGeom prst="rect">
              <a:avLst/>
            </a:prstGeom>
            <a:noFill/>
          </p:spPr>
          <p:txBody>
            <a:bodyPr wrap="square" lIns="0" tIns="0" rIns="0" bIns="0" rtlCol="0">
              <a:spAutoFit/>
            </a:bodyPr>
            <a:lstStyle>
              <a:defPPr>
                <a:defRPr lang="zh-CN"/>
              </a:defPPr>
              <a:lvl1pPr algn="just">
                <a:lnSpc>
                  <a:spcPts val="1400"/>
                </a:lnSpc>
                <a:defRPr sz="1000">
                  <a:solidFill>
                    <a:schemeClr val="tx1">
                      <a:lumMod val="65000"/>
                      <a:lumOff val="35000"/>
                    </a:schemeClr>
                  </a:solidFill>
                  <a:latin typeface="微软雅黑" charset="-122"/>
                  <a:ea typeface="微软雅黑" charset="-122"/>
                </a:defRPr>
              </a:lvl1pPr>
            </a:lstStyle>
            <a:p>
              <a:pPr>
                <a:lnSpc>
                  <a:spcPct val="150000"/>
                </a:lnSpc>
              </a:pPr>
              <a:r>
                <a:rPr lang="zh-CN" altLang="en-US" sz="1200" kern="0" dirty="0">
                  <a:solidFill>
                    <a:schemeClr val="bg1"/>
                  </a:solidFill>
                  <a:latin typeface="思源黑体" panose="020B0500000000000000" pitchFamily="34" charset="-122"/>
                  <a:ea typeface="思源黑体" panose="020B0500000000000000" pitchFamily="34" charset="-122"/>
                  <a:sym typeface="思源黑体" panose="020B0500000000000000" pitchFamily="34" charset="-122"/>
                </a:rPr>
                <a:t>点击输入简要文字解说，解说文字尽量概括精炼，不用多余的文字修饰简洁精准。点击输入简要文字解说</a:t>
              </a:r>
              <a:r>
                <a:rPr lang="zh-CN" altLang="en-US" sz="1200" dirty="0">
                  <a:solidFill>
                    <a:schemeClr val="bg1"/>
                  </a:solidFill>
                  <a:latin typeface="思源黑体" panose="020B0500000000000000" pitchFamily="34" charset="-122"/>
                  <a:ea typeface="思源黑体" panose="020B0500000000000000" pitchFamily="34" charset="-122"/>
                  <a:sym typeface="思源黑体" panose="020B0500000000000000" pitchFamily="34" charset="-122"/>
                </a:rPr>
                <a:t>。</a:t>
              </a:r>
              <a:endParaRPr lang="zh-CN" altLang="en-US" sz="1200" dirty="0">
                <a:solidFill>
                  <a:schemeClr val="bg1"/>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grpSp>
        <p:nvGrpSpPr>
          <p:cNvPr id="3" name="组合 2"/>
          <p:cNvGrpSpPr/>
          <p:nvPr/>
        </p:nvGrpSpPr>
        <p:grpSpPr>
          <a:xfrm>
            <a:off x="8722424" y="2153765"/>
            <a:ext cx="2244122" cy="1590634"/>
            <a:chOff x="8722424" y="2153765"/>
            <a:chExt cx="2244122" cy="1590634"/>
          </a:xfrm>
        </p:grpSpPr>
        <p:sp>
          <p:nvSpPr>
            <p:cNvPr id="31" name="矩形 15"/>
            <p:cNvSpPr>
              <a:spLocks noChangeArrowheads="1"/>
            </p:cNvSpPr>
            <p:nvPr/>
          </p:nvSpPr>
          <p:spPr bwMode="auto">
            <a:xfrm>
              <a:off x="8722424" y="2153765"/>
              <a:ext cx="2244122" cy="1590634"/>
            </a:xfrm>
            <a:prstGeom prst="rect">
              <a:avLst/>
            </a:prstGeom>
            <a:solidFill>
              <a:srgbClr val="587DB8"/>
            </a:solidFill>
            <a:ln w="3175">
              <a:noFill/>
              <a:miter lim="800000"/>
            </a:ln>
            <a:effectLst>
              <a:outerShdw blurRad="190500" dist="63500" dir="2700000" algn="tl" rotWithShape="0">
                <a:prstClr val="black">
                  <a:alpha val="30000"/>
                </a:prstClr>
              </a:outerShdw>
            </a:effectLst>
          </p:spPr>
          <p:txBody>
            <a:bodyPr lIns="240048" tIns="60972" rIns="240048" bIns="60972" anchor="ctr"/>
            <a:lstStyle/>
            <a:p>
              <a:pPr defTabSz="1219200">
                <a:lnSpc>
                  <a:spcPct val="130000"/>
                </a:lnSpc>
                <a:spcAft>
                  <a:spcPts val="800"/>
                </a:spcAft>
                <a:defRPr/>
              </a:pPr>
              <a:endParaRPr lang="zh-CN" altLang="en-US" sz="1465" kern="0" dirty="0">
                <a:solidFill>
                  <a:schemeClr val="bg1"/>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37" name="TextBox 65"/>
            <p:cNvSpPr txBox="1"/>
            <p:nvPr/>
          </p:nvSpPr>
          <p:spPr>
            <a:xfrm>
              <a:off x="8849237" y="2425696"/>
              <a:ext cx="1990495" cy="1107996"/>
            </a:xfrm>
            <a:prstGeom prst="rect">
              <a:avLst/>
            </a:prstGeom>
            <a:noFill/>
          </p:spPr>
          <p:txBody>
            <a:bodyPr wrap="square" lIns="0" tIns="0" rIns="0" bIns="0" rtlCol="0">
              <a:spAutoFit/>
            </a:bodyPr>
            <a:lstStyle>
              <a:defPPr>
                <a:defRPr lang="zh-CN"/>
              </a:defPPr>
              <a:lvl1pPr algn="just">
                <a:lnSpc>
                  <a:spcPts val="1400"/>
                </a:lnSpc>
                <a:defRPr kumimoji="0" sz="1000" b="0" i="0" u="none" strike="noStrike" kern="0" cap="none" spc="0" normalizeH="0" baseline="0">
                  <a:ln>
                    <a:noFill/>
                  </a:ln>
                  <a:solidFill>
                    <a:schemeClr val="bg1"/>
                  </a:solidFill>
                  <a:uLnTx/>
                  <a:uFillTx/>
                  <a:latin typeface="+mn-ea"/>
                </a:defRPr>
              </a:lvl1pPr>
            </a:lstStyle>
            <a:p>
              <a:pPr>
                <a:lnSpc>
                  <a:spcPct val="150000"/>
                </a:lnSpc>
              </a:pPr>
              <a:r>
                <a:rPr lang="zh-CN" altLang="en-US" sz="1200" dirty="0">
                  <a:latin typeface="思源黑体" panose="020B0500000000000000" pitchFamily="34" charset="-122"/>
                  <a:ea typeface="思源黑体" panose="020B0500000000000000" pitchFamily="34" charset="-122"/>
                  <a:sym typeface="思源黑体" panose="020B0500000000000000" pitchFamily="34" charset="-122"/>
                </a:rPr>
                <a:t>点击输入简要文字解说，解说文字尽量概括精炼，不用多余的文字修饰简洁精准。点击输入简要文字解说</a:t>
              </a:r>
              <a:endParaRPr lang="zh-CN" altLang="en-US" sz="1200" dirty="0">
                <a:latin typeface="思源黑体" panose="020B0500000000000000" pitchFamily="34" charset="-122"/>
                <a:ea typeface="思源黑体" panose="020B0500000000000000" pitchFamily="34" charset="-122"/>
                <a:sym typeface="思源黑体" panose="020B0500000000000000"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up)">
                                      <p:cBhvr>
                                        <p:cTn id="11" dur="1000"/>
                                        <p:tgtEl>
                                          <p:spTgt spid="34"/>
                                        </p:tgtEl>
                                      </p:cBhvr>
                                    </p:animEffect>
                                  </p:childTnLst>
                                </p:cTn>
                              </p:par>
                            </p:childTnLst>
                          </p:cTn>
                        </p:par>
                        <p:par>
                          <p:cTn id="12" fill="hold">
                            <p:stCondLst>
                              <p:cond delay="1500"/>
                            </p:stCondLst>
                            <p:childTnLst>
                              <p:par>
                                <p:cTn id="13" presetID="53" presetClass="entr" presetSubtype="528" fill="hold" nodeType="afterEffect">
                                  <p:stCondLst>
                                    <p:cond delay="200"/>
                                  </p:stCondLst>
                                  <p:childTnLst>
                                    <p:set>
                                      <p:cBhvr>
                                        <p:cTn id="14" dur="1" fill="hold">
                                          <p:stCondLst>
                                            <p:cond delay="0"/>
                                          </p:stCondLst>
                                        </p:cTn>
                                        <p:tgtEl>
                                          <p:spTgt spid="35"/>
                                        </p:tgtEl>
                                        <p:attrNameLst>
                                          <p:attrName>style.visibility</p:attrName>
                                        </p:attrNameLst>
                                      </p:cBhvr>
                                      <p:to>
                                        <p:strVal val="visible"/>
                                      </p:to>
                                    </p:set>
                                    <p:anim calcmode="lin" valueType="num">
                                      <p:cBhvr>
                                        <p:cTn id="15" dur="1000" fill="hold"/>
                                        <p:tgtEl>
                                          <p:spTgt spid="35"/>
                                        </p:tgtEl>
                                        <p:attrNameLst>
                                          <p:attrName>ppt_w</p:attrName>
                                        </p:attrNameLst>
                                      </p:cBhvr>
                                      <p:tavLst>
                                        <p:tav tm="0">
                                          <p:val>
                                            <p:fltVal val="0"/>
                                          </p:val>
                                        </p:tav>
                                        <p:tav tm="100000">
                                          <p:val>
                                            <p:strVal val="#ppt_w"/>
                                          </p:val>
                                        </p:tav>
                                      </p:tavLst>
                                    </p:anim>
                                    <p:anim calcmode="lin" valueType="num">
                                      <p:cBhvr>
                                        <p:cTn id="16" dur="1000" fill="hold"/>
                                        <p:tgtEl>
                                          <p:spTgt spid="35"/>
                                        </p:tgtEl>
                                        <p:attrNameLst>
                                          <p:attrName>ppt_h</p:attrName>
                                        </p:attrNameLst>
                                      </p:cBhvr>
                                      <p:tavLst>
                                        <p:tav tm="0">
                                          <p:val>
                                            <p:fltVal val="0"/>
                                          </p:val>
                                        </p:tav>
                                        <p:tav tm="100000">
                                          <p:val>
                                            <p:strVal val="#ppt_h"/>
                                          </p:val>
                                        </p:tav>
                                      </p:tavLst>
                                    </p:anim>
                                    <p:animEffect transition="in" filter="fade">
                                      <p:cBhvr>
                                        <p:cTn id="17" dur="1000"/>
                                        <p:tgtEl>
                                          <p:spTgt spid="35"/>
                                        </p:tgtEl>
                                      </p:cBhvr>
                                    </p:animEffect>
                                    <p:anim calcmode="lin" valueType="num">
                                      <p:cBhvr>
                                        <p:cTn id="18" dur="1000" fill="hold"/>
                                        <p:tgtEl>
                                          <p:spTgt spid="35"/>
                                        </p:tgtEl>
                                        <p:attrNameLst>
                                          <p:attrName>ppt_x</p:attrName>
                                        </p:attrNameLst>
                                      </p:cBhvr>
                                      <p:tavLst>
                                        <p:tav tm="0">
                                          <p:val>
                                            <p:fltVal val="0.5"/>
                                          </p:val>
                                        </p:tav>
                                        <p:tav tm="100000">
                                          <p:val>
                                            <p:strVal val="#ppt_x"/>
                                          </p:val>
                                        </p:tav>
                                      </p:tavLst>
                                    </p:anim>
                                    <p:anim calcmode="lin" valueType="num">
                                      <p:cBhvr>
                                        <p:cTn id="19" dur="1000" fill="hold"/>
                                        <p:tgtEl>
                                          <p:spTgt spid="35"/>
                                        </p:tgtEl>
                                        <p:attrNameLst>
                                          <p:attrName>ppt_y</p:attrName>
                                        </p:attrNameLst>
                                      </p:cBhvr>
                                      <p:tavLst>
                                        <p:tav tm="0">
                                          <p:val>
                                            <p:fltVal val="0.5"/>
                                          </p:val>
                                        </p:tav>
                                        <p:tav tm="100000">
                                          <p:val>
                                            <p:strVal val="#ppt_y"/>
                                          </p:val>
                                        </p:tav>
                                      </p:tavLst>
                                    </p:anim>
                                  </p:childTnLst>
                                </p:cTn>
                              </p:par>
                              <p:par>
                                <p:cTn id="20" presetID="53" presetClass="entr" presetSubtype="16" fill="hold" nodeType="withEffect">
                                  <p:stCondLst>
                                    <p:cond delay="600"/>
                                  </p:stCondLst>
                                  <p:childTnLst>
                                    <p:set>
                                      <p:cBhvr>
                                        <p:cTn id="21" dur="1" fill="hold">
                                          <p:stCondLst>
                                            <p:cond delay="0"/>
                                          </p:stCondLst>
                                        </p:cTn>
                                        <p:tgtEl>
                                          <p:spTgt spid="28"/>
                                        </p:tgtEl>
                                        <p:attrNameLst>
                                          <p:attrName>style.visibility</p:attrName>
                                        </p:attrNameLst>
                                      </p:cBhvr>
                                      <p:to>
                                        <p:strVal val="visible"/>
                                      </p:to>
                                    </p:set>
                                    <p:anim calcmode="lin" valueType="num">
                                      <p:cBhvr>
                                        <p:cTn id="22" dur="1000" fill="hold"/>
                                        <p:tgtEl>
                                          <p:spTgt spid="28"/>
                                        </p:tgtEl>
                                        <p:attrNameLst>
                                          <p:attrName>ppt_w</p:attrName>
                                        </p:attrNameLst>
                                      </p:cBhvr>
                                      <p:tavLst>
                                        <p:tav tm="0">
                                          <p:val>
                                            <p:fltVal val="0"/>
                                          </p:val>
                                        </p:tav>
                                        <p:tav tm="100000">
                                          <p:val>
                                            <p:strVal val="#ppt_w"/>
                                          </p:val>
                                        </p:tav>
                                      </p:tavLst>
                                    </p:anim>
                                    <p:anim calcmode="lin" valueType="num">
                                      <p:cBhvr>
                                        <p:cTn id="23" dur="1000" fill="hold"/>
                                        <p:tgtEl>
                                          <p:spTgt spid="28"/>
                                        </p:tgtEl>
                                        <p:attrNameLst>
                                          <p:attrName>ppt_h</p:attrName>
                                        </p:attrNameLst>
                                      </p:cBhvr>
                                      <p:tavLst>
                                        <p:tav tm="0">
                                          <p:val>
                                            <p:fltVal val="0"/>
                                          </p:val>
                                        </p:tav>
                                        <p:tav tm="100000">
                                          <p:val>
                                            <p:strVal val="#ppt_h"/>
                                          </p:val>
                                        </p:tav>
                                      </p:tavLst>
                                    </p:anim>
                                    <p:animEffect transition="in" filter="fade">
                                      <p:cBhvr>
                                        <p:cTn id="24" dur="1000"/>
                                        <p:tgtEl>
                                          <p:spTgt spid="28"/>
                                        </p:tgtEl>
                                      </p:cBhvr>
                                    </p:animEffect>
                                  </p:childTnLst>
                                </p:cTn>
                              </p:par>
                              <p:par>
                                <p:cTn id="25" presetID="53" presetClass="entr" presetSubtype="528" fill="hold" nodeType="withEffect">
                                  <p:stCondLst>
                                    <p:cond delay="800"/>
                                  </p:stCondLst>
                                  <p:childTnLst>
                                    <p:set>
                                      <p:cBhvr>
                                        <p:cTn id="26" dur="1" fill="hold">
                                          <p:stCondLst>
                                            <p:cond delay="0"/>
                                          </p:stCondLst>
                                        </p:cTn>
                                        <p:tgtEl>
                                          <p:spTgt spid="29"/>
                                        </p:tgtEl>
                                        <p:attrNameLst>
                                          <p:attrName>style.visibility</p:attrName>
                                        </p:attrNameLst>
                                      </p:cBhvr>
                                      <p:to>
                                        <p:strVal val="visible"/>
                                      </p:to>
                                    </p:set>
                                    <p:anim calcmode="lin" valueType="num">
                                      <p:cBhvr>
                                        <p:cTn id="27" dur="1000" fill="hold"/>
                                        <p:tgtEl>
                                          <p:spTgt spid="29"/>
                                        </p:tgtEl>
                                        <p:attrNameLst>
                                          <p:attrName>ppt_w</p:attrName>
                                        </p:attrNameLst>
                                      </p:cBhvr>
                                      <p:tavLst>
                                        <p:tav tm="0">
                                          <p:val>
                                            <p:fltVal val="0"/>
                                          </p:val>
                                        </p:tav>
                                        <p:tav tm="100000">
                                          <p:val>
                                            <p:strVal val="#ppt_w"/>
                                          </p:val>
                                        </p:tav>
                                      </p:tavLst>
                                    </p:anim>
                                    <p:anim calcmode="lin" valueType="num">
                                      <p:cBhvr>
                                        <p:cTn id="28" dur="1000" fill="hold"/>
                                        <p:tgtEl>
                                          <p:spTgt spid="29"/>
                                        </p:tgtEl>
                                        <p:attrNameLst>
                                          <p:attrName>ppt_h</p:attrName>
                                        </p:attrNameLst>
                                      </p:cBhvr>
                                      <p:tavLst>
                                        <p:tav tm="0">
                                          <p:val>
                                            <p:fltVal val="0"/>
                                          </p:val>
                                        </p:tav>
                                        <p:tav tm="100000">
                                          <p:val>
                                            <p:strVal val="#ppt_h"/>
                                          </p:val>
                                        </p:tav>
                                      </p:tavLst>
                                    </p:anim>
                                    <p:animEffect transition="in" filter="fade">
                                      <p:cBhvr>
                                        <p:cTn id="29" dur="1000"/>
                                        <p:tgtEl>
                                          <p:spTgt spid="29"/>
                                        </p:tgtEl>
                                      </p:cBhvr>
                                    </p:animEffect>
                                    <p:anim calcmode="lin" valueType="num">
                                      <p:cBhvr>
                                        <p:cTn id="30" dur="1000" fill="hold"/>
                                        <p:tgtEl>
                                          <p:spTgt spid="29"/>
                                        </p:tgtEl>
                                        <p:attrNameLst>
                                          <p:attrName>ppt_x</p:attrName>
                                        </p:attrNameLst>
                                      </p:cBhvr>
                                      <p:tavLst>
                                        <p:tav tm="0">
                                          <p:val>
                                            <p:fltVal val="0.5"/>
                                          </p:val>
                                        </p:tav>
                                        <p:tav tm="100000">
                                          <p:val>
                                            <p:strVal val="#ppt_x"/>
                                          </p:val>
                                        </p:tav>
                                      </p:tavLst>
                                    </p:anim>
                                    <p:anim calcmode="lin" valueType="num">
                                      <p:cBhvr>
                                        <p:cTn id="31" dur="1000" fill="hold"/>
                                        <p:tgtEl>
                                          <p:spTgt spid="29"/>
                                        </p:tgtEl>
                                        <p:attrNameLst>
                                          <p:attrName>ppt_y</p:attrName>
                                        </p:attrNameLst>
                                      </p:cBhvr>
                                      <p:tavLst>
                                        <p:tav tm="0">
                                          <p:val>
                                            <p:fltVal val="0.5"/>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3"/>
                                        </p:tgtEl>
                                        <p:attrNameLst>
                                          <p:attrName>style.visibility</p:attrName>
                                        </p:attrNameLst>
                                      </p:cBhvr>
                                      <p:to>
                                        <p:strVal val="visible"/>
                                      </p:to>
                                    </p:set>
                                    <p:animEffect transition="in" filter="fade">
                                      <p:cBhvr>
                                        <p:cTn id="36" dur="500"/>
                                        <p:tgtEl>
                                          <p:spTgt spid="3"/>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2"/>
                                        </p:tgtEl>
                                        <p:attrNameLst>
                                          <p:attrName>style.visibility</p:attrName>
                                        </p:attrNameLst>
                                      </p:cBhvr>
                                      <p:to>
                                        <p:strVal val="visible"/>
                                      </p:to>
                                    </p:set>
                                    <p:animEffect transition="in" filter="fade">
                                      <p:cBhvr>
                                        <p:cTn id="41" dur="500"/>
                                        <p:tgtEl>
                                          <p:spTgt spid="2"/>
                                        </p:tgtEl>
                                      </p:cBhvr>
                                    </p:animEffect>
                                  </p:childTnLst>
                                </p:cTn>
                              </p:par>
                            </p:childTnLst>
                          </p:cTn>
                        </p:par>
                        <p:par>
                          <p:cTn id="42" fill="hold">
                            <p:stCondLst>
                              <p:cond delay="500"/>
                            </p:stCondLst>
                            <p:childTnLst>
                              <p:par>
                                <p:cTn id="43" presetID="22" presetClass="entr" presetSubtype="8" fill="hold" grpId="0" nodeType="afterEffect">
                                  <p:stCondLst>
                                    <p:cond delay="0"/>
                                  </p:stCondLst>
                                  <p:childTnLst>
                                    <p:set>
                                      <p:cBhvr>
                                        <p:cTn id="44" dur="1" fill="hold">
                                          <p:stCondLst>
                                            <p:cond delay="0"/>
                                          </p:stCondLst>
                                        </p:cTn>
                                        <p:tgtEl>
                                          <p:spTgt spid="33"/>
                                        </p:tgtEl>
                                        <p:attrNameLst>
                                          <p:attrName>style.visibility</p:attrName>
                                        </p:attrNameLst>
                                      </p:cBhvr>
                                      <p:to>
                                        <p:strVal val="visible"/>
                                      </p:to>
                                    </p:set>
                                    <p:animEffect transition="in" filter="wipe(left)">
                                      <p:cBhvr>
                                        <p:cTn id="45" dur="10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6" name="组合 75"/>
          <p:cNvGrpSpPr/>
          <p:nvPr/>
        </p:nvGrpSpPr>
        <p:grpSpPr>
          <a:xfrm>
            <a:off x="1" y="-2"/>
            <a:ext cx="12191999" cy="6858000"/>
            <a:chOff x="1" y="-2"/>
            <a:chExt cx="12191999" cy="6858000"/>
          </a:xfrm>
        </p:grpSpPr>
        <p:pic>
          <p:nvPicPr>
            <p:cNvPr id="77" name="图片 76"/>
            <p:cNvPicPr>
              <a:picLocks noChangeAspect="1"/>
            </p:cNvPicPr>
            <p:nvPr/>
          </p:nvPicPr>
          <p:blipFill>
            <a:blip r:embed="rId1">
              <a:extLst>
                <a:ext uri="{BEBA8EAE-BF5A-486C-A8C5-ECC9F3942E4B}">
                  <a14:imgProps xmlns:a14="http://schemas.microsoft.com/office/drawing/2010/main">
                    <a14:imgLayer r:embed="rId2">
                      <a14:imgEffect>
                        <a14:brightnessContrast contrast="40000"/>
                      </a14:imgEffect>
                      <a14:imgEffect>
                        <a14:saturation sat="400000"/>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1" y="-2"/>
              <a:ext cx="12191999" cy="6858000"/>
            </a:xfrm>
            <a:prstGeom prst="rect">
              <a:avLst/>
            </a:prstGeom>
          </p:spPr>
        </p:pic>
        <p:sp>
          <p:nvSpPr>
            <p:cNvPr id="78" name="矩形 77"/>
            <p:cNvSpPr/>
            <p:nvPr/>
          </p:nvSpPr>
          <p:spPr>
            <a:xfrm>
              <a:off x="250371" y="267786"/>
              <a:ext cx="11691258" cy="632242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lumMod val="75000"/>
                    <a:lumOff val="25000"/>
                  </a:schemeClr>
                </a:solidFill>
                <a:latin typeface="思源黑体" panose="020B0500000000000000" pitchFamily="34" charset="-122"/>
                <a:ea typeface="思源黑体" panose="020B0500000000000000" pitchFamily="34" charset="-122"/>
              </a:endParaRPr>
            </a:p>
          </p:txBody>
        </p:sp>
      </p:grpSp>
      <p:grpSp>
        <p:nvGrpSpPr>
          <p:cNvPr id="6" name="组合 5"/>
          <p:cNvGrpSpPr/>
          <p:nvPr/>
        </p:nvGrpSpPr>
        <p:grpSpPr>
          <a:xfrm>
            <a:off x="942702" y="876582"/>
            <a:ext cx="2483440" cy="677108"/>
            <a:chOff x="250371" y="432445"/>
            <a:chExt cx="2483440" cy="677108"/>
          </a:xfrm>
        </p:grpSpPr>
        <p:sp>
          <p:nvSpPr>
            <p:cNvPr id="58" name="1"/>
            <p:cNvSpPr/>
            <p:nvPr/>
          </p:nvSpPr>
          <p:spPr>
            <a:xfrm flipV="1">
              <a:off x="250371" y="503428"/>
              <a:ext cx="144000" cy="527747"/>
            </a:xfrm>
            <a:prstGeom prst="rect">
              <a:avLst/>
            </a:prstGeom>
            <a:solidFill>
              <a:srgbClr val="587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panose="020B0500000000000000" pitchFamily="34" charset="-122"/>
                <a:ea typeface="思源黑体" panose="020B0500000000000000" pitchFamily="34" charset="-122"/>
              </a:endParaRPr>
            </a:p>
          </p:txBody>
        </p:sp>
        <p:sp>
          <p:nvSpPr>
            <p:cNvPr id="63" name="文本框 62"/>
            <p:cNvSpPr txBox="1"/>
            <p:nvPr/>
          </p:nvSpPr>
          <p:spPr>
            <a:xfrm>
              <a:off x="468735" y="432445"/>
              <a:ext cx="2265076" cy="523220"/>
            </a:xfrm>
            <a:prstGeom prst="rect">
              <a:avLst/>
            </a:prstGeom>
            <a:noFill/>
          </p:spPr>
          <p:txBody>
            <a:bodyPr wrap="square" rtlCol="0">
              <a:spAutoFit/>
            </a:bodyPr>
            <a:lstStyle/>
            <a:p>
              <a:r>
                <a:rPr lang="en-US" altLang="zh-CN" sz="2800" b="1" dirty="0">
                  <a:solidFill>
                    <a:srgbClr val="2E5596"/>
                  </a:solidFill>
                  <a:latin typeface="思源黑体" panose="020B0500000000000000" pitchFamily="34" charset="-122"/>
                  <a:ea typeface="思源黑体" panose="020B0500000000000000" pitchFamily="34" charset="-122"/>
                </a:rPr>
                <a:t>03/</a:t>
              </a:r>
              <a:r>
                <a:rPr lang="zh-CN" altLang="en-US" sz="2800" b="1" dirty="0">
                  <a:solidFill>
                    <a:srgbClr val="2E5596"/>
                  </a:solidFill>
                  <a:latin typeface="思源黑体" panose="020B0500000000000000" pitchFamily="34" charset="-122"/>
                  <a:ea typeface="思源黑体" panose="020B0500000000000000" pitchFamily="34" charset="-122"/>
                </a:rPr>
                <a:t>项目展示</a:t>
              </a:r>
              <a:endParaRPr lang="zh-CN" altLang="en-US" sz="2800" b="1" dirty="0">
                <a:solidFill>
                  <a:srgbClr val="2E5596"/>
                </a:solidFill>
                <a:latin typeface="思源黑体" panose="020B0500000000000000" pitchFamily="34" charset="-122"/>
                <a:ea typeface="思源黑体" panose="020B0500000000000000" pitchFamily="34" charset="-122"/>
              </a:endParaRPr>
            </a:p>
          </p:txBody>
        </p:sp>
        <p:sp>
          <p:nvSpPr>
            <p:cNvPr id="64" name="文本框 63"/>
            <p:cNvSpPr txBox="1"/>
            <p:nvPr/>
          </p:nvSpPr>
          <p:spPr>
            <a:xfrm>
              <a:off x="468735" y="801776"/>
              <a:ext cx="2265076" cy="307777"/>
            </a:xfrm>
            <a:prstGeom prst="rect">
              <a:avLst/>
            </a:prstGeom>
            <a:noFill/>
          </p:spPr>
          <p:txBody>
            <a:bodyPr wrap="square" rtlCol="0">
              <a:spAutoFit/>
            </a:bodyPr>
            <a:lstStyle/>
            <a:p>
              <a:r>
                <a:rPr lang="en-US" altLang="zh-CN" sz="1400" dirty="0">
                  <a:solidFill>
                    <a:schemeClr val="tx1">
                      <a:lumMod val="65000"/>
                      <a:lumOff val="35000"/>
                    </a:schemeClr>
                  </a:solidFill>
                  <a:latin typeface="思源黑体" panose="020B0500000000000000" pitchFamily="34" charset="-122"/>
                  <a:ea typeface="思源黑体" panose="020B0500000000000000" pitchFamily="34" charset="-122"/>
                </a:rPr>
                <a:t>Mid year work summary</a:t>
              </a:r>
              <a:endParaRPr lang="en-US" altLang="zh-CN" sz="1400" dirty="0">
                <a:solidFill>
                  <a:schemeClr val="tx1">
                    <a:lumMod val="65000"/>
                    <a:lumOff val="35000"/>
                  </a:schemeClr>
                </a:solidFill>
                <a:latin typeface="思源黑体" panose="020B0500000000000000" pitchFamily="34" charset="-122"/>
                <a:ea typeface="思源黑体" panose="020B0500000000000000" pitchFamily="34" charset="-122"/>
              </a:endParaRPr>
            </a:p>
          </p:txBody>
        </p:sp>
      </p:grpSp>
      <p:sp>
        <p:nvSpPr>
          <p:cNvPr id="30" name="Freeform 5"/>
          <p:cNvSpPr/>
          <p:nvPr/>
        </p:nvSpPr>
        <p:spPr bwMode="auto">
          <a:xfrm>
            <a:off x="5173217" y="2983858"/>
            <a:ext cx="1845569" cy="17033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587DB8"/>
          </a:solidFill>
          <a:ln w="9525" cap="flat">
            <a:noFill/>
            <a:prstDash val="solid"/>
            <a:miter lim="800000"/>
          </a:ln>
          <a:effectLst>
            <a:outerShdw blurRad="50800" dist="38100" dir="2700000" algn="tl" rotWithShape="0">
              <a:prstClr val="black">
                <a:alpha val="40000"/>
              </a:prstClr>
            </a:outerShdw>
          </a:effectLst>
        </p:spPr>
        <p:txBody>
          <a:bodyPr vert="horz" wrap="square" lIns="91416" tIns="45708" rIns="91416" bIns="45708" numCol="1" anchor="t" anchorCtr="0" compatLnSpc="1"/>
          <a:lstStyle/>
          <a:p>
            <a:pPr>
              <a:lnSpc>
                <a:spcPct val="130000"/>
              </a:lnSpc>
            </a:pPr>
            <a:endParaRPr lang="zh-CN" altLang="en-US" sz="28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mn-lt"/>
            </a:endParaRPr>
          </a:p>
        </p:txBody>
      </p:sp>
      <p:sp>
        <p:nvSpPr>
          <p:cNvPr id="31" name="文本框 26"/>
          <p:cNvSpPr txBox="1"/>
          <p:nvPr/>
        </p:nvSpPr>
        <p:spPr>
          <a:xfrm>
            <a:off x="5614221" y="3451363"/>
            <a:ext cx="963560" cy="830997"/>
          </a:xfrm>
          <a:prstGeom prst="rect">
            <a:avLst/>
          </a:prstGeom>
          <a:noFill/>
        </p:spPr>
        <p:txBody>
          <a:bodyPr wrap="square" rtlCol="0">
            <a:spAutoFit/>
          </a:bodyPr>
          <a:lstStyle/>
          <a:p>
            <a:pPr algn="ctr"/>
            <a:r>
              <a:rPr lang="zh-CN" altLang="en-US" sz="2400" b="1" spc="100" dirty="0">
                <a:solidFill>
                  <a:schemeClr val="bg1"/>
                </a:solidFill>
                <a:latin typeface="思源黑体" panose="020B0500000000000000" pitchFamily="34" charset="-122"/>
                <a:ea typeface="思源黑体" panose="020B0500000000000000" pitchFamily="34" charset="-122"/>
                <a:cs typeface="+mn-ea"/>
                <a:sym typeface="+mn-lt"/>
              </a:rPr>
              <a:t>添加标题</a:t>
            </a:r>
            <a:endParaRPr lang="en-US" altLang="zh-CN" sz="2400" b="1" spc="100" dirty="0">
              <a:solidFill>
                <a:schemeClr val="bg1"/>
              </a:solidFill>
              <a:latin typeface="思源黑体" panose="020B0500000000000000" pitchFamily="34" charset="-122"/>
              <a:ea typeface="思源黑体" panose="020B0500000000000000" pitchFamily="34" charset="-122"/>
              <a:cs typeface="+mn-ea"/>
              <a:sym typeface="+mn-lt"/>
            </a:endParaRPr>
          </a:p>
        </p:txBody>
      </p:sp>
      <p:sp>
        <p:nvSpPr>
          <p:cNvPr id="36" name="Freeform 5"/>
          <p:cNvSpPr/>
          <p:nvPr/>
        </p:nvSpPr>
        <p:spPr bwMode="auto">
          <a:xfrm>
            <a:off x="4656215" y="2577745"/>
            <a:ext cx="2807581" cy="253134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noFill/>
          <a:ln w="9525" cap="flat">
            <a:solidFill>
              <a:schemeClr val="bg1">
                <a:lumMod val="65000"/>
              </a:schemeClr>
            </a:solidFill>
            <a:prstDash val="solid"/>
            <a:miter lim="800000"/>
          </a:ln>
          <a:effectLst>
            <a:outerShdw blurRad="431800" dist="88900" dir="2700000" algn="tl" rotWithShape="0">
              <a:prstClr val="black">
                <a:alpha val="40000"/>
              </a:prstClr>
            </a:outerShdw>
          </a:effectLst>
        </p:spPr>
        <p:txBody>
          <a:bodyPr vert="horz" wrap="square" lIns="91416" tIns="45708" rIns="91416" bIns="45708" numCol="1" anchor="t" anchorCtr="0" compatLnSpc="1"/>
          <a:lstStyle/>
          <a:p>
            <a:pPr>
              <a:lnSpc>
                <a:spcPct val="130000"/>
              </a:lnSpc>
            </a:pPr>
            <a:endParaRPr lang="zh-CN" altLang="en-US" sz="28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mn-lt"/>
            </a:endParaRPr>
          </a:p>
        </p:txBody>
      </p:sp>
      <p:grpSp>
        <p:nvGrpSpPr>
          <p:cNvPr id="37" name="组合 36"/>
          <p:cNvGrpSpPr/>
          <p:nvPr/>
        </p:nvGrpSpPr>
        <p:grpSpPr>
          <a:xfrm>
            <a:off x="5078124" y="2299992"/>
            <a:ext cx="575300" cy="555505"/>
            <a:chOff x="6200792" y="1158425"/>
            <a:chExt cx="539408" cy="520849"/>
          </a:xfrm>
          <a:effectLst>
            <a:outerShdw blurRad="101600" dist="38100" dir="2700000" algn="tl" rotWithShape="0">
              <a:prstClr val="black">
                <a:alpha val="30000"/>
              </a:prstClr>
            </a:outerShdw>
          </a:effectLst>
        </p:grpSpPr>
        <p:sp>
          <p:nvSpPr>
            <p:cNvPr id="38" name="椭圆 37"/>
            <p:cNvSpPr/>
            <p:nvPr/>
          </p:nvSpPr>
          <p:spPr>
            <a:xfrm>
              <a:off x="6219351" y="1158425"/>
              <a:ext cx="520849" cy="520849"/>
            </a:xfrm>
            <a:prstGeom prst="ellipse">
              <a:avLst/>
            </a:prstGeom>
            <a:solidFill>
              <a:srgbClr val="2E5596"/>
            </a:solidFill>
            <a:ln>
              <a:noFill/>
            </a:ln>
            <a:effectLst>
              <a:outerShdw blurRad="101600" dist="381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sz="2400" b="1" dirty="0">
                <a:solidFill>
                  <a:schemeClr val="bg1"/>
                </a:solidFill>
                <a:latin typeface="思源黑体" panose="020B0500000000000000" pitchFamily="34" charset="-122"/>
                <a:ea typeface="思源黑体" panose="020B0500000000000000" pitchFamily="34" charset="-122"/>
                <a:cs typeface="+mn-ea"/>
                <a:sym typeface="+mn-lt"/>
              </a:endParaRPr>
            </a:p>
          </p:txBody>
        </p:sp>
        <p:sp>
          <p:nvSpPr>
            <p:cNvPr id="39" name="TextBox 39"/>
            <p:cNvSpPr txBox="1"/>
            <p:nvPr/>
          </p:nvSpPr>
          <p:spPr>
            <a:xfrm>
              <a:off x="6200792" y="1165540"/>
              <a:ext cx="527724" cy="390270"/>
            </a:xfrm>
            <a:prstGeom prst="rect">
              <a:avLst/>
            </a:prstGeom>
            <a:noFill/>
          </p:spPr>
          <p:txBody>
            <a:bodyPr wrap="square" rtlCol="0">
              <a:spAutoFit/>
            </a:bodyPr>
            <a:lstStyle/>
            <a:p>
              <a:pPr algn="ctr">
                <a:lnSpc>
                  <a:spcPct val="130000"/>
                </a:lnSpc>
              </a:pPr>
              <a:r>
                <a:rPr lang="en-US" altLang="zh-CN" sz="2400" b="1" dirty="0">
                  <a:solidFill>
                    <a:schemeClr val="bg1"/>
                  </a:solidFill>
                  <a:latin typeface="思源黑体" panose="020B0500000000000000" pitchFamily="34" charset="-122"/>
                  <a:ea typeface="思源黑体" panose="020B0500000000000000" pitchFamily="34" charset="-122"/>
                  <a:cs typeface="+mn-ea"/>
                  <a:sym typeface="+mn-lt"/>
                </a:rPr>
                <a:t>01</a:t>
              </a:r>
              <a:endParaRPr lang="zh-CN" altLang="en-US" sz="2400" b="1" dirty="0">
                <a:solidFill>
                  <a:schemeClr val="bg1"/>
                </a:solidFill>
                <a:latin typeface="思源黑体" panose="020B0500000000000000" pitchFamily="34" charset="-122"/>
                <a:ea typeface="思源黑体" panose="020B0500000000000000" pitchFamily="34" charset="-122"/>
                <a:cs typeface="+mn-ea"/>
                <a:sym typeface="+mn-lt"/>
              </a:endParaRPr>
            </a:p>
          </p:txBody>
        </p:sp>
      </p:grpSp>
      <p:grpSp>
        <p:nvGrpSpPr>
          <p:cNvPr id="43" name="组合 42"/>
          <p:cNvGrpSpPr/>
          <p:nvPr/>
        </p:nvGrpSpPr>
        <p:grpSpPr>
          <a:xfrm>
            <a:off x="4302139" y="3595114"/>
            <a:ext cx="572297" cy="555505"/>
            <a:chOff x="6203607" y="1158425"/>
            <a:chExt cx="536593" cy="520849"/>
          </a:xfrm>
        </p:grpSpPr>
        <p:sp>
          <p:nvSpPr>
            <p:cNvPr id="44" name="椭圆 43"/>
            <p:cNvSpPr/>
            <p:nvPr/>
          </p:nvSpPr>
          <p:spPr>
            <a:xfrm>
              <a:off x="6219351" y="1158425"/>
              <a:ext cx="520849" cy="520849"/>
            </a:xfrm>
            <a:prstGeom prst="ellipse">
              <a:avLst/>
            </a:prstGeom>
            <a:solidFill>
              <a:srgbClr val="2E5596"/>
            </a:solidFill>
            <a:ln>
              <a:noFill/>
            </a:ln>
            <a:effectLst>
              <a:outerShdw blurRad="101600" dist="381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sz="2400" b="1" dirty="0">
                <a:solidFill>
                  <a:schemeClr val="bg1"/>
                </a:solidFill>
                <a:latin typeface="思源黑体" panose="020B0500000000000000" pitchFamily="34" charset="-122"/>
                <a:ea typeface="思源黑体" panose="020B0500000000000000" pitchFamily="34" charset="-122"/>
                <a:cs typeface="+mn-ea"/>
                <a:sym typeface="+mn-lt"/>
              </a:endParaRPr>
            </a:p>
          </p:txBody>
        </p:sp>
        <p:sp>
          <p:nvSpPr>
            <p:cNvPr id="45" name="TextBox 56"/>
            <p:cNvSpPr txBox="1"/>
            <p:nvPr/>
          </p:nvSpPr>
          <p:spPr>
            <a:xfrm>
              <a:off x="6203607" y="1160855"/>
              <a:ext cx="527724" cy="390270"/>
            </a:xfrm>
            <a:prstGeom prst="rect">
              <a:avLst/>
            </a:prstGeom>
            <a:noFill/>
          </p:spPr>
          <p:txBody>
            <a:bodyPr wrap="square" rtlCol="0">
              <a:spAutoFit/>
            </a:bodyPr>
            <a:lstStyle/>
            <a:p>
              <a:pPr algn="ctr">
                <a:lnSpc>
                  <a:spcPct val="130000"/>
                </a:lnSpc>
              </a:pPr>
              <a:r>
                <a:rPr lang="en-US" altLang="zh-CN" sz="2400" b="1" dirty="0">
                  <a:solidFill>
                    <a:schemeClr val="bg1"/>
                  </a:solidFill>
                  <a:latin typeface="思源黑体" panose="020B0500000000000000" pitchFamily="34" charset="-122"/>
                  <a:ea typeface="思源黑体" panose="020B0500000000000000" pitchFamily="34" charset="-122"/>
                  <a:cs typeface="+mn-ea"/>
                  <a:sym typeface="+mn-lt"/>
                </a:rPr>
                <a:t>02</a:t>
              </a:r>
              <a:endParaRPr lang="zh-CN" altLang="en-US" sz="2400" b="1" dirty="0">
                <a:solidFill>
                  <a:schemeClr val="bg1"/>
                </a:solidFill>
                <a:latin typeface="思源黑体" panose="020B0500000000000000" pitchFamily="34" charset="-122"/>
                <a:ea typeface="思源黑体" panose="020B0500000000000000" pitchFamily="34" charset="-122"/>
                <a:cs typeface="+mn-ea"/>
                <a:sym typeface="+mn-lt"/>
              </a:endParaRPr>
            </a:p>
          </p:txBody>
        </p:sp>
      </p:grpSp>
      <p:grpSp>
        <p:nvGrpSpPr>
          <p:cNvPr id="60" name="组合 59"/>
          <p:cNvGrpSpPr/>
          <p:nvPr/>
        </p:nvGrpSpPr>
        <p:grpSpPr>
          <a:xfrm>
            <a:off x="5026739" y="4890921"/>
            <a:ext cx="571835" cy="555505"/>
            <a:chOff x="6204040" y="1158425"/>
            <a:chExt cx="536160" cy="520849"/>
          </a:xfrm>
        </p:grpSpPr>
        <p:sp>
          <p:nvSpPr>
            <p:cNvPr id="61" name="椭圆 60"/>
            <p:cNvSpPr/>
            <p:nvPr/>
          </p:nvSpPr>
          <p:spPr>
            <a:xfrm>
              <a:off x="6219351" y="1158425"/>
              <a:ext cx="520849" cy="520849"/>
            </a:xfrm>
            <a:prstGeom prst="ellipse">
              <a:avLst/>
            </a:prstGeom>
            <a:solidFill>
              <a:srgbClr val="2E5596"/>
            </a:solidFill>
            <a:ln>
              <a:noFill/>
            </a:ln>
            <a:effectLst>
              <a:outerShdw blurRad="101600" dist="381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sz="2400" b="1" dirty="0">
                <a:solidFill>
                  <a:schemeClr val="bg1"/>
                </a:solidFill>
                <a:latin typeface="思源黑体" panose="020B0500000000000000" pitchFamily="34" charset="-122"/>
                <a:ea typeface="思源黑体" panose="020B0500000000000000" pitchFamily="34" charset="-122"/>
                <a:cs typeface="+mn-ea"/>
                <a:sym typeface="+mn-lt"/>
              </a:endParaRPr>
            </a:p>
          </p:txBody>
        </p:sp>
        <p:sp>
          <p:nvSpPr>
            <p:cNvPr id="62" name="TextBox 64"/>
            <p:cNvSpPr txBox="1"/>
            <p:nvPr/>
          </p:nvSpPr>
          <p:spPr>
            <a:xfrm>
              <a:off x="6204040" y="1167846"/>
              <a:ext cx="527724" cy="390270"/>
            </a:xfrm>
            <a:prstGeom prst="rect">
              <a:avLst/>
            </a:prstGeom>
            <a:noFill/>
          </p:spPr>
          <p:txBody>
            <a:bodyPr wrap="square" rtlCol="0">
              <a:spAutoFit/>
            </a:bodyPr>
            <a:lstStyle/>
            <a:p>
              <a:pPr algn="ctr">
                <a:lnSpc>
                  <a:spcPct val="130000"/>
                </a:lnSpc>
              </a:pPr>
              <a:r>
                <a:rPr lang="en-US" altLang="zh-CN" sz="2400" b="1" dirty="0">
                  <a:solidFill>
                    <a:schemeClr val="bg1"/>
                  </a:solidFill>
                  <a:latin typeface="思源黑体" panose="020B0500000000000000" pitchFamily="34" charset="-122"/>
                  <a:ea typeface="思源黑体" panose="020B0500000000000000" pitchFamily="34" charset="-122"/>
                  <a:cs typeface="+mn-ea"/>
                  <a:sym typeface="+mn-lt"/>
                </a:rPr>
                <a:t>03</a:t>
              </a:r>
              <a:endParaRPr lang="zh-CN" altLang="en-US" sz="2400" b="1" dirty="0">
                <a:solidFill>
                  <a:schemeClr val="bg1"/>
                </a:solidFill>
                <a:latin typeface="思源黑体" panose="020B0500000000000000" pitchFamily="34" charset="-122"/>
                <a:ea typeface="思源黑体" panose="020B0500000000000000" pitchFamily="34" charset="-122"/>
                <a:cs typeface="+mn-ea"/>
                <a:sym typeface="+mn-lt"/>
              </a:endParaRPr>
            </a:p>
          </p:txBody>
        </p:sp>
      </p:grpSp>
      <p:grpSp>
        <p:nvGrpSpPr>
          <p:cNvPr id="69" name="组合 68"/>
          <p:cNvGrpSpPr/>
          <p:nvPr/>
        </p:nvGrpSpPr>
        <p:grpSpPr>
          <a:xfrm>
            <a:off x="6546011" y="2299992"/>
            <a:ext cx="562838" cy="555505"/>
            <a:chOff x="6219351" y="1158425"/>
            <a:chExt cx="527724" cy="520849"/>
          </a:xfrm>
        </p:grpSpPr>
        <p:sp>
          <p:nvSpPr>
            <p:cNvPr id="70" name="椭圆 69"/>
            <p:cNvSpPr/>
            <p:nvPr/>
          </p:nvSpPr>
          <p:spPr>
            <a:xfrm>
              <a:off x="6219351" y="1158425"/>
              <a:ext cx="520849" cy="520849"/>
            </a:xfrm>
            <a:prstGeom prst="ellipse">
              <a:avLst/>
            </a:prstGeom>
            <a:solidFill>
              <a:srgbClr val="2E5596"/>
            </a:solidFill>
            <a:ln>
              <a:noFill/>
            </a:ln>
            <a:effectLst>
              <a:outerShdw blurRad="101600" dist="381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sz="2400" b="1" dirty="0">
                <a:solidFill>
                  <a:schemeClr val="bg1"/>
                </a:solidFill>
                <a:latin typeface="思源黑体" panose="020B0500000000000000" pitchFamily="34" charset="-122"/>
                <a:ea typeface="思源黑体" panose="020B0500000000000000" pitchFamily="34" charset="-122"/>
                <a:cs typeface="+mn-ea"/>
                <a:sym typeface="+mn-lt"/>
              </a:endParaRPr>
            </a:p>
          </p:txBody>
        </p:sp>
        <p:sp>
          <p:nvSpPr>
            <p:cNvPr id="71" name="TextBox 19"/>
            <p:cNvSpPr txBox="1"/>
            <p:nvPr/>
          </p:nvSpPr>
          <p:spPr>
            <a:xfrm>
              <a:off x="6219351" y="1175090"/>
              <a:ext cx="527724" cy="390270"/>
            </a:xfrm>
            <a:prstGeom prst="rect">
              <a:avLst/>
            </a:prstGeom>
            <a:noFill/>
          </p:spPr>
          <p:txBody>
            <a:bodyPr wrap="square" rtlCol="0">
              <a:spAutoFit/>
            </a:bodyPr>
            <a:lstStyle/>
            <a:p>
              <a:pPr algn="ctr">
                <a:lnSpc>
                  <a:spcPct val="130000"/>
                </a:lnSpc>
              </a:pPr>
              <a:r>
                <a:rPr lang="en-US" altLang="zh-CN" sz="2400" b="1" dirty="0">
                  <a:solidFill>
                    <a:schemeClr val="bg1"/>
                  </a:solidFill>
                  <a:latin typeface="思源黑体" panose="020B0500000000000000" pitchFamily="34" charset="-122"/>
                  <a:ea typeface="思源黑体" panose="020B0500000000000000" pitchFamily="34" charset="-122"/>
                  <a:cs typeface="+mn-ea"/>
                  <a:sym typeface="+mn-lt"/>
                </a:rPr>
                <a:t>04</a:t>
              </a:r>
              <a:endParaRPr lang="zh-CN" altLang="en-US" sz="2400" b="1" dirty="0">
                <a:solidFill>
                  <a:schemeClr val="bg1"/>
                </a:solidFill>
                <a:latin typeface="思源黑体" panose="020B0500000000000000" pitchFamily="34" charset="-122"/>
                <a:ea typeface="思源黑体" panose="020B0500000000000000" pitchFamily="34" charset="-122"/>
                <a:cs typeface="+mn-ea"/>
                <a:sym typeface="+mn-lt"/>
              </a:endParaRPr>
            </a:p>
          </p:txBody>
        </p:sp>
      </p:grpSp>
      <p:grpSp>
        <p:nvGrpSpPr>
          <p:cNvPr id="84" name="组合 83"/>
          <p:cNvGrpSpPr/>
          <p:nvPr/>
        </p:nvGrpSpPr>
        <p:grpSpPr>
          <a:xfrm>
            <a:off x="7330561" y="3595798"/>
            <a:ext cx="562838" cy="555505"/>
            <a:chOff x="6216780" y="1158425"/>
            <a:chExt cx="527724" cy="520849"/>
          </a:xfrm>
        </p:grpSpPr>
        <p:sp>
          <p:nvSpPr>
            <p:cNvPr id="85" name="椭圆 84"/>
            <p:cNvSpPr/>
            <p:nvPr/>
          </p:nvSpPr>
          <p:spPr>
            <a:xfrm>
              <a:off x="6219351" y="1158425"/>
              <a:ext cx="520849" cy="520849"/>
            </a:xfrm>
            <a:prstGeom prst="ellipse">
              <a:avLst/>
            </a:prstGeom>
            <a:solidFill>
              <a:srgbClr val="2E5596"/>
            </a:solidFill>
            <a:ln>
              <a:noFill/>
            </a:ln>
            <a:effectLst>
              <a:outerShdw blurRad="101600" dist="381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sz="2400" b="1" dirty="0">
                <a:solidFill>
                  <a:schemeClr val="bg1"/>
                </a:solidFill>
                <a:latin typeface="思源黑体" panose="020B0500000000000000" pitchFamily="34" charset="-122"/>
                <a:ea typeface="思源黑体" panose="020B0500000000000000" pitchFamily="34" charset="-122"/>
                <a:cs typeface="+mn-ea"/>
                <a:sym typeface="+mn-lt"/>
              </a:endParaRPr>
            </a:p>
          </p:txBody>
        </p:sp>
        <p:sp>
          <p:nvSpPr>
            <p:cNvPr id="86" name="TextBox 75"/>
            <p:cNvSpPr txBox="1"/>
            <p:nvPr/>
          </p:nvSpPr>
          <p:spPr>
            <a:xfrm>
              <a:off x="6216780" y="1160214"/>
              <a:ext cx="527724" cy="390270"/>
            </a:xfrm>
            <a:prstGeom prst="rect">
              <a:avLst/>
            </a:prstGeom>
            <a:noFill/>
          </p:spPr>
          <p:txBody>
            <a:bodyPr wrap="square" rtlCol="0">
              <a:spAutoFit/>
            </a:bodyPr>
            <a:lstStyle/>
            <a:p>
              <a:pPr algn="ctr">
                <a:lnSpc>
                  <a:spcPct val="130000"/>
                </a:lnSpc>
              </a:pPr>
              <a:r>
                <a:rPr lang="en-US" altLang="zh-CN" sz="2400" b="1" dirty="0">
                  <a:solidFill>
                    <a:schemeClr val="bg1"/>
                  </a:solidFill>
                  <a:latin typeface="思源黑体" panose="020B0500000000000000" pitchFamily="34" charset="-122"/>
                  <a:ea typeface="思源黑体" panose="020B0500000000000000" pitchFamily="34" charset="-122"/>
                  <a:cs typeface="+mn-ea"/>
                  <a:sym typeface="+mn-lt"/>
                </a:rPr>
                <a:t>05</a:t>
              </a:r>
              <a:endParaRPr lang="zh-CN" altLang="en-US" sz="2400" b="1" dirty="0">
                <a:solidFill>
                  <a:schemeClr val="bg1"/>
                </a:solidFill>
                <a:latin typeface="思源黑体" panose="020B0500000000000000" pitchFamily="34" charset="-122"/>
                <a:ea typeface="思源黑体" panose="020B0500000000000000" pitchFamily="34" charset="-122"/>
                <a:cs typeface="+mn-ea"/>
                <a:sym typeface="+mn-lt"/>
              </a:endParaRPr>
            </a:p>
          </p:txBody>
        </p:sp>
      </p:grpSp>
      <p:grpSp>
        <p:nvGrpSpPr>
          <p:cNvPr id="90" name="组合 89"/>
          <p:cNvGrpSpPr/>
          <p:nvPr/>
        </p:nvGrpSpPr>
        <p:grpSpPr>
          <a:xfrm>
            <a:off x="6617999" y="4861519"/>
            <a:ext cx="562838" cy="585591"/>
            <a:chOff x="6219351" y="1130216"/>
            <a:chExt cx="527724" cy="549058"/>
          </a:xfrm>
        </p:grpSpPr>
        <p:sp>
          <p:nvSpPr>
            <p:cNvPr id="91" name="椭圆 90"/>
            <p:cNvSpPr/>
            <p:nvPr/>
          </p:nvSpPr>
          <p:spPr>
            <a:xfrm>
              <a:off x="6219351" y="1158425"/>
              <a:ext cx="520849" cy="520849"/>
            </a:xfrm>
            <a:prstGeom prst="ellipse">
              <a:avLst/>
            </a:prstGeom>
            <a:solidFill>
              <a:srgbClr val="2E5596"/>
            </a:solidFill>
            <a:ln>
              <a:noFill/>
            </a:ln>
            <a:effectLst>
              <a:outerShdw blurRad="101600" dist="381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sz="2400" b="1" dirty="0">
                <a:solidFill>
                  <a:schemeClr val="bg1"/>
                </a:solidFill>
                <a:latin typeface="思源黑体" panose="020B0500000000000000" pitchFamily="34" charset="-122"/>
                <a:ea typeface="思源黑体" panose="020B0500000000000000" pitchFamily="34" charset="-122"/>
                <a:cs typeface="+mn-ea"/>
                <a:sym typeface="+mn-lt"/>
              </a:endParaRPr>
            </a:p>
          </p:txBody>
        </p:sp>
        <p:sp>
          <p:nvSpPr>
            <p:cNvPr id="92" name="TextBox 83"/>
            <p:cNvSpPr txBox="1"/>
            <p:nvPr/>
          </p:nvSpPr>
          <p:spPr>
            <a:xfrm>
              <a:off x="6219351" y="1130216"/>
              <a:ext cx="527724" cy="390270"/>
            </a:xfrm>
            <a:prstGeom prst="rect">
              <a:avLst/>
            </a:prstGeom>
            <a:noFill/>
          </p:spPr>
          <p:txBody>
            <a:bodyPr wrap="square" rtlCol="0">
              <a:spAutoFit/>
            </a:bodyPr>
            <a:lstStyle/>
            <a:p>
              <a:pPr algn="ctr">
                <a:lnSpc>
                  <a:spcPct val="130000"/>
                </a:lnSpc>
              </a:pPr>
              <a:r>
                <a:rPr lang="en-US" altLang="zh-CN" sz="2400" b="1" dirty="0">
                  <a:solidFill>
                    <a:schemeClr val="bg1"/>
                  </a:solidFill>
                  <a:latin typeface="思源黑体" panose="020B0500000000000000" pitchFamily="34" charset="-122"/>
                  <a:ea typeface="思源黑体" panose="020B0500000000000000" pitchFamily="34" charset="-122"/>
                  <a:cs typeface="+mn-ea"/>
                  <a:sym typeface="+mn-lt"/>
                </a:rPr>
                <a:t>06</a:t>
              </a:r>
              <a:endParaRPr lang="zh-CN" altLang="en-US" sz="2400" b="1" dirty="0">
                <a:solidFill>
                  <a:schemeClr val="bg1"/>
                </a:solidFill>
                <a:latin typeface="思源黑体" panose="020B0500000000000000" pitchFamily="34" charset="-122"/>
                <a:ea typeface="思源黑体" panose="020B0500000000000000" pitchFamily="34" charset="-122"/>
                <a:cs typeface="+mn-ea"/>
                <a:sym typeface="+mn-lt"/>
              </a:endParaRPr>
            </a:p>
          </p:txBody>
        </p:sp>
      </p:grpSp>
      <p:grpSp>
        <p:nvGrpSpPr>
          <p:cNvPr id="2" name="组合 1"/>
          <p:cNvGrpSpPr/>
          <p:nvPr/>
        </p:nvGrpSpPr>
        <p:grpSpPr>
          <a:xfrm>
            <a:off x="1923615" y="1992349"/>
            <a:ext cx="2807581" cy="863148"/>
            <a:chOff x="50168" y="3520592"/>
            <a:chExt cx="2807581" cy="863148"/>
          </a:xfrm>
        </p:grpSpPr>
        <p:sp>
          <p:nvSpPr>
            <p:cNvPr id="93" name="Rectangle 29"/>
            <p:cNvSpPr/>
            <p:nvPr/>
          </p:nvSpPr>
          <p:spPr>
            <a:xfrm>
              <a:off x="50168" y="3805825"/>
              <a:ext cx="2807581" cy="577915"/>
            </a:xfrm>
            <a:prstGeom prst="rect">
              <a:avLst/>
            </a:prstGeom>
          </p:spPr>
          <p:txBody>
            <a:bodyPr wrap="square">
              <a:spAutoFit/>
            </a:bodyPr>
            <a:lstStyle/>
            <a:p>
              <a:pPr lvl="0" algn="r">
                <a:lnSpc>
                  <a:spcPts val="2000"/>
                </a:lnSpc>
                <a:defRPr/>
              </a:pPr>
              <a:r>
                <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sym typeface="FZHei-B01S" panose="02010601030101010101" pitchFamily="2" charset="-122"/>
                </a:rPr>
                <a:t>请在此处添加具体内容，文字尽量言简意赅，简单说明即可，不必过于繁琐。</a:t>
              </a:r>
              <a:endPar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sym typeface="FZHei-B01S" panose="02010601030101010101" pitchFamily="2" charset="-122"/>
              </a:endParaRPr>
            </a:p>
          </p:txBody>
        </p:sp>
        <p:sp>
          <p:nvSpPr>
            <p:cNvPr id="94" name="Rectangle 30"/>
            <p:cNvSpPr/>
            <p:nvPr/>
          </p:nvSpPr>
          <p:spPr>
            <a:xfrm>
              <a:off x="1765608" y="3520592"/>
              <a:ext cx="1092141" cy="337185"/>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600" b="1" noProof="0" dirty="0">
                  <a:ln>
                    <a:noFill/>
                  </a:ln>
                  <a:solidFill>
                    <a:schemeClr val="tx1">
                      <a:lumMod val="75000"/>
                      <a:lumOff val="25000"/>
                    </a:schemeClr>
                  </a:solidFill>
                  <a:effectLst/>
                  <a:uLnTx/>
                  <a:uFillTx/>
                  <a:latin typeface="思源黑体" panose="020B0500000000000000" pitchFamily="34" charset="-122"/>
                  <a:ea typeface="思源黑体" panose="020B0500000000000000" pitchFamily="34" charset="-122"/>
                  <a:cs typeface="Open Sans" pitchFamily="34" charset="0"/>
                  <a:sym typeface="+mn-ea"/>
                </a:rPr>
                <a:t>添加标题</a:t>
              </a:r>
              <a:endParaRPr kumimoji="0" lang="zh-CN" altLang="en-US" sz="1600" b="1" i="0" u="none" strike="noStrike" kern="1200" cap="none" spc="0" normalizeH="0" baseline="0" noProof="0" dirty="0">
                <a:ln>
                  <a:noFill/>
                </a:ln>
                <a:solidFill>
                  <a:schemeClr val="tx1">
                    <a:lumMod val="75000"/>
                    <a:lumOff val="25000"/>
                  </a:schemeClr>
                </a:solidFill>
                <a:effectLst/>
                <a:uLnTx/>
                <a:uFillTx/>
                <a:latin typeface="思源黑体" panose="020B0500000000000000" pitchFamily="34" charset="-122"/>
                <a:ea typeface="思源黑体" panose="020B0500000000000000" pitchFamily="34" charset="-122"/>
                <a:cs typeface="Open Sans" pitchFamily="34" charset="0"/>
                <a:sym typeface="+mn-ea"/>
              </a:endParaRPr>
            </a:p>
          </p:txBody>
        </p:sp>
      </p:grpSp>
      <p:grpSp>
        <p:nvGrpSpPr>
          <p:cNvPr id="98" name="组合 97"/>
          <p:cNvGrpSpPr/>
          <p:nvPr/>
        </p:nvGrpSpPr>
        <p:grpSpPr>
          <a:xfrm>
            <a:off x="1493687" y="3486487"/>
            <a:ext cx="2807581" cy="863148"/>
            <a:chOff x="50168" y="3520592"/>
            <a:chExt cx="2807581" cy="863148"/>
          </a:xfrm>
        </p:grpSpPr>
        <p:sp>
          <p:nvSpPr>
            <p:cNvPr id="99" name="Rectangle 29"/>
            <p:cNvSpPr/>
            <p:nvPr/>
          </p:nvSpPr>
          <p:spPr>
            <a:xfrm>
              <a:off x="50168" y="3805825"/>
              <a:ext cx="2807581" cy="577915"/>
            </a:xfrm>
            <a:prstGeom prst="rect">
              <a:avLst/>
            </a:prstGeom>
          </p:spPr>
          <p:txBody>
            <a:bodyPr wrap="square">
              <a:spAutoFit/>
            </a:bodyPr>
            <a:lstStyle/>
            <a:p>
              <a:pPr lvl="0" algn="r">
                <a:lnSpc>
                  <a:spcPts val="2000"/>
                </a:lnSpc>
                <a:defRPr/>
              </a:pPr>
              <a:r>
                <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sym typeface="FZHei-B01S" panose="02010601030101010101" pitchFamily="2" charset="-122"/>
                </a:rPr>
                <a:t>请在此处添加具体内容，文字尽量言简意赅，简单说明即可，不必过于繁琐。</a:t>
              </a:r>
              <a:endPar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sym typeface="FZHei-B01S" panose="02010601030101010101" pitchFamily="2" charset="-122"/>
              </a:endParaRPr>
            </a:p>
          </p:txBody>
        </p:sp>
        <p:sp>
          <p:nvSpPr>
            <p:cNvPr id="100" name="Rectangle 30"/>
            <p:cNvSpPr/>
            <p:nvPr/>
          </p:nvSpPr>
          <p:spPr>
            <a:xfrm>
              <a:off x="1765608" y="3520592"/>
              <a:ext cx="1092141" cy="337185"/>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600" b="1" noProof="0" dirty="0">
                  <a:ln>
                    <a:noFill/>
                  </a:ln>
                  <a:solidFill>
                    <a:schemeClr val="tx1">
                      <a:lumMod val="75000"/>
                      <a:lumOff val="25000"/>
                    </a:schemeClr>
                  </a:solidFill>
                  <a:effectLst/>
                  <a:uLnTx/>
                  <a:uFillTx/>
                  <a:latin typeface="思源黑体" panose="020B0500000000000000" pitchFamily="34" charset="-122"/>
                  <a:ea typeface="思源黑体" panose="020B0500000000000000" pitchFamily="34" charset="-122"/>
                  <a:cs typeface="Open Sans" pitchFamily="34" charset="0"/>
                  <a:sym typeface="+mn-ea"/>
                </a:rPr>
                <a:t>添加标题</a:t>
              </a:r>
              <a:endParaRPr kumimoji="0" lang="zh-CN" altLang="en-US" sz="1600" b="1" i="0" u="none" strike="noStrike" kern="1200" cap="none" spc="0" normalizeH="0" baseline="0" noProof="0" dirty="0">
                <a:ln>
                  <a:noFill/>
                </a:ln>
                <a:solidFill>
                  <a:schemeClr val="tx1">
                    <a:lumMod val="75000"/>
                    <a:lumOff val="25000"/>
                  </a:schemeClr>
                </a:solidFill>
                <a:effectLst/>
                <a:uLnTx/>
                <a:uFillTx/>
                <a:latin typeface="思源黑体" panose="020B0500000000000000" pitchFamily="34" charset="-122"/>
                <a:ea typeface="思源黑体" panose="020B0500000000000000" pitchFamily="34" charset="-122"/>
                <a:cs typeface="Open Sans" pitchFamily="34" charset="0"/>
                <a:sym typeface="+mn-ea"/>
              </a:endParaRPr>
            </a:p>
          </p:txBody>
        </p:sp>
      </p:grpSp>
      <p:grpSp>
        <p:nvGrpSpPr>
          <p:cNvPr id="101" name="组合 100"/>
          <p:cNvGrpSpPr/>
          <p:nvPr/>
        </p:nvGrpSpPr>
        <p:grpSpPr>
          <a:xfrm>
            <a:off x="1805336" y="4858407"/>
            <a:ext cx="2807581" cy="863148"/>
            <a:chOff x="50168" y="3520592"/>
            <a:chExt cx="2807581" cy="863148"/>
          </a:xfrm>
        </p:grpSpPr>
        <p:sp>
          <p:nvSpPr>
            <p:cNvPr id="102" name="Rectangle 29"/>
            <p:cNvSpPr/>
            <p:nvPr/>
          </p:nvSpPr>
          <p:spPr>
            <a:xfrm>
              <a:off x="50168" y="3805825"/>
              <a:ext cx="2807581" cy="577915"/>
            </a:xfrm>
            <a:prstGeom prst="rect">
              <a:avLst/>
            </a:prstGeom>
          </p:spPr>
          <p:txBody>
            <a:bodyPr wrap="square">
              <a:spAutoFit/>
            </a:bodyPr>
            <a:lstStyle/>
            <a:p>
              <a:pPr lvl="0" algn="r">
                <a:lnSpc>
                  <a:spcPts val="2000"/>
                </a:lnSpc>
                <a:defRPr/>
              </a:pPr>
              <a:r>
                <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sym typeface="FZHei-B01S" panose="02010601030101010101" pitchFamily="2" charset="-122"/>
                </a:rPr>
                <a:t>请在此处添加具体内容，文字尽量言简意赅，简单说明即可，不必过于繁琐。</a:t>
              </a:r>
              <a:endPar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sym typeface="FZHei-B01S" panose="02010601030101010101" pitchFamily="2" charset="-122"/>
              </a:endParaRPr>
            </a:p>
          </p:txBody>
        </p:sp>
        <p:sp>
          <p:nvSpPr>
            <p:cNvPr id="103" name="Rectangle 30"/>
            <p:cNvSpPr/>
            <p:nvPr/>
          </p:nvSpPr>
          <p:spPr>
            <a:xfrm>
              <a:off x="1765608" y="3520592"/>
              <a:ext cx="1092141" cy="337185"/>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600" b="1" noProof="0" dirty="0">
                  <a:ln>
                    <a:noFill/>
                  </a:ln>
                  <a:solidFill>
                    <a:schemeClr val="tx1">
                      <a:lumMod val="75000"/>
                      <a:lumOff val="25000"/>
                    </a:schemeClr>
                  </a:solidFill>
                  <a:effectLst/>
                  <a:uLnTx/>
                  <a:uFillTx/>
                  <a:latin typeface="思源黑体" panose="020B0500000000000000" pitchFamily="34" charset="-122"/>
                  <a:ea typeface="思源黑体" panose="020B0500000000000000" pitchFamily="34" charset="-122"/>
                  <a:cs typeface="Open Sans" pitchFamily="34" charset="0"/>
                  <a:sym typeface="+mn-ea"/>
                </a:rPr>
                <a:t>添加标题</a:t>
              </a:r>
              <a:endParaRPr kumimoji="0" lang="zh-CN" altLang="en-US" sz="1600" b="1" i="0" u="none" strike="noStrike" kern="1200" cap="none" spc="0" normalizeH="0" baseline="0" noProof="0" dirty="0">
                <a:ln>
                  <a:noFill/>
                </a:ln>
                <a:solidFill>
                  <a:schemeClr val="tx1">
                    <a:lumMod val="75000"/>
                    <a:lumOff val="25000"/>
                  </a:schemeClr>
                </a:solidFill>
                <a:effectLst/>
                <a:uLnTx/>
                <a:uFillTx/>
                <a:latin typeface="思源黑体" panose="020B0500000000000000" pitchFamily="34" charset="-122"/>
                <a:ea typeface="思源黑体" panose="020B0500000000000000" pitchFamily="34" charset="-122"/>
                <a:cs typeface="Open Sans" pitchFamily="34" charset="0"/>
                <a:sym typeface="+mn-ea"/>
              </a:endParaRPr>
            </a:p>
          </p:txBody>
        </p:sp>
      </p:grpSp>
      <p:grpSp>
        <p:nvGrpSpPr>
          <p:cNvPr id="104" name="组合 103"/>
          <p:cNvGrpSpPr/>
          <p:nvPr/>
        </p:nvGrpSpPr>
        <p:grpSpPr>
          <a:xfrm>
            <a:off x="7507094" y="2081274"/>
            <a:ext cx="2807581" cy="838760"/>
            <a:chOff x="50168" y="3544980"/>
            <a:chExt cx="2807581" cy="838760"/>
          </a:xfrm>
        </p:grpSpPr>
        <p:sp>
          <p:nvSpPr>
            <p:cNvPr id="105" name="Rectangle 29"/>
            <p:cNvSpPr/>
            <p:nvPr/>
          </p:nvSpPr>
          <p:spPr>
            <a:xfrm>
              <a:off x="50168" y="3805825"/>
              <a:ext cx="2807581" cy="577915"/>
            </a:xfrm>
            <a:prstGeom prst="rect">
              <a:avLst/>
            </a:prstGeom>
          </p:spPr>
          <p:txBody>
            <a:bodyPr wrap="square">
              <a:spAutoFit/>
            </a:bodyPr>
            <a:lstStyle/>
            <a:p>
              <a:pPr lvl="0" algn="r">
                <a:lnSpc>
                  <a:spcPts val="2000"/>
                </a:lnSpc>
                <a:defRPr/>
              </a:pPr>
              <a:r>
                <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sym typeface="FZHei-B01S" panose="02010601030101010101" pitchFamily="2" charset="-122"/>
                </a:rPr>
                <a:t>请在此处添加具体内容，文字尽量言简意赅，简单说明即可，不必过于繁琐。</a:t>
              </a:r>
              <a:endPar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sym typeface="FZHei-B01S" panose="02010601030101010101" pitchFamily="2" charset="-122"/>
              </a:endParaRPr>
            </a:p>
          </p:txBody>
        </p:sp>
        <p:sp>
          <p:nvSpPr>
            <p:cNvPr id="106" name="Rectangle 30"/>
            <p:cNvSpPr/>
            <p:nvPr/>
          </p:nvSpPr>
          <p:spPr>
            <a:xfrm>
              <a:off x="57500" y="3544980"/>
              <a:ext cx="1092141" cy="337185"/>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600" b="1" noProof="0" dirty="0">
                  <a:ln>
                    <a:noFill/>
                  </a:ln>
                  <a:solidFill>
                    <a:schemeClr val="tx1">
                      <a:lumMod val="75000"/>
                      <a:lumOff val="25000"/>
                    </a:schemeClr>
                  </a:solidFill>
                  <a:effectLst/>
                  <a:uLnTx/>
                  <a:uFillTx/>
                  <a:latin typeface="思源黑体" panose="020B0500000000000000" pitchFamily="34" charset="-122"/>
                  <a:ea typeface="思源黑体" panose="020B0500000000000000" pitchFamily="34" charset="-122"/>
                  <a:cs typeface="Open Sans" pitchFamily="34" charset="0"/>
                  <a:sym typeface="+mn-ea"/>
                </a:rPr>
                <a:t>添加标题</a:t>
              </a:r>
              <a:endParaRPr kumimoji="0" lang="zh-CN" altLang="en-US" sz="1600" b="1" i="0" u="none" strike="noStrike" kern="1200" cap="none" spc="0" normalizeH="0" baseline="0" noProof="0" dirty="0">
                <a:ln>
                  <a:noFill/>
                </a:ln>
                <a:solidFill>
                  <a:schemeClr val="tx1">
                    <a:lumMod val="75000"/>
                    <a:lumOff val="25000"/>
                  </a:schemeClr>
                </a:solidFill>
                <a:effectLst/>
                <a:uLnTx/>
                <a:uFillTx/>
                <a:latin typeface="思源黑体" panose="020B0500000000000000" pitchFamily="34" charset="-122"/>
                <a:ea typeface="思源黑体" panose="020B0500000000000000" pitchFamily="34" charset="-122"/>
                <a:cs typeface="Open Sans" pitchFamily="34" charset="0"/>
                <a:sym typeface="+mn-ea"/>
              </a:endParaRPr>
            </a:p>
          </p:txBody>
        </p:sp>
      </p:grpSp>
      <p:grpSp>
        <p:nvGrpSpPr>
          <p:cNvPr id="113" name="组合 112"/>
          <p:cNvGrpSpPr/>
          <p:nvPr/>
        </p:nvGrpSpPr>
        <p:grpSpPr>
          <a:xfrm>
            <a:off x="8065502" y="3424036"/>
            <a:ext cx="2807581" cy="838760"/>
            <a:chOff x="50168" y="3544980"/>
            <a:chExt cx="2807581" cy="838760"/>
          </a:xfrm>
        </p:grpSpPr>
        <p:sp>
          <p:nvSpPr>
            <p:cNvPr id="114" name="Rectangle 29"/>
            <p:cNvSpPr/>
            <p:nvPr/>
          </p:nvSpPr>
          <p:spPr>
            <a:xfrm>
              <a:off x="50168" y="3805825"/>
              <a:ext cx="2807581" cy="577915"/>
            </a:xfrm>
            <a:prstGeom prst="rect">
              <a:avLst/>
            </a:prstGeom>
          </p:spPr>
          <p:txBody>
            <a:bodyPr wrap="square">
              <a:spAutoFit/>
            </a:bodyPr>
            <a:lstStyle/>
            <a:p>
              <a:pPr lvl="0" algn="r">
                <a:lnSpc>
                  <a:spcPts val="2000"/>
                </a:lnSpc>
                <a:defRPr/>
              </a:pPr>
              <a:r>
                <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sym typeface="FZHei-B01S" panose="02010601030101010101" pitchFamily="2" charset="-122"/>
                </a:rPr>
                <a:t>请在此处添加具体内容，文字尽量言简意赅，简单说明即可，不必过于繁琐。</a:t>
              </a:r>
              <a:endPar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sym typeface="FZHei-B01S" panose="02010601030101010101" pitchFamily="2" charset="-122"/>
              </a:endParaRPr>
            </a:p>
          </p:txBody>
        </p:sp>
        <p:sp>
          <p:nvSpPr>
            <p:cNvPr id="115" name="Rectangle 30"/>
            <p:cNvSpPr/>
            <p:nvPr/>
          </p:nvSpPr>
          <p:spPr>
            <a:xfrm>
              <a:off x="57500" y="3544980"/>
              <a:ext cx="1092141" cy="337185"/>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600" b="1" noProof="0" dirty="0">
                  <a:ln>
                    <a:noFill/>
                  </a:ln>
                  <a:solidFill>
                    <a:schemeClr val="tx1">
                      <a:lumMod val="75000"/>
                      <a:lumOff val="25000"/>
                    </a:schemeClr>
                  </a:solidFill>
                  <a:effectLst/>
                  <a:uLnTx/>
                  <a:uFillTx/>
                  <a:latin typeface="思源黑体" panose="020B0500000000000000" pitchFamily="34" charset="-122"/>
                  <a:ea typeface="思源黑体" panose="020B0500000000000000" pitchFamily="34" charset="-122"/>
                  <a:cs typeface="Open Sans" pitchFamily="34" charset="0"/>
                  <a:sym typeface="+mn-ea"/>
                </a:rPr>
                <a:t>添加标题</a:t>
              </a:r>
              <a:endParaRPr kumimoji="0" lang="zh-CN" altLang="en-US" sz="1600" b="1" i="0" u="none" strike="noStrike" kern="1200" cap="none" spc="0" normalizeH="0" baseline="0" noProof="0" dirty="0">
                <a:ln>
                  <a:noFill/>
                </a:ln>
                <a:solidFill>
                  <a:schemeClr val="tx1">
                    <a:lumMod val="75000"/>
                    <a:lumOff val="25000"/>
                  </a:schemeClr>
                </a:solidFill>
                <a:effectLst/>
                <a:uLnTx/>
                <a:uFillTx/>
                <a:latin typeface="思源黑体" panose="020B0500000000000000" pitchFamily="34" charset="-122"/>
                <a:ea typeface="思源黑体" panose="020B0500000000000000" pitchFamily="34" charset="-122"/>
                <a:cs typeface="Open Sans" pitchFamily="34" charset="0"/>
                <a:sym typeface="+mn-ea"/>
              </a:endParaRPr>
            </a:p>
          </p:txBody>
        </p:sp>
      </p:grpSp>
      <p:grpSp>
        <p:nvGrpSpPr>
          <p:cNvPr id="116" name="组合 115"/>
          <p:cNvGrpSpPr/>
          <p:nvPr/>
        </p:nvGrpSpPr>
        <p:grpSpPr>
          <a:xfrm>
            <a:off x="7423875" y="4817900"/>
            <a:ext cx="2807581" cy="838760"/>
            <a:chOff x="50168" y="3544980"/>
            <a:chExt cx="2807581" cy="838760"/>
          </a:xfrm>
        </p:grpSpPr>
        <p:sp>
          <p:nvSpPr>
            <p:cNvPr id="117" name="Rectangle 29"/>
            <p:cNvSpPr/>
            <p:nvPr/>
          </p:nvSpPr>
          <p:spPr>
            <a:xfrm>
              <a:off x="50168" y="3805825"/>
              <a:ext cx="2807581" cy="577915"/>
            </a:xfrm>
            <a:prstGeom prst="rect">
              <a:avLst/>
            </a:prstGeom>
          </p:spPr>
          <p:txBody>
            <a:bodyPr wrap="square">
              <a:spAutoFit/>
            </a:bodyPr>
            <a:lstStyle/>
            <a:p>
              <a:pPr lvl="0" algn="r">
                <a:lnSpc>
                  <a:spcPts val="2000"/>
                </a:lnSpc>
                <a:defRPr/>
              </a:pPr>
              <a:r>
                <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sym typeface="FZHei-B01S" panose="02010601030101010101" pitchFamily="2" charset="-122"/>
                </a:rPr>
                <a:t>请在此处添加具体内容，文字尽量言简意赅，简单说明即可，不必过于繁琐。</a:t>
              </a:r>
              <a:endPar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sym typeface="FZHei-B01S" panose="02010601030101010101" pitchFamily="2" charset="-122"/>
              </a:endParaRPr>
            </a:p>
          </p:txBody>
        </p:sp>
        <p:sp>
          <p:nvSpPr>
            <p:cNvPr id="118" name="Rectangle 30"/>
            <p:cNvSpPr/>
            <p:nvPr/>
          </p:nvSpPr>
          <p:spPr>
            <a:xfrm>
              <a:off x="57500" y="3544980"/>
              <a:ext cx="1092141" cy="337185"/>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600" b="1" noProof="0" dirty="0">
                  <a:ln>
                    <a:noFill/>
                  </a:ln>
                  <a:solidFill>
                    <a:schemeClr val="tx1">
                      <a:lumMod val="75000"/>
                      <a:lumOff val="25000"/>
                    </a:schemeClr>
                  </a:solidFill>
                  <a:effectLst/>
                  <a:uLnTx/>
                  <a:uFillTx/>
                  <a:latin typeface="思源黑体" panose="020B0500000000000000" pitchFamily="34" charset="-122"/>
                  <a:ea typeface="思源黑体" panose="020B0500000000000000" pitchFamily="34" charset="-122"/>
                  <a:cs typeface="Open Sans" pitchFamily="34" charset="0"/>
                  <a:sym typeface="+mn-ea"/>
                </a:rPr>
                <a:t>添加标题</a:t>
              </a:r>
              <a:endParaRPr kumimoji="0" lang="zh-CN" altLang="en-US" sz="1600" b="1" i="0" u="none" strike="noStrike" kern="1200" cap="none" spc="0" normalizeH="0" baseline="0" noProof="0" dirty="0">
                <a:ln>
                  <a:noFill/>
                </a:ln>
                <a:solidFill>
                  <a:schemeClr val="tx1">
                    <a:lumMod val="75000"/>
                    <a:lumOff val="25000"/>
                  </a:schemeClr>
                </a:solidFill>
                <a:effectLst/>
                <a:uLnTx/>
                <a:uFillTx/>
                <a:latin typeface="思源黑体" panose="020B0500000000000000" pitchFamily="34" charset="-122"/>
                <a:ea typeface="思源黑体" panose="020B0500000000000000" pitchFamily="34" charset="-122"/>
                <a:cs typeface="Open Sans" pitchFamily="34" charset="0"/>
                <a:sym typeface="+mn-ea"/>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fade">
                                      <p:cBhvr>
                                        <p:cTn id="12" dur="500"/>
                                        <p:tgtEl>
                                          <p:spTgt spid="30"/>
                                        </p:tgtEl>
                                      </p:cBhvr>
                                    </p:animEffect>
                                  </p:childTnLst>
                                </p:cTn>
                              </p:par>
                              <p:par>
                                <p:cTn id="13" presetID="53" presetClass="entr" presetSubtype="16" fill="hold" grpId="0" nodeType="withEffect">
                                  <p:stCondLst>
                                    <p:cond delay="1000"/>
                                  </p:stCondLst>
                                  <p:iterate type="lt">
                                    <p:tmPct val="20000"/>
                                  </p:iterate>
                                  <p:childTnLst>
                                    <p:set>
                                      <p:cBhvr>
                                        <p:cTn id="14" dur="1" fill="hold">
                                          <p:stCondLst>
                                            <p:cond delay="0"/>
                                          </p:stCondLst>
                                        </p:cTn>
                                        <p:tgtEl>
                                          <p:spTgt spid="31"/>
                                        </p:tgtEl>
                                        <p:attrNameLst>
                                          <p:attrName>style.visibility</p:attrName>
                                        </p:attrNameLst>
                                      </p:cBhvr>
                                      <p:to>
                                        <p:strVal val="visible"/>
                                      </p:to>
                                    </p:set>
                                    <p:anim calcmode="lin" valueType="num">
                                      <p:cBhvr>
                                        <p:cTn id="15" dur="500" fill="hold"/>
                                        <p:tgtEl>
                                          <p:spTgt spid="31"/>
                                        </p:tgtEl>
                                        <p:attrNameLst>
                                          <p:attrName>ppt_w</p:attrName>
                                        </p:attrNameLst>
                                      </p:cBhvr>
                                      <p:tavLst>
                                        <p:tav tm="0">
                                          <p:val>
                                            <p:fltVal val="0"/>
                                          </p:val>
                                        </p:tav>
                                        <p:tav tm="100000">
                                          <p:val>
                                            <p:strVal val="#ppt_w"/>
                                          </p:val>
                                        </p:tav>
                                      </p:tavLst>
                                    </p:anim>
                                    <p:anim calcmode="lin" valueType="num">
                                      <p:cBhvr>
                                        <p:cTn id="16" dur="500" fill="hold"/>
                                        <p:tgtEl>
                                          <p:spTgt spid="31"/>
                                        </p:tgtEl>
                                        <p:attrNameLst>
                                          <p:attrName>ppt_h</p:attrName>
                                        </p:attrNameLst>
                                      </p:cBhvr>
                                      <p:tavLst>
                                        <p:tav tm="0">
                                          <p:val>
                                            <p:fltVal val="0"/>
                                          </p:val>
                                        </p:tav>
                                        <p:tav tm="100000">
                                          <p:val>
                                            <p:strVal val="#ppt_h"/>
                                          </p:val>
                                        </p:tav>
                                      </p:tavLst>
                                    </p:anim>
                                    <p:animEffect transition="in" filter="fade">
                                      <p:cBhvr>
                                        <p:cTn id="17" dur="500"/>
                                        <p:tgtEl>
                                          <p:spTgt spid="31"/>
                                        </p:tgtEl>
                                      </p:cBhvr>
                                    </p:animEffect>
                                  </p:childTnLst>
                                </p:cTn>
                              </p:par>
                            </p:childTnLst>
                          </p:cTn>
                        </p:par>
                        <p:par>
                          <p:cTn id="18" fill="hold">
                            <p:stCondLst>
                              <p:cond delay="1800"/>
                            </p:stCondLst>
                            <p:childTnLst>
                              <p:par>
                                <p:cTn id="19" presetID="16" presetClass="entr" presetSubtype="21" fill="hold" grpId="0" nodeType="afterEffect">
                                  <p:stCondLst>
                                    <p:cond delay="0"/>
                                  </p:stCondLst>
                                  <p:childTnLst>
                                    <p:set>
                                      <p:cBhvr>
                                        <p:cTn id="20" dur="1" fill="hold">
                                          <p:stCondLst>
                                            <p:cond delay="0"/>
                                          </p:stCondLst>
                                        </p:cTn>
                                        <p:tgtEl>
                                          <p:spTgt spid="36"/>
                                        </p:tgtEl>
                                        <p:attrNameLst>
                                          <p:attrName>style.visibility</p:attrName>
                                        </p:attrNameLst>
                                      </p:cBhvr>
                                      <p:to>
                                        <p:strVal val="visible"/>
                                      </p:to>
                                    </p:set>
                                    <p:animEffect transition="in" filter="barn(inVertical)">
                                      <p:cBhvr>
                                        <p:cTn id="21" dur="500"/>
                                        <p:tgtEl>
                                          <p:spTgt spid="36"/>
                                        </p:tgtEl>
                                      </p:cBhvr>
                                    </p:animEffect>
                                  </p:childTnLst>
                                </p:cTn>
                              </p:par>
                            </p:childTnLst>
                          </p:cTn>
                        </p:par>
                        <p:par>
                          <p:cTn id="22" fill="hold">
                            <p:stCondLst>
                              <p:cond delay="2300"/>
                            </p:stCondLst>
                            <p:childTnLst>
                              <p:par>
                                <p:cTn id="23" presetID="45" presetClass="entr" presetSubtype="0" fill="hold" nodeType="afterEffect">
                                  <p:stCondLst>
                                    <p:cond delay="0"/>
                                  </p:stCondLst>
                                  <p:childTnLst>
                                    <p:set>
                                      <p:cBhvr>
                                        <p:cTn id="24" dur="1" fill="hold">
                                          <p:stCondLst>
                                            <p:cond delay="0"/>
                                          </p:stCondLst>
                                        </p:cTn>
                                        <p:tgtEl>
                                          <p:spTgt spid="69"/>
                                        </p:tgtEl>
                                        <p:attrNameLst>
                                          <p:attrName>style.visibility</p:attrName>
                                        </p:attrNameLst>
                                      </p:cBhvr>
                                      <p:to>
                                        <p:strVal val="visible"/>
                                      </p:to>
                                    </p:set>
                                    <p:animEffect transition="in" filter="fade">
                                      <p:cBhvr>
                                        <p:cTn id="25" dur="750"/>
                                        <p:tgtEl>
                                          <p:spTgt spid="69"/>
                                        </p:tgtEl>
                                      </p:cBhvr>
                                    </p:animEffect>
                                    <p:anim calcmode="lin" valueType="num">
                                      <p:cBhvr>
                                        <p:cTn id="26" dur="750" fill="hold"/>
                                        <p:tgtEl>
                                          <p:spTgt spid="69"/>
                                        </p:tgtEl>
                                        <p:attrNameLst>
                                          <p:attrName>ppt_w</p:attrName>
                                        </p:attrNameLst>
                                      </p:cBhvr>
                                      <p:tavLst>
                                        <p:tav tm="0" fmla="#ppt_w*sin(2.5*pi*$)">
                                          <p:val>
                                            <p:fltVal val="0"/>
                                          </p:val>
                                        </p:tav>
                                        <p:tav tm="100000">
                                          <p:val>
                                            <p:fltVal val="1"/>
                                          </p:val>
                                        </p:tav>
                                      </p:tavLst>
                                    </p:anim>
                                    <p:anim calcmode="lin" valueType="num">
                                      <p:cBhvr>
                                        <p:cTn id="27" dur="750" fill="hold"/>
                                        <p:tgtEl>
                                          <p:spTgt spid="69"/>
                                        </p:tgtEl>
                                        <p:attrNameLst>
                                          <p:attrName>ppt_h</p:attrName>
                                        </p:attrNameLst>
                                      </p:cBhvr>
                                      <p:tavLst>
                                        <p:tav tm="0">
                                          <p:val>
                                            <p:strVal val="#ppt_h"/>
                                          </p:val>
                                        </p:tav>
                                        <p:tav tm="100000">
                                          <p:val>
                                            <p:strVal val="#ppt_h"/>
                                          </p:val>
                                        </p:tav>
                                      </p:tavLst>
                                    </p:anim>
                                  </p:childTnLst>
                                </p:cTn>
                              </p:par>
                            </p:childTnLst>
                          </p:cTn>
                        </p:par>
                        <p:par>
                          <p:cTn id="28" fill="hold">
                            <p:stCondLst>
                              <p:cond delay="3300"/>
                            </p:stCondLst>
                            <p:childTnLst>
                              <p:par>
                                <p:cTn id="29" presetID="45" presetClass="entr" presetSubtype="0" fill="hold" nodeType="afterEffect">
                                  <p:stCondLst>
                                    <p:cond delay="0"/>
                                  </p:stCondLst>
                                  <p:childTnLst>
                                    <p:set>
                                      <p:cBhvr>
                                        <p:cTn id="30" dur="1" fill="hold">
                                          <p:stCondLst>
                                            <p:cond delay="0"/>
                                          </p:stCondLst>
                                        </p:cTn>
                                        <p:tgtEl>
                                          <p:spTgt spid="37"/>
                                        </p:tgtEl>
                                        <p:attrNameLst>
                                          <p:attrName>style.visibility</p:attrName>
                                        </p:attrNameLst>
                                      </p:cBhvr>
                                      <p:to>
                                        <p:strVal val="visible"/>
                                      </p:to>
                                    </p:set>
                                    <p:animEffect transition="in" filter="fade">
                                      <p:cBhvr>
                                        <p:cTn id="31" dur="750"/>
                                        <p:tgtEl>
                                          <p:spTgt spid="37"/>
                                        </p:tgtEl>
                                      </p:cBhvr>
                                    </p:animEffect>
                                    <p:anim calcmode="lin" valueType="num">
                                      <p:cBhvr>
                                        <p:cTn id="32" dur="750" fill="hold"/>
                                        <p:tgtEl>
                                          <p:spTgt spid="37"/>
                                        </p:tgtEl>
                                        <p:attrNameLst>
                                          <p:attrName>ppt_w</p:attrName>
                                        </p:attrNameLst>
                                      </p:cBhvr>
                                      <p:tavLst>
                                        <p:tav tm="0" fmla="#ppt_w*sin(2.5*pi*$)">
                                          <p:val>
                                            <p:fltVal val="0"/>
                                          </p:val>
                                        </p:tav>
                                        <p:tav tm="100000">
                                          <p:val>
                                            <p:fltVal val="1"/>
                                          </p:val>
                                        </p:tav>
                                      </p:tavLst>
                                    </p:anim>
                                    <p:anim calcmode="lin" valueType="num">
                                      <p:cBhvr>
                                        <p:cTn id="33" dur="750" fill="hold"/>
                                        <p:tgtEl>
                                          <p:spTgt spid="37"/>
                                        </p:tgtEl>
                                        <p:attrNameLst>
                                          <p:attrName>ppt_h</p:attrName>
                                        </p:attrNameLst>
                                      </p:cBhvr>
                                      <p:tavLst>
                                        <p:tav tm="0">
                                          <p:val>
                                            <p:strVal val="#ppt_h"/>
                                          </p:val>
                                        </p:tav>
                                        <p:tav tm="100000">
                                          <p:val>
                                            <p:strVal val="#ppt_h"/>
                                          </p:val>
                                        </p:tav>
                                      </p:tavLst>
                                    </p:anim>
                                  </p:childTnLst>
                                </p:cTn>
                              </p:par>
                            </p:childTnLst>
                          </p:cTn>
                        </p:par>
                        <p:par>
                          <p:cTn id="34" fill="hold">
                            <p:stCondLst>
                              <p:cond delay="4300"/>
                            </p:stCondLst>
                            <p:childTnLst>
                              <p:par>
                                <p:cTn id="35" presetID="45" presetClass="entr" presetSubtype="0" fill="hold" nodeType="afterEffect">
                                  <p:stCondLst>
                                    <p:cond delay="0"/>
                                  </p:stCondLst>
                                  <p:childTnLst>
                                    <p:set>
                                      <p:cBhvr>
                                        <p:cTn id="36" dur="1" fill="hold">
                                          <p:stCondLst>
                                            <p:cond delay="0"/>
                                          </p:stCondLst>
                                        </p:cTn>
                                        <p:tgtEl>
                                          <p:spTgt spid="43"/>
                                        </p:tgtEl>
                                        <p:attrNameLst>
                                          <p:attrName>style.visibility</p:attrName>
                                        </p:attrNameLst>
                                      </p:cBhvr>
                                      <p:to>
                                        <p:strVal val="visible"/>
                                      </p:to>
                                    </p:set>
                                    <p:animEffect transition="in" filter="fade">
                                      <p:cBhvr>
                                        <p:cTn id="37" dur="750"/>
                                        <p:tgtEl>
                                          <p:spTgt spid="43"/>
                                        </p:tgtEl>
                                      </p:cBhvr>
                                    </p:animEffect>
                                    <p:anim calcmode="lin" valueType="num">
                                      <p:cBhvr>
                                        <p:cTn id="38" dur="750" fill="hold"/>
                                        <p:tgtEl>
                                          <p:spTgt spid="43"/>
                                        </p:tgtEl>
                                        <p:attrNameLst>
                                          <p:attrName>ppt_w</p:attrName>
                                        </p:attrNameLst>
                                      </p:cBhvr>
                                      <p:tavLst>
                                        <p:tav tm="0" fmla="#ppt_w*sin(2.5*pi*$)">
                                          <p:val>
                                            <p:fltVal val="0"/>
                                          </p:val>
                                        </p:tav>
                                        <p:tav tm="100000">
                                          <p:val>
                                            <p:fltVal val="1"/>
                                          </p:val>
                                        </p:tav>
                                      </p:tavLst>
                                    </p:anim>
                                    <p:anim calcmode="lin" valueType="num">
                                      <p:cBhvr>
                                        <p:cTn id="39" dur="750" fill="hold"/>
                                        <p:tgtEl>
                                          <p:spTgt spid="43"/>
                                        </p:tgtEl>
                                        <p:attrNameLst>
                                          <p:attrName>ppt_h</p:attrName>
                                        </p:attrNameLst>
                                      </p:cBhvr>
                                      <p:tavLst>
                                        <p:tav tm="0">
                                          <p:val>
                                            <p:strVal val="#ppt_h"/>
                                          </p:val>
                                        </p:tav>
                                        <p:tav tm="100000">
                                          <p:val>
                                            <p:strVal val="#ppt_h"/>
                                          </p:val>
                                        </p:tav>
                                      </p:tavLst>
                                    </p:anim>
                                  </p:childTnLst>
                                </p:cTn>
                              </p:par>
                            </p:childTnLst>
                          </p:cTn>
                        </p:par>
                        <p:par>
                          <p:cTn id="40" fill="hold">
                            <p:stCondLst>
                              <p:cond delay="5300"/>
                            </p:stCondLst>
                            <p:childTnLst>
                              <p:par>
                                <p:cTn id="41" presetID="45" presetClass="entr" presetSubtype="0" fill="hold" nodeType="afterEffect">
                                  <p:stCondLst>
                                    <p:cond delay="0"/>
                                  </p:stCondLst>
                                  <p:childTnLst>
                                    <p:set>
                                      <p:cBhvr>
                                        <p:cTn id="42" dur="1" fill="hold">
                                          <p:stCondLst>
                                            <p:cond delay="0"/>
                                          </p:stCondLst>
                                        </p:cTn>
                                        <p:tgtEl>
                                          <p:spTgt spid="60"/>
                                        </p:tgtEl>
                                        <p:attrNameLst>
                                          <p:attrName>style.visibility</p:attrName>
                                        </p:attrNameLst>
                                      </p:cBhvr>
                                      <p:to>
                                        <p:strVal val="visible"/>
                                      </p:to>
                                    </p:set>
                                    <p:animEffect transition="in" filter="fade">
                                      <p:cBhvr>
                                        <p:cTn id="43" dur="750"/>
                                        <p:tgtEl>
                                          <p:spTgt spid="60"/>
                                        </p:tgtEl>
                                      </p:cBhvr>
                                    </p:animEffect>
                                    <p:anim calcmode="lin" valueType="num">
                                      <p:cBhvr>
                                        <p:cTn id="44" dur="750" fill="hold"/>
                                        <p:tgtEl>
                                          <p:spTgt spid="60"/>
                                        </p:tgtEl>
                                        <p:attrNameLst>
                                          <p:attrName>ppt_w</p:attrName>
                                        </p:attrNameLst>
                                      </p:cBhvr>
                                      <p:tavLst>
                                        <p:tav tm="0" fmla="#ppt_w*sin(2.5*pi*$)">
                                          <p:val>
                                            <p:fltVal val="0"/>
                                          </p:val>
                                        </p:tav>
                                        <p:tav tm="100000">
                                          <p:val>
                                            <p:fltVal val="1"/>
                                          </p:val>
                                        </p:tav>
                                      </p:tavLst>
                                    </p:anim>
                                    <p:anim calcmode="lin" valueType="num">
                                      <p:cBhvr>
                                        <p:cTn id="45" dur="750" fill="hold"/>
                                        <p:tgtEl>
                                          <p:spTgt spid="60"/>
                                        </p:tgtEl>
                                        <p:attrNameLst>
                                          <p:attrName>ppt_h</p:attrName>
                                        </p:attrNameLst>
                                      </p:cBhvr>
                                      <p:tavLst>
                                        <p:tav tm="0">
                                          <p:val>
                                            <p:strVal val="#ppt_h"/>
                                          </p:val>
                                        </p:tav>
                                        <p:tav tm="100000">
                                          <p:val>
                                            <p:strVal val="#ppt_h"/>
                                          </p:val>
                                        </p:tav>
                                      </p:tavLst>
                                    </p:anim>
                                  </p:childTnLst>
                                </p:cTn>
                              </p:par>
                            </p:childTnLst>
                          </p:cTn>
                        </p:par>
                        <p:par>
                          <p:cTn id="46" fill="hold">
                            <p:stCondLst>
                              <p:cond delay="6300"/>
                            </p:stCondLst>
                            <p:childTnLst>
                              <p:par>
                                <p:cTn id="47" presetID="45" presetClass="entr" presetSubtype="0" fill="hold" nodeType="afterEffect">
                                  <p:stCondLst>
                                    <p:cond delay="0"/>
                                  </p:stCondLst>
                                  <p:childTnLst>
                                    <p:set>
                                      <p:cBhvr>
                                        <p:cTn id="48" dur="1" fill="hold">
                                          <p:stCondLst>
                                            <p:cond delay="0"/>
                                          </p:stCondLst>
                                        </p:cTn>
                                        <p:tgtEl>
                                          <p:spTgt spid="84"/>
                                        </p:tgtEl>
                                        <p:attrNameLst>
                                          <p:attrName>style.visibility</p:attrName>
                                        </p:attrNameLst>
                                      </p:cBhvr>
                                      <p:to>
                                        <p:strVal val="visible"/>
                                      </p:to>
                                    </p:set>
                                    <p:animEffect transition="in" filter="fade">
                                      <p:cBhvr>
                                        <p:cTn id="49" dur="750"/>
                                        <p:tgtEl>
                                          <p:spTgt spid="84"/>
                                        </p:tgtEl>
                                      </p:cBhvr>
                                    </p:animEffect>
                                    <p:anim calcmode="lin" valueType="num">
                                      <p:cBhvr>
                                        <p:cTn id="50" dur="750" fill="hold"/>
                                        <p:tgtEl>
                                          <p:spTgt spid="84"/>
                                        </p:tgtEl>
                                        <p:attrNameLst>
                                          <p:attrName>ppt_w</p:attrName>
                                        </p:attrNameLst>
                                      </p:cBhvr>
                                      <p:tavLst>
                                        <p:tav tm="0" fmla="#ppt_w*sin(2.5*pi*$)">
                                          <p:val>
                                            <p:fltVal val="0"/>
                                          </p:val>
                                        </p:tav>
                                        <p:tav tm="100000">
                                          <p:val>
                                            <p:fltVal val="1"/>
                                          </p:val>
                                        </p:tav>
                                      </p:tavLst>
                                    </p:anim>
                                    <p:anim calcmode="lin" valueType="num">
                                      <p:cBhvr>
                                        <p:cTn id="51" dur="750" fill="hold"/>
                                        <p:tgtEl>
                                          <p:spTgt spid="84"/>
                                        </p:tgtEl>
                                        <p:attrNameLst>
                                          <p:attrName>ppt_h</p:attrName>
                                        </p:attrNameLst>
                                      </p:cBhvr>
                                      <p:tavLst>
                                        <p:tav tm="0">
                                          <p:val>
                                            <p:strVal val="#ppt_h"/>
                                          </p:val>
                                        </p:tav>
                                        <p:tav tm="100000">
                                          <p:val>
                                            <p:strVal val="#ppt_h"/>
                                          </p:val>
                                        </p:tav>
                                      </p:tavLst>
                                    </p:anim>
                                  </p:childTnLst>
                                </p:cTn>
                              </p:par>
                            </p:childTnLst>
                          </p:cTn>
                        </p:par>
                        <p:par>
                          <p:cTn id="52" fill="hold">
                            <p:stCondLst>
                              <p:cond delay="7300"/>
                            </p:stCondLst>
                            <p:childTnLst>
                              <p:par>
                                <p:cTn id="53" presetID="45" presetClass="entr" presetSubtype="0" fill="hold" nodeType="afterEffect">
                                  <p:stCondLst>
                                    <p:cond delay="0"/>
                                  </p:stCondLst>
                                  <p:childTnLst>
                                    <p:set>
                                      <p:cBhvr>
                                        <p:cTn id="54" dur="1" fill="hold">
                                          <p:stCondLst>
                                            <p:cond delay="0"/>
                                          </p:stCondLst>
                                        </p:cTn>
                                        <p:tgtEl>
                                          <p:spTgt spid="90"/>
                                        </p:tgtEl>
                                        <p:attrNameLst>
                                          <p:attrName>style.visibility</p:attrName>
                                        </p:attrNameLst>
                                      </p:cBhvr>
                                      <p:to>
                                        <p:strVal val="visible"/>
                                      </p:to>
                                    </p:set>
                                    <p:animEffect transition="in" filter="fade">
                                      <p:cBhvr>
                                        <p:cTn id="55" dur="750"/>
                                        <p:tgtEl>
                                          <p:spTgt spid="90"/>
                                        </p:tgtEl>
                                      </p:cBhvr>
                                    </p:animEffect>
                                    <p:anim calcmode="lin" valueType="num">
                                      <p:cBhvr>
                                        <p:cTn id="56" dur="750" fill="hold"/>
                                        <p:tgtEl>
                                          <p:spTgt spid="90"/>
                                        </p:tgtEl>
                                        <p:attrNameLst>
                                          <p:attrName>ppt_w</p:attrName>
                                        </p:attrNameLst>
                                      </p:cBhvr>
                                      <p:tavLst>
                                        <p:tav tm="0" fmla="#ppt_w*sin(2.5*pi*$)">
                                          <p:val>
                                            <p:fltVal val="0"/>
                                          </p:val>
                                        </p:tav>
                                        <p:tav tm="100000">
                                          <p:val>
                                            <p:fltVal val="1"/>
                                          </p:val>
                                        </p:tav>
                                      </p:tavLst>
                                    </p:anim>
                                    <p:anim calcmode="lin" valueType="num">
                                      <p:cBhvr>
                                        <p:cTn id="57" dur="750" fill="hold"/>
                                        <p:tgtEl>
                                          <p:spTgt spid="90"/>
                                        </p:tgtEl>
                                        <p:attrNameLst>
                                          <p:attrName>ppt_h</p:attrName>
                                        </p:attrNameLst>
                                      </p:cBhvr>
                                      <p:tavLst>
                                        <p:tav tm="0">
                                          <p:val>
                                            <p:strVal val="#ppt_h"/>
                                          </p:val>
                                        </p:tav>
                                        <p:tav tm="100000">
                                          <p:val>
                                            <p:strVal val="#ppt_h"/>
                                          </p:val>
                                        </p:tav>
                                      </p:tavLst>
                                    </p:anim>
                                  </p:childTnLst>
                                </p:cTn>
                              </p:par>
                            </p:childTnLst>
                          </p:cTn>
                        </p:par>
                        <p:par>
                          <p:cTn id="58" fill="hold">
                            <p:stCondLst>
                              <p:cond delay="8300"/>
                            </p:stCondLst>
                            <p:childTnLst>
                              <p:par>
                                <p:cTn id="59" presetID="10" presetClass="entr" presetSubtype="0" fill="hold" nodeType="afterEffect">
                                  <p:stCondLst>
                                    <p:cond delay="0"/>
                                  </p:stCondLst>
                                  <p:childTnLst>
                                    <p:set>
                                      <p:cBhvr>
                                        <p:cTn id="60" dur="1" fill="hold">
                                          <p:stCondLst>
                                            <p:cond delay="0"/>
                                          </p:stCondLst>
                                        </p:cTn>
                                        <p:tgtEl>
                                          <p:spTgt spid="2"/>
                                        </p:tgtEl>
                                        <p:attrNameLst>
                                          <p:attrName>style.visibility</p:attrName>
                                        </p:attrNameLst>
                                      </p:cBhvr>
                                      <p:to>
                                        <p:strVal val="visible"/>
                                      </p:to>
                                    </p:set>
                                    <p:animEffect transition="in" filter="fade">
                                      <p:cBhvr>
                                        <p:cTn id="61" dur="500"/>
                                        <p:tgtEl>
                                          <p:spTgt spid="2"/>
                                        </p:tgtEl>
                                      </p:cBhvr>
                                    </p:animEffect>
                                  </p:childTnLst>
                                </p:cTn>
                              </p:par>
                            </p:childTnLst>
                          </p:cTn>
                        </p:par>
                        <p:par>
                          <p:cTn id="62" fill="hold">
                            <p:stCondLst>
                              <p:cond delay="8800"/>
                            </p:stCondLst>
                            <p:childTnLst>
                              <p:par>
                                <p:cTn id="63" presetID="10" presetClass="entr" presetSubtype="0" fill="hold" nodeType="afterEffect">
                                  <p:stCondLst>
                                    <p:cond delay="0"/>
                                  </p:stCondLst>
                                  <p:childTnLst>
                                    <p:set>
                                      <p:cBhvr>
                                        <p:cTn id="64" dur="1" fill="hold">
                                          <p:stCondLst>
                                            <p:cond delay="0"/>
                                          </p:stCondLst>
                                        </p:cTn>
                                        <p:tgtEl>
                                          <p:spTgt spid="98"/>
                                        </p:tgtEl>
                                        <p:attrNameLst>
                                          <p:attrName>style.visibility</p:attrName>
                                        </p:attrNameLst>
                                      </p:cBhvr>
                                      <p:to>
                                        <p:strVal val="visible"/>
                                      </p:to>
                                    </p:set>
                                    <p:animEffect transition="in" filter="fade">
                                      <p:cBhvr>
                                        <p:cTn id="65" dur="500"/>
                                        <p:tgtEl>
                                          <p:spTgt spid="98"/>
                                        </p:tgtEl>
                                      </p:cBhvr>
                                    </p:animEffect>
                                  </p:childTnLst>
                                </p:cTn>
                              </p:par>
                            </p:childTnLst>
                          </p:cTn>
                        </p:par>
                        <p:par>
                          <p:cTn id="66" fill="hold">
                            <p:stCondLst>
                              <p:cond delay="9300"/>
                            </p:stCondLst>
                            <p:childTnLst>
                              <p:par>
                                <p:cTn id="67" presetID="10" presetClass="entr" presetSubtype="0" fill="hold" nodeType="afterEffect">
                                  <p:stCondLst>
                                    <p:cond delay="0"/>
                                  </p:stCondLst>
                                  <p:childTnLst>
                                    <p:set>
                                      <p:cBhvr>
                                        <p:cTn id="68" dur="1" fill="hold">
                                          <p:stCondLst>
                                            <p:cond delay="0"/>
                                          </p:stCondLst>
                                        </p:cTn>
                                        <p:tgtEl>
                                          <p:spTgt spid="101"/>
                                        </p:tgtEl>
                                        <p:attrNameLst>
                                          <p:attrName>style.visibility</p:attrName>
                                        </p:attrNameLst>
                                      </p:cBhvr>
                                      <p:to>
                                        <p:strVal val="visible"/>
                                      </p:to>
                                    </p:set>
                                    <p:animEffect transition="in" filter="fade">
                                      <p:cBhvr>
                                        <p:cTn id="69" dur="500"/>
                                        <p:tgtEl>
                                          <p:spTgt spid="101"/>
                                        </p:tgtEl>
                                      </p:cBhvr>
                                    </p:animEffect>
                                  </p:childTnLst>
                                </p:cTn>
                              </p:par>
                            </p:childTnLst>
                          </p:cTn>
                        </p:par>
                        <p:par>
                          <p:cTn id="70" fill="hold">
                            <p:stCondLst>
                              <p:cond delay="9800"/>
                            </p:stCondLst>
                            <p:childTnLst>
                              <p:par>
                                <p:cTn id="71" presetID="10" presetClass="entr" presetSubtype="0" fill="hold" nodeType="afterEffect">
                                  <p:stCondLst>
                                    <p:cond delay="0"/>
                                  </p:stCondLst>
                                  <p:childTnLst>
                                    <p:set>
                                      <p:cBhvr>
                                        <p:cTn id="72" dur="1" fill="hold">
                                          <p:stCondLst>
                                            <p:cond delay="0"/>
                                          </p:stCondLst>
                                        </p:cTn>
                                        <p:tgtEl>
                                          <p:spTgt spid="104"/>
                                        </p:tgtEl>
                                        <p:attrNameLst>
                                          <p:attrName>style.visibility</p:attrName>
                                        </p:attrNameLst>
                                      </p:cBhvr>
                                      <p:to>
                                        <p:strVal val="visible"/>
                                      </p:to>
                                    </p:set>
                                    <p:animEffect transition="in" filter="fade">
                                      <p:cBhvr>
                                        <p:cTn id="73" dur="500"/>
                                        <p:tgtEl>
                                          <p:spTgt spid="104"/>
                                        </p:tgtEl>
                                      </p:cBhvr>
                                    </p:animEffect>
                                  </p:childTnLst>
                                </p:cTn>
                              </p:par>
                            </p:childTnLst>
                          </p:cTn>
                        </p:par>
                        <p:par>
                          <p:cTn id="74" fill="hold">
                            <p:stCondLst>
                              <p:cond delay="10300"/>
                            </p:stCondLst>
                            <p:childTnLst>
                              <p:par>
                                <p:cTn id="75" presetID="10" presetClass="entr" presetSubtype="0" fill="hold" nodeType="afterEffect">
                                  <p:stCondLst>
                                    <p:cond delay="0"/>
                                  </p:stCondLst>
                                  <p:childTnLst>
                                    <p:set>
                                      <p:cBhvr>
                                        <p:cTn id="76" dur="1" fill="hold">
                                          <p:stCondLst>
                                            <p:cond delay="0"/>
                                          </p:stCondLst>
                                        </p:cTn>
                                        <p:tgtEl>
                                          <p:spTgt spid="113"/>
                                        </p:tgtEl>
                                        <p:attrNameLst>
                                          <p:attrName>style.visibility</p:attrName>
                                        </p:attrNameLst>
                                      </p:cBhvr>
                                      <p:to>
                                        <p:strVal val="visible"/>
                                      </p:to>
                                    </p:set>
                                    <p:animEffect transition="in" filter="fade">
                                      <p:cBhvr>
                                        <p:cTn id="77" dur="500"/>
                                        <p:tgtEl>
                                          <p:spTgt spid="113"/>
                                        </p:tgtEl>
                                      </p:cBhvr>
                                    </p:animEffect>
                                  </p:childTnLst>
                                </p:cTn>
                              </p:par>
                            </p:childTnLst>
                          </p:cTn>
                        </p:par>
                        <p:par>
                          <p:cTn id="78" fill="hold">
                            <p:stCondLst>
                              <p:cond delay="10800"/>
                            </p:stCondLst>
                            <p:childTnLst>
                              <p:par>
                                <p:cTn id="79" presetID="10" presetClass="entr" presetSubtype="0" fill="hold" nodeType="afterEffect">
                                  <p:stCondLst>
                                    <p:cond delay="0"/>
                                  </p:stCondLst>
                                  <p:childTnLst>
                                    <p:set>
                                      <p:cBhvr>
                                        <p:cTn id="80" dur="1" fill="hold">
                                          <p:stCondLst>
                                            <p:cond delay="0"/>
                                          </p:stCondLst>
                                        </p:cTn>
                                        <p:tgtEl>
                                          <p:spTgt spid="116"/>
                                        </p:tgtEl>
                                        <p:attrNameLst>
                                          <p:attrName>style.visibility</p:attrName>
                                        </p:attrNameLst>
                                      </p:cBhvr>
                                      <p:to>
                                        <p:strVal val="visible"/>
                                      </p:to>
                                    </p:set>
                                    <p:animEffect transition="in" filter="fade">
                                      <p:cBhvr>
                                        <p:cTn id="81" dur="500"/>
                                        <p:tgtEl>
                                          <p:spTgt spid="1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1" grpId="0"/>
      <p:bldP spid="3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6" name="组合 75"/>
          <p:cNvGrpSpPr/>
          <p:nvPr/>
        </p:nvGrpSpPr>
        <p:grpSpPr>
          <a:xfrm>
            <a:off x="1" y="-2"/>
            <a:ext cx="12191999" cy="6858000"/>
            <a:chOff x="1" y="-2"/>
            <a:chExt cx="12191999" cy="6858000"/>
          </a:xfrm>
        </p:grpSpPr>
        <p:pic>
          <p:nvPicPr>
            <p:cNvPr id="77" name="图片 76"/>
            <p:cNvPicPr>
              <a:picLocks noChangeAspect="1"/>
            </p:cNvPicPr>
            <p:nvPr/>
          </p:nvPicPr>
          <p:blipFill>
            <a:blip r:embed="rId1">
              <a:extLst>
                <a:ext uri="{BEBA8EAE-BF5A-486C-A8C5-ECC9F3942E4B}">
                  <a14:imgProps xmlns:a14="http://schemas.microsoft.com/office/drawing/2010/main">
                    <a14:imgLayer r:embed="rId2">
                      <a14:imgEffect>
                        <a14:brightnessContrast contrast="40000"/>
                      </a14:imgEffect>
                      <a14:imgEffect>
                        <a14:saturation sat="400000"/>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1" y="-2"/>
              <a:ext cx="12191999" cy="6858000"/>
            </a:xfrm>
            <a:prstGeom prst="rect">
              <a:avLst/>
            </a:prstGeom>
          </p:spPr>
        </p:pic>
        <p:sp>
          <p:nvSpPr>
            <p:cNvPr id="78" name="矩形 77"/>
            <p:cNvSpPr/>
            <p:nvPr/>
          </p:nvSpPr>
          <p:spPr>
            <a:xfrm>
              <a:off x="250371" y="267786"/>
              <a:ext cx="11691258" cy="632242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lumMod val="75000"/>
                    <a:lumOff val="25000"/>
                  </a:schemeClr>
                </a:solidFill>
                <a:latin typeface="思源黑体" panose="020B0500000000000000" pitchFamily="34" charset="-122"/>
                <a:ea typeface="思源黑体" panose="020B0500000000000000" pitchFamily="34" charset="-122"/>
              </a:endParaRPr>
            </a:p>
          </p:txBody>
        </p:sp>
      </p:grpSp>
      <p:grpSp>
        <p:nvGrpSpPr>
          <p:cNvPr id="6" name="组合 5"/>
          <p:cNvGrpSpPr/>
          <p:nvPr/>
        </p:nvGrpSpPr>
        <p:grpSpPr>
          <a:xfrm>
            <a:off x="942702" y="876582"/>
            <a:ext cx="2483440" cy="677108"/>
            <a:chOff x="250371" y="432445"/>
            <a:chExt cx="2483440" cy="677108"/>
          </a:xfrm>
        </p:grpSpPr>
        <p:sp>
          <p:nvSpPr>
            <p:cNvPr id="58" name="1"/>
            <p:cNvSpPr/>
            <p:nvPr/>
          </p:nvSpPr>
          <p:spPr>
            <a:xfrm flipV="1">
              <a:off x="250371" y="503428"/>
              <a:ext cx="144000" cy="527747"/>
            </a:xfrm>
            <a:prstGeom prst="rect">
              <a:avLst/>
            </a:prstGeom>
            <a:solidFill>
              <a:srgbClr val="587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panose="020B0500000000000000" pitchFamily="34" charset="-122"/>
                <a:ea typeface="思源黑体" panose="020B0500000000000000" pitchFamily="34" charset="-122"/>
              </a:endParaRPr>
            </a:p>
          </p:txBody>
        </p:sp>
        <p:sp>
          <p:nvSpPr>
            <p:cNvPr id="63" name="文本框 62"/>
            <p:cNvSpPr txBox="1"/>
            <p:nvPr/>
          </p:nvSpPr>
          <p:spPr>
            <a:xfrm>
              <a:off x="468735" y="432445"/>
              <a:ext cx="2265076" cy="523220"/>
            </a:xfrm>
            <a:prstGeom prst="rect">
              <a:avLst/>
            </a:prstGeom>
            <a:noFill/>
          </p:spPr>
          <p:txBody>
            <a:bodyPr wrap="square" rtlCol="0">
              <a:spAutoFit/>
            </a:bodyPr>
            <a:lstStyle/>
            <a:p>
              <a:r>
                <a:rPr lang="en-US" altLang="zh-CN" sz="2800" b="1" dirty="0">
                  <a:solidFill>
                    <a:srgbClr val="2E5596"/>
                  </a:solidFill>
                  <a:latin typeface="思源黑体" panose="020B0500000000000000" pitchFamily="34" charset="-122"/>
                  <a:ea typeface="思源黑体" panose="020B0500000000000000" pitchFamily="34" charset="-122"/>
                </a:rPr>
                <a:t>03/</a:t>
              </a:r>
              <a:r>
                <a:rPr lang="zh-CN" altLang="en-US" sz="2800" b="1" dirty="0">
                  <a:solidFill>
                    <a:srgbClr val="2E5596"/>
                  </a:solidFill>
                  <a:latin typeface="思源黑体" panose="020B0500000000000000" pitchFamily="34" charset="-122"/>
                  <a:ea typeface="思源黑体" panose="020B0500000000000000" pitchFamily="34" charset="-122"/>
                </a:rPr>
                <a:t>项目展示</a:t>
              </a:r>
              <a:endParaRPr lang="zh-CN" altLang="en-US" sz="2800" b="1" dirty="0">
                <a:solidFill>
                  <a:srgbClr val="2E5596"/>
                </a:solidFill>
                <a:latin typeface="思源黑体" panose="020B0500000000000000" pitchFamily="34" charset="-122"/>
                <a:ea typeface="思源黑体" panose="020B0500000000000000" pitchFamily="34" charset="-122"/>
              </a:endParaRPr>
            </a:p>
          </p:txBody>
        </p:sp>
        <p:sp>
          <p:nvSpPr>
            <p:cNvPr id="64" name="文本框 63"/>
            <p:cNvSpPr txBox="1"/>
            <p:nvPr/>
          </p:nvSpPr>
          <p:spPr>
            <a:xfrm>
              <a:off x="468735" y="801776"/>
              <a:ext cx="2265076" cy="307777"/>
            </a:xfrm>
            <a:prstGeom prst="rect">
              <a:avLst/>
            </a:prstGeom>
            <a:noFill/>
          </p:spPr>
          <p:txBody>
            <a:bodyPr wrap="square" rtlCol="0">
              <a:spAutoFit/>
            </a:bodyPr>
            <a:lstStyle/>
            <a:p>
              <a:r>
                <a:rPr lang="en-US" altLang="zh-CN" sz="1400" dirty="0">
                  <a:solidFill>
                    <a:schemeClr val="tx1">
                      <a:lumMod val="65000"/>
                      <a:lumOff val="35000"/>
                    </a:schemeClr>
                  </a:solidFill>
                  <a:latin typeface="思源黑体" panose="020B0500000000000000" pitchFamily="34" charset="-122"/>
                  <a:ea typeface="思源黑体" panose="020B0500000000000000" pitchFamily="34" charset="-122"/>
                </a:rPr>
                <a:t>Mid year work summary</a:t>
              </a:r>
              <a:endParaRPr lang="en-US" altLang="zh-CN" sz="1400" dirty="0">
                <a:solidFill>
                  <a:schemeClr val="tx1">
                    <a:lumMod val="65000"/>
                    <a:lumOff val="35000"/>
                  </a:schemeClr>
                </a:solidFill>
                <a:latin typeface="思源黑体" panose="020B0500000000000000" pitchFamily="34" charset="-122"/>
                <a:ea typeface="思源黑体" panose="020B0500000000000000" pitchFamily="34" charset="-122"/>
              </a:endParaRPr>
            </a:p>
          </p:txBody>
        </p:sp>
      </p:grpSp>
      <p:sp>
        <p:nvSpPr>
          <p:cNvPr id="26" name="矩形 25"/>
          <p:cNvSpPr/>
          <p:nvPr/>
        </p:nvSpPr>
        <p:spPr>
          <a:xfrm>
            <a:off x="0" y="5457825"/>
            <a:ext cx="12192000" cy="1400175"/>
          </a:xfrm>
          <a:prstGeom prst="rect">
            <a:avLst/>
          </a:prstGeom>
          <a:solidFill>
            <a:srgbClr val="587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思源黑体" panose="020B0500000000000000" pitchFamily="34" charset="-122"/>
              <a:ea typeface="思源黑体" panose="020B0500000000000000" pitchFamily="34" charset="-122"/>
            </a:endParaRPr>
          </a:p>
        </p:txBody>
      </p:sp>
      <p:pic>
        <p:nvPicPr>
          <p:cNvPr id="32" name="图片 31"/>
          <p:cNvPicPr>
            <a:picLocks noChangeAspect="1"/>
          </p:cNvPicPr>
          <p:nvPr/>
        </p:nvPicPr>
        <p:blipFill rotWithShape="1">
          <a:blip r:embed="rId3" cstate="print">
            <a:extLst>
              <a:ext uri="{28A0092B-C50C-407E-A947-70E740481C1C}">
                <a14:useLocalDpi xmlns:a14="http://schemas.microsoft.com/office/drawing/2010/main" val="0"/>
              </a:ext>
            </a:extLst>
          </a:blip>
          <a:srcRect r="45989"/>
          <a:stretch>
            <a:fillRect/>
          </a:stretch>
        </p:blipFill>
        <p:spPr>
          <a:xfrm>
            <a:off x="7507094" y="1931792"/>
            <a:ext cx="3206728" cy="4048944"/>
          </a:xfrm>
          <a:prstGeom prst="rect">
            <a:avLst/>
          </a:prstGeom>
        </p:spPr>
      </p:pic>
      <p:grpSp>
        <p:nvGrpSpPr>
          <p:cNvPr id="46" name="组合 45"/>
          <p:cNvGrpSpPr/>
          <p:nvPr/>
        </p:nvGrpSpPr>
        <p:grpSpPr>
          <a:xfrm>
            <a:off x="1467583" y="2440966"/>
            <a:ext cx="1688598" cy="2507687"/>
            <a:chOff x="5949331" y="2739252"/>
            <a:chExt cx="1688598" cy="2507687"/>
          </a:xfrm>
        </p:grpSpPr>
        <p:sp>
          <p:nvSpPr>
            <p:cNvPr id="47" name="Rounded Rectangle 142"/>
            <p:cNvSpPr/>
            <p:nvPr/>
          </p:nvSpPr>
          <p:spPr>
            <a:xfrm>
              <a:off x="6503220" y="2739252"/>
              <a:ext cx="662321" cy="662321"/>
            </a:xfrm>
            <a:prstGeom prst="roundRect">
              <a:avLst>
                <a:gd name="adj" fmla="val 50000"/>
              </a:avLst>
            </a:prstGeom>
            <a:solidFill>
              <a:srgbClr val="2C518E"/>
            </a:solidFill>
            <a:ln w="12700">
              <a:noFill/>
            </a:ln>
            <a:effectLst>
              <a:outerShdw blurRad="177800" sx="102000" sy="102000" algn="ctr"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lumMod val="75000"/>
                    <a:lumOff val="25000"/>
                  </a:schemeClr>
                </a:solidFill>
                <a:latin typeface="思源黑体" panose="020B0500000000000000" pitchFamily="34" charset="-122"/>
                <a:ea typeface="思源黑体" panose="020B0500000000000000" pitchFamily="34" charset="-122"/>
              </a:endParaRPr>
            </a:p>
          </p:txBody>
        </p:sp>
        <p:sp>
          <p:nvSpPr>
            <p:cNvPr id="48" name="Freeform 177"/>
            <p:cNvSpPr>
              <a:spLocks noEditPoints="1"/>
            </p:cNvSpPr>
            <p:nvPr/>
          </p:nvSpPr>
          <p:spPr bwMode="auto">
            <a:xfrm>
              <a:off x="6650259" y="2888935"/>
              <a:ext cx="368243" cy="362953"/>
            </a:xfrm>
            <a:custGeom>
              <a:avLst/>
              <a:gdLst>
                <a:gd name="T0" fmla="*/ 127 w 147"/>
                <a:gd name="T1" fmla="*/ 38 h 145"/>
                <a:gd name="T2" fmla="*/ 106 w 147"/>
                <a:gd name="T3" fmla="*/ 14 h 145"/>
                <a:gd name="T4" fmla="*/ 59 w 147"/>
                <a:gd name="T5" fmla="*/ 3 h 145"/>
                <a:gd name="T6" fmla="*/ 23 w 147"/>
                <a:gd name="T7" fmla="*/ 38 h 145"/>
                <a:gd name="T8" fmla="*/ 0 w 147"/>
                <a:gd name="T9" fmla="*/ 45 h 145"/>
                <a:gd name="T10" fmla="*/ 6 w 147"/>
                <a:gd name="T11" fmla="*/ 65 h 145"/>
                <a:gd name="T12" fmla="*/ 13 w 147"/>
                <a:gd name="T13" fmla="*/ 138 h 145"/>
                <a:gd name="T14" fmla="*/ 127 w 147"/>
                <a:gd name="T15" fmla="*/ 145 h 145"/>
                <a:gd name="T16" fmla="*/ 133 w 147"/>
                <a:gd name="T17" fmla="*/ 65 h 145"/>
                <a:gd name="T18" fmla="*/ 147 w 147"/>
                <a:gd name="T19" fmla="*/ 58 h 145"/>
                <a:gd name="T20" fmla="*/ 140 w 147"/>
                <a:gd name="T21" fmla="*/ 38 h 145"/>
                <a:gd name="T22" fmla="*/ 116 w 147"/>
                <a:gd name="T23" fmla="*/ 25 h 145"/>
                <a:gd name="T24" fmla="*/ 119 w 147"/>
                <a:gd name="T25" fmla="*/ 38 h 145"/>
                <a:gd name="T26" fmla="*/ 112 w 147"/>
                <a:gd name="T27" fmla="*/ 33 h 145"/>
                <a:gd name="T28" fmla="*/ 103 w 147"/>
                <a:gd name="T29" fmla="*/ 28 h 145"/>
                <a:gd name="T30" fmla="*/ 96 w 147"/>
                <a:gd name="T31" fmla="*/ 25 h 145"/>
                <a:gd name="T32" fmla="*/ 108 w 147"/>
                <a:gd name="T33" fmla="*/ 20 h 145"/>
                <a:gd name="T34" fmla="*/ 62 w 147"/>
                <a:gd name="T35" fmla="*/ 38 h 145"/>
                <a:gd name="T36" fmla="*/ 106 w 147"/>
                <a:gd name="T37" fmla="*/ 38 h 145"/>
                <a:gd name="T38" fmla="*/ 55 w 147"/>
                <a:gd name="T39" fmla="*/ 9 h 145"/>
                <a:gd name="T40" fmla="*/ 54 w 147"/>
                <a:gd name="T41" fmla="*/ 38 h 145"/>
                <a:gd name="T42" fmla="*/ 39 w 147"/>
                <a:gd name="T43" fmla="*/ 38 h 145"/>
                <a:gd name="T44" fmla="*/ 31 w 147"/>
                <a:gd name="T45" fmla="*/ 38 h 145"/>
                <a:gd name="T46" fmla="*/ 127 w 147"/>
                <a:gd name="T47" fmla="*/ 138 h 145"/>
                <a:gd name="T48" fmla="*/ 20 w 147"/>
                <a:gd name="T49" fmla="*/ 65 h 145"/>
                <a:gd name="T50" fmla="*/ 127 w 147"/>
                <a:gd name="T51" fmla="*/ 138 h 145"/>
                <a:gd name="T52" fmla="*/ 6 w 147"/>
                <a:gd name="T53" fmla="*/ 58 h 145"/>
                <a:gd name="T54" fmla="*/ 140 w 147"/>
                <a:gd name="T55" fmla="*/ 45 h 145"/>
                <a:gd name="T56" fmla="*/ 58 w 147"/>
                <a:gd name="T57" fmla="*/ 18 h 145"/>
                <a:gd name="T58" fmla="*/ 49 w 147"/>
                <a:gd name="T59" fmla="*/ 21 h 145"/>
                <a:gd name="T60" fmla="*/ 58 w 147"/>
                <a:gd name="T61" fmla="*/ 18 h 145"/>
                <a:gd name="T62" fmla="*/ 45 w 147"/>
                <a:gd name="T63" fmla="*/ 26 h 145"/>
                <a:gd name="T64" fmla="*/ 48 w 147"/>
                <a:gd name="T65" fmla="*/ 35 h 145"/>
                <a:gd name="T66" fmla="*/ 53 w 147"/>
                <a:gd name="T67" fmla="*/ 98 h 145"/>
                <a:gd name="T68" fmla="*/ 100 w 147"/>
                <a:gd name="T69" fmla="*/ 92 h 145"/>
                <a:gd name="T70" fmla="*/ 93 w 147"/>
                <a:gd name="T71" fmla="*/ 78 h 145"/>
                <a:gd name="T72" fmla="*/ 47 w 147"/>
                <a:gd name="T73" fmla="*/ 85 h 145"/>
                <a:gd name="T74" fmla="*/ 53 w 147"/>
                <a:gd name="T75" fmla="*/ 98 h 145"/>
                <a:gd name="T76" fmla="*/ 93 w 147"/>
                <a:gd name="T77" fmla="*/ 85 h 145"/>
                <a:gd name="T78" fmla="*/ 53 w 147"/>
                <a:gd name="T79" fmla="*/ 92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47" h="145">
                  <a:moveTo>
                    <a:pt x="140" y="38"/>
                  </a:moveTo>
                  <a:cubicBezTo>
                    <a:pt x="127" y="38"/>
                    <a:pt x="127" y="38"/>
                    <a:pt x="127" y="38"/>
                  </a:cubicBezTo>
                  <a:cubicBezTo>
                    <a:pt x="123" y="23"/>
                    <a:pt x="123" y="23"/>
                    <a:pt x="123" y="23"/>
                  </a:cubicBezTo>
                  <a:cubicBezTo>
                    <a:pt x="121" y="16"/>
                    <a:pt x="114" y="12"/>
                    <a:pt x="106" y="14"/>
                  </a:cubicBezTo>
                  <a:cubicBezTo>
                    <a:pt x="86" y="19"/>
                    <a:pt x="86" y="19"/>
                    <a:pt x="86" y="19"/>
                  </a:cubicBezTo>
                  <a:cubicBezTo>
                    <a:pt x="59" y="3"/>
                    <a:pt x="59" y="3"/>
                    <a:pt x="59" y="3"/>
                  </a:cubicBezTo>
                  <a:cubicBezTo>
                    <a:pt x="52" y="0"/>
                    <a:pt x="44" y="2"/>
                    <a:pt x="40" y="8"/>
                  </a:cubicBezTo>
                  <a:cubicBezTo>
                    <a:pt x="23" y="38"/>
                    <a:pt x="23" y="38"/>
                    <a:pt x="23" y="38"/>
                  </a:cubicBezTo>
                  <a:cubicBezTo>
                    <a:pt x="6" y="38"/>
                    <a:pt x="6" y="38"/>
                    <a:pt x="6" y="38"/>
                  </a:cubicBezTo>
                  <a:cubicBezTo>
                    <a:pt x="3" y="38"/>
                    <a:pt x="0" y="41"/>
                    <a:pt x="0" y="45"/>
                  </a:cubicBezTo>
                  <a:cubicBezTo>
                    <a:pt x="0" y="58"/>
                    <a:pt x="0" y="58"/>
                    <a:pt x="0" y="58"/>
                  </a:cubicBezTo>
                  <a:cubicBezTo>
                    <a:pt x="0" y="62"/>
                    <a:pt x="3" y="65"/>
                    <a:pt x="6" y="65"/>
                  </a:cubicBezTo>
                  <a:cubicBezTo>
                    <a:pt x="13" y="65"/>
                    <a:pt x="13" y="65"/>
                    <a:pt x="13" y="65"/>
                  </a:cubicBezTo>
                  <a:cubicBezTo>
                    <a:pt x="13" y="138"/>
                    <a:pt x="13" y="138"/>
                    <a:pt x="13" y="138"/>
                  </a:cubicBezTo>
                  <a:cubicBezTo>
                    <a:pt x="13" y="142"/>
                    <a:pt x="16" y="145"/>
                    <a:pt x="20" y="145"/>
                  </a:cubicBezTo>
                  <a:cubicBezTo>
                    <a:pt x="127" y="145"/>
                    <a:pt x="127" y="145"/>
                    <a:pt x="127" y="145"/>
                  </a:cubicBezTo>
                  <a:cubicBezTo>
                    <a:pt x="130" y="145"/>
                    <a:pt x="133" y="142"/>
                    <a:pt x="133" y="138"/>
                  </a:cubicBezTo>
                  <a:cubicBezTo>
                    <a:pt x="133" y="65"/>
                    <a:pt x="133" y="65"/>
                    <a:pt x="133" y="65"/>
                  </a:cubicBezTo>
                  <a:cubicBezTo>
                    <a:pt x="140" y="65"/>
                    <a:pt x="140" y="65"/>
                    <a:pt x="140" y="65"/>
                  </a:cubicBezTo>
                  <a:cubicBezTo>
                    <a:pt x="144" y="65"/>
                    <a:pt x="147" y="62"/>
                    <a:pt x="147" y="58"/>
                  </a:cubicBezTo>
                  <a:cubicBezTo>
                    <a:pt x="147" y="45"/>
                    <a:pt x="147" y="45"/>
                    <a:pt x="147" y="45"/>
                  </a:cubicBezTo>
                  <a:cubicBezTo>
                    <a:pt x="147" y="41"/>
                    <a:pt x="144" y="38"/>
                    <a:pt x="140" y="38"/>
                  </a:cubicBezTo>
                  <a:close/>
                  <a:moveTo>
                    <a:pt x="108" y="20"/>
                  </a:moveTo>
                  <a:cubicBezTo>
                    <a:pt x="112" y="19"/>
                    <a:pt x="115" y="21"/>
                    <a:pt x="116" y="25"/>
                  </a:cubicBezTo>
                  <a:cubicBezTo>
                    <a:pt x="120" y="38"/>
                    <a:pt x="120" y="38"/>
                    <a:pt x="120" y="38"/>
                  </a:cubicBezTo>
                  <a:cubicBezTo>
                    <a:pt x="119" y="38"/>
                    <a:pt x="119" y="38"/>
                    <a:pt x="119" y="38"/>
                  </a:cubicBezTo>
                  <a:cubicBezTo>
                    <a:pt x="111" y="33"/>
                    <a:pt x="111" y="33"/>
                    <a:pt x="111" y="33"/>
                  </a:cubicBezTo>
                  <a:cubicBezTo>
                    <a:pt x="112" y="33"/>
                    <a:pt x="112" y="33"/>
                    <a:pt x="112" y="33"/>
                  </a:cubicBezTo>
                  <a:cubicBezTo>
                    <a:pt x="110" y="26"/>
                    <a:pt x="110" y="26"/>
                    <a:pt x="110" y="26"/>
                  </a:cubicBezTo>
                  <a:cubicBezTo>
                    <a:pt x="103" y="28"/>
                    <a:pt x="103" y="28"/>
                    <a:pt x="103" y="28"/>
                  </a:cubicBezTo>
                  <a:cubicBezTo>
                    <a:pt x="104" y="29"/>
                    <a:pt x="104" y="29"/>
                    <a:pt x="104" y="29"/>
                  </a:cubicBezTo>
                  <a:cubicBezTo>
                    <a:pt x="96" y="25"/>
                    <a:pt x="96" y="25"/>
                    <a:pt x="96" y="25"/>
                  </a:cubicBezTo>
                  <a:cubicBezTo>
                    <a:pt x="95" y="23"/>
                    <a:pt x="95" y="23"/>
                    <a:pt x="95" y="23"/>
                  </a:cubicBezTo>
                  <a:lnTo>
                    <a:pt x="108" y="20"/>
                  </a:lnTo>
                  <a:close/>
                  <a:moveTo>
                    <a:pt x="106" y="38"/>
                  </a:moveTo>
                  <a:cubicBezTo>
                    <a:pt x="62" y="38"/>
                    <a:pt x="62" y="38"/>
                    <a:pt x="62" y="38"/>
                  </a:cubicBezTo>
                  <a:cubicBezTo>
                    <a:pt x="73" y="19"/>
                    <a:pt x="73" y="19"/>
                    <a:pt x="73" y="19"/>
                  </a:cubicBezTo>
                  <a:lnTo>
                    <a:pt x="106" y="38"/>
                  </a:lnTo>
                  <a:close/>
                  <a:moveTo>
                    <a:pt x="46" y="11"/>
                  </a:moveTo>
                  <a:cubicBezTo>
                    <a:pt x="48" y="8"/>
                    <a:pt x="52" y="7"/>
                    <a:pt x="55" y="9"/>
                  </a:cubicBezTo>
                  <a:cubicBezTo>
                    <a:pt x="67" y="16"/>
                    <a:pt x="67" y="16"/>
                    <a:pt x="67" y="16"/>
                  </a:cubicBezTo>
                  <a:cubicBezTo>
                    <a:pt x="54" y="38"/>
                    <a:pt x="54" y="38"/>
                    <a:pt x="54" y="38"/>
                  </a:cubicBezTo>
                  <a:cubicBezTo>
                    <a:pt x="39" y="38"/>
                    <a:pt x="39" y="38"/>
                    <a:pt x="39" y="38"/>
                  </a:cubicBezTo>
                  <a:cubicBezTo>
                    <a:pt x="39" y="38"/>
                    <a:pt x="39" y="38"/>
                    <a:pt x="39" y="38"/>
                  </a:cubicBezTo>
                  <a:cubicBezTo>
                    <a:pt x="38" y="38"/>
                    <a:pt x="38" y="38"/>
                    <a:pt x="38" y="38"/>
                  </a:cubicBezTo>
                  <a:cubicBezTo>
                    <a:pt x="31" y="38"/>
                    <a:pt x="31" y="38"/>
                    <a:pt x="31" y="38"/>
                  </a:cubicBezTo>
                  <a:lnTo>
                    <a:pt x="46" y="11"/>
                  </a:lnTo>
                  <a:close/>
                  <a:moveTo>
                    <a:pt x="127" y="138"/>
                  </a:moveTo>
                  <a:cubicBezTo>
                    <a:pt x="20" y="138"/>
                    <a:pt x="20" y="138"/>
                    <a:pt x="20" y="138"/>
                  </a:cubicBezTo>
                  <a:cubicBezTo>
                    <a:pt x="20" y="65"/>
                    <a:pt x="20" y="65"/>
                    <a:pt x="20" y="65"/>
                  </a:cubicBezTo>
                  <a:cubicBezTo>
                    <a:pt x="127" y="65"/>
                    <a:pt x="127" y="65"/>
                    <a:pt x="127" y="65"/>
                  </a:cubicBezTo>
                  <a:lnTo>
                    <a:pt x="127" y="138"/>
                  </a:lnTo>
                  <a:close/>
                  <a:moveTo>
                    <a:pt x="140" y="58"/>
                  </a:moveTo>
                  <a:cubicBezTo>
                    <a:pt x="6" y="58"/>
                    <a:pt x="6" y="58"/>
                    <a:pt x="6" y="58"/>
                  </a:cubicBezTo>
                  <a:cubicBezTo>
                    <a:pt x="6" y="45"/>
                    <a:pt x="6" y="45"/>
                    <a:pt x="6" y="45"/>
                  </a:cubicBezTo>
                  <a:cubicBezTo>
                    <a:pt x="140" y="45"/>
                    <a:pt x="140" y="45"/>
                    <a:pt x="140" y="45"/>
                  </a:cubicBezTo>
                  <a:lnTo>
                    <a:pt x="140" y="58"/>
                  </a:lnTo>
                  <a:close/>
                  <a:moveTo>
                    <a:pt x="58" y="18"/>
                  </a:moveTo>
                  <a:cubicBezTo>
                    <a:pt x="52" y="15"/>
                    <a:pt x="52" y="15"/>
                    <a:pt x="52" y="15"/>
                  </a:cubicBezTo>
                  <a:cubicBezTo>
                    <a:pt x="49" y="21"/>
                    <a:pt x="49" y="21"/>
                    <a:pt x="49" y="21"/>
                  </a:cubicBezTo>
                  <a:cubicBezTo>
                    <a:pt x="54" y="24"/>
                    <a:pt x="54" y="24"/>
                    <a:pt x="54" y="24"/>
                  </a:cubicBezTo>
                  <a:lnTo>
                    <a:pt x="58" y="18"/>
                  </a:lnTo>
                  <a:close/>
                  <a:moveTo>
                    <a:pt x="51" y="30"/>
                  </a:moveTo>
                  <a:cubicBezTo>
                    <a:pt x="45" y="26"/>
                    <a:pt x="45" y="26"/>
                    <a:pt x="45" y="26"/>
                  </a:cubicBezTo>
                  <a:cubicBezTo>
                    <a:pt x="42" y="32"/>
                    <a:pt x="42" y="32"/>
                    <a:pt x="42" y="32"/>
                  </a:cubicBezTo>
                  <a:cubicBezTo>
                    <a:pt x="48" y="35"/>
                    <a:pt x="48" y="35"/>
                    <a:pt x="48" y="35"/>
                  </a:cubicBezTo>
                  <a:lnTo>
                    <a:pt x="51" y="30"/>
                  </a:lnTo>
                  <a:close/>
                  <a:moveTo>
                    <a:pt x="53" y="98"/>
                  </a:moveTo>
                  <a:cubicBezTo>
                    <a:pt x="93" y="98"/>
                    <a:pt x="93" y="98"/>
                    <a:pt x="93" y="98"/>
                  </a:cubicBezTo>
                  <a:cubicBezTo>
                    <a:pt x="97" y="98"/>
                    <a:pt x="100" y="95"/>
                    <a:pt x="100" y="92"/>
                  </a:cubicBezTo>
                  <a:cubicBezTo>
                    <a:pt x="100" y="85"/>
                    <a:pt x="100" y="85"/>
                    <a:pt x="100" y="85"/>
                  </a:cubicBezTo>
                  <a:cubicBezTo>
                    <a:pt x="100" y="81"/>
                    <a:pt x="97" y="78"/>
                    <a:pt x="93" y="78"/>
                  </a:cubicBezTo>
                  <a:cubicBezTo>
                    <a:pt x="53" y="78"/>
                    <a:pt x="53" y="78"/>
                    <a:pt x="53" y="78"/>
                  </a:cubicBezTo>
                  <a:cubicBezTo>
                    <a:pt x="50" y="78"/>
                    <a:pt x="47" y="81"/>
                    <a:pt x="47" y="85"/>
                  </a:cubicBezTo>
                  <a:cubicBezTo>
                    <a:pt x="47" y="92"/>
                    <a:pt x="47" y="92"/>
                    <a:pt x="47" y="92"/>
                  </a:cubicBezTo>
                  <a:cubicBezTo>
                    <a:pt x="47" y="95"/>
                    <a:pt x="50" y="98"/>
                    <a:pt x="53" y="98"/>
                  </a:cubicBezTo>
                  <a:close/>
                  <a:moveTo>
                    <a:pt x="53" y="85"/>
                  </a:moveTo>
                  <a:cubicBezTo>
                    <a:pt x="93" y="85"/>
                    <a:pt x="93" y="85"/>
                    <a:pt x="93" y="85"/>
                  </a:cubicBezTo>
                  <a:cubicBezTo>
                    <a:pt x="93" y="92"/>
                    <a:pt x="93" y="92"/>
                    <a:pt x="93" y="92"/>
                  </a:cubicBezTo>
                  <a:cubicBezTo>
                    <a:pt x="53" y="92"/>
                    <a:pt x="53" y="92"/>
                    <a:pt x="53" y="92"/>
                  </a:cubicBezTo>
                  <a:lnTo>
                    <a:pt x="53" y="85"/>
                  </a:lnTo>
                  <a:close/>
                </a:path>
              </a:pathLst>
            </a:custGeom>
            <a:solidFill>
              <a:schemeClr val="bg1"/>
            </a:solidFill>
            <a:ln>
              <a:noFill/>
            </a:ln>
          </p:spPr>
          <p:txBody>
            <a:bodyPr vert="horz" wrap="square" lIns="60951" tIns="30475" rIns="60951" bIns="30475" numCol="1" anchor="t" anchorCtr="0" compatLnSpc="1"/>
            <a:lstStyle/>
            <a:p>
              <a:endParaRPr lang="en-US" sz="1200" dirty="0">
                <a:solidFill>
                  <a:schemeClr val="tx1">
                    <a:lumMod val="75000"/>
                    <a:lumOff val="25000"/>
                  </a:schemeClr>
                </a:solidFill>
                <a:latin typeface="思源黑体" panose="020B0500000000000000" pitchFamily="34" charset="-122"/>
                <a:ea typeface="思源黑体" panose="020B0500000000000000" pitchFamily="34" charset="-122"/>
              </a:endParaRPr>
            </a:p>
          </p:txBody>
        </p:sp>
        <p:sp>
          <p:nvSpPr>
            <p:cNvPr id="49" name="Rectangle 29"/>
            <p:cNvSpPr/>
            <p:nvPr/>
          </p:nvSpPr>
          <p:spPr>
            <a:xfrm>
              <a:off x="5949331" y="4156063"/>
              <a:ext cx="1688598" cy="1090876"/>
            </a:xfrm>
            <a:prstGeom prst="rect">
              <a:avLst/>
            </a:prstGeom>
          </p:spPr>
          <p:txBody>
            <a:bodyPr wrap="square">
              <a:spAutoFit/>
            </a:bodyPr>
            <a:lstStyle/>
            <a:p>
              <a:pPr lvl="0" algn="ctr">
                <a:lnSpc>
                  <a:spcPts val="2000"/>
                </a:lnSpc>
                <a:defRPr/>
              </a:pPr>
              <a:r>
                <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sym typeface="FZHei-B01S" panose="02010601030101010101" pitchFamily="2" charset="-122"/>
                </a:rPr>
                <a:t>请在此处添加具体内容，文字尽量言简意赅，简单说明即可，不必过于繁琐。</a:t>
              </a:r>
              <a:endPar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sym typeface="FZHei-B01S" panose="02010601030101010101" pitchFamily="2" charset="-122"/>
              </a:endParaRPr>
            </a:p>
          </p:txBody>
        </p:sp>
        <p:sp>
          <p:nvSpPr>
            <p:cNvPr id="50" name="Rectangle 30"/>
            <p:cNvSpPr/>
            <p:nvPr/>
          </p:nvSpPr>
          <p:spPr>
            <a:xfrm>
              <a:off x="6247356" y="3818878"/>
              <a:ext cx="1092141" cy="337185"/>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600" b="1" noProof="0" dirty="0">
                  <a:ln>
                    <a:noFill/>
                  </a:ln>
                  <a:solidFill>
                    <a:schemeClr val="tx1">
                      <a:lumMod val="75000"/>
                      <a:lumOff val="25000"/>
                    </a:schemeClr>
                  </a:solidFill>
                  <a:effectLst/>
                  <a:uLnTx/>
                  <a:uFillTx/>
                  <a:latin typeface="思源黑体" panose="020B0500000000000000" pitchFamily="34" charset="-122"/>
                  <a:ea typeface="思源黑体" panose="020B0500000000000000" pitchFamily="34" charset="-122"/>
                  <a:cs typeface="Open Sans" pitchFamily="34" charset="0"/>
                  <a:sym typeface="+mn-ea"/>
                </a:rPr>
                <a:t>添加标题</a:t>
              </a:r>
              <a:endParaRPr kumimoji="0" lang="zh-CN" altLang="en-US" sz="1600" b="1" i="0" u="none" strike="noStrike" kern="1200" cap="none" spc="0" normalizeH="0" baseline="0" noProof="0" dirty="0">
                <a:ln>
                  <a:noFill/>
                </a:ln>
                <a:solidFill>
                  <a:schemeClr val="tx1">
                    <a:lumMod val="75000"/>
                    <a:lumOff val="25000"/>
                  </a:schemeClr>
                </a:solidFill>
                <a:effectLst/>
                <a:uLnTx/>
                <a:uFillTx/>
                <a:latin typeface="思源黑体" panose="020B0500000000000000" pitchFamily="34" charset="-122"/>
                <a:ea typeface="思源黑体" panose="020B0500000000000000" pitchFamily="34" charset="-122"/>
                <a:cs typeface="Open Sans" pitchFamily="34" charset="0"/>
                <a:sym typeface="+mn-ea"/>
              </a:endParaRPr>
            </a:p>
          </p:txBody>
        </p:sp>
      </p:grpSp>
      <p:grpSp>
        <p:nvGrpSpPr>
          <p:cNvPr id="51" name="组合 50"/>
          <p:cNvGrpSpPr/>
          <p:nvPr/>
        </p:nvGrpSpPr>
        <p:grpSpPr>
          <a:xfrm>
            <a:off x="3242595" y="2440965"/>
            <a:ext cx="1688598" cy="2507688"/>
            <a:chOff x="7724343" y="2739251"/>
            <a:chExt cx="1688598" cy="2507688"/>
          </a:xfrm>
        </p:grpSpPr>
        <p:grpSp>
          <p:nvGrpSpPr>
            <p:cNvPr id="52" name="组合 51"/>
            <p:cNvGrpSpPr/>
            <p:nvPr/>
          </p:nvGrpSpPr>
          <p:grpSpPr>
            <a:xfrm>
              <a:off x="8229801" y="2739251"/>
              <a:ext cx="662321" cy="662321"/>
              <a:chOff x="8229801" y="2739251"/>
              <a:chExt cx="662321" cy="662321"/>
            </a:xfrm>
          </p:grpSpPr>
          <p:sp>
            <p:nvSpPr>
              <p:cNvPr id="56" name="Rounded Rectangle 142"/>
              <p:cNvSpPr/>
              <p:nvPr/>
            </p:nvSpPr>
            <p:spPr>
              <a:xfrm>
                <a:off x="8229801" y="2739251"/>
                <a:ext cx="662321" cy="662321"/>
              </a:xfrm>
              <a:prstGeom prst="roundRect">
                <a:avLst>
                  <a:gd name="adj" fmla="val 50000"/>
                </a:avLst>
              </a:prstGeom>
              <a:solidFill>
                <a:srgbClr val="587DB8"/>
              </a:solidFill>
              <a:ln w="12700">
                <a:noFill/>
              </a:ln>
              <a:effectLst>
                <a:outerShdw blurRad="177800" sx="102000" sy="102000" algn="ctr"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lumMod val="75000"/>
                      <a:lumOff val="25000"/>
                    </a:schemeClr>
                  </a:solidFill>
                  <a:latin typeface="思源黑体" panose="020B0500000000000000" pitchFamily="34" charset="-122"/>
                  <a:ea typeface="思源黑体" panose="020B0500000000000000" pitchFamily="34" charset="-122"/>
                </a:endParaRPr>
              </a:p>
            </p:txBody>
          </p:sp>
          <p:sp>
            <p:nvSpPr>
              <p:cNvPr id="68" name="Freeform 177"/>
              <p:cNvSpPr>
                <a:spLocks noEditPoints="1"/>
              </p:cNvSpPr>
              <p:nvPr/>
            </p:nvSpPr>
            <p:spPr bwMode="auto">
              <a:xfrm>
                <a:off x="8376840" y="2888934"/>
                <a:ext cx="368243" cy="362953"/>
              </a:xfrm>
              <a:custGeom>
                <a:avLst/>
                <a:gdLst>
                  <a:gd name="T0" fmla="*/ 127 w 147"/>
                  <a:gd name="T1" fmla="*/ 38 h 145"/>
                  <a:gd name="T2" fmla="*/ 106 w 147"/>
                  <a:gd name="T3" fmla="*/ 14 h 145"/>
                  <a:gd name="T4" fmla="*/ 59 w 147"/>
                  <a:gd name="T5" fmla="*/ 3 h 145"/>
                  <a:gd name="T6" fmla="*/ 23 w 147"/>
                  <a:gd name="T7" fmla="*/ 38 h 145"/>
                  <a:gd name="T8" fmla="*/ 0 w 147"/>
                  <a:gd name="T9" fmla="*/ 45 h 145"/>
                  <a:gd name="T10" fmla="*/ 6 w 147"/>
                  <a:gd name="T11" fmla="*/ 65 h 145"/>
                  <a:gd name="T12" fmla="*/ 13 w 147"/>
                  <a:gd name="T13" fmla="*/ 138 h 145"/>
                  <a:gd name="T14" fmla="*/ 127 w 147"/>
                  <a:gd name="T15" fmla="*/ 145 h 145"/>
                  <a:gd name="T16" fmla="*/ 133 w 147"/>
                  <a:gd name="T17" fmla="*/ 65 h 145"/>
                  <a:gd name="T18" fmla="*/ 147 w 147"/>
                  <a:gd name="T19" fmla="*/ 58 h 145"/>
                  <a:gd name="T20" fmla="*/ 140 w 147"/>
                  <a:gd name="T21" fmla="*/ 38 h 145"/>
                  <a:gd name="T22" fmla="*/ 116 w 147"/>
                  <a:gd name="T23" fmla="*/ 25 h 145"/>
                  <a:gd name="T24" fmla="*/ 119 w 147"/>
                  <a:gd name="T25" fmla="*/ 38 h 145"/>
                  <a:gd name="T26" fmla="*/ 112 w 147"/>
                  <a:gd name="T27" fmla="*/ 33 h 145"/>
                  <a:gd name="T28" fmla="*/ 103 w 147"/>
                  <a:gd name="T29" fmla="*/ 28 h 145"/>
                  <a:gd name="T30" fmla="*/ 96 w 147"/>
                  <a:gd name="T31" fmla="*/ 25 h 145"/>
                  <a:gd name="T32" fmla="*/ 108 w 147"/>
                  <a:gd name="T33" fmla="*/ 20 h 145"/>
                  <a:gd name="T34" fmla="*/ 62 w 147"/>
                  <a:gd name="T35" fmla="*/ 38 h 145"/>
                  <a:gd name="T36" fmla="*/ 106 w 147"/>
                  <a:gd name="T37" fmla="*/ 38 h 145"/>
                  <a:gd name="T38" fmla="*/ 55 w 147"/>
                  <a:gd name="T39" fmla="*/ 9 h 145"/>
                  <a:gd name="T40" fmla="*/ 54 w 147"/>
                  <a:gd name="T41" fmla="*/ 38 h 145"/>
                  <a:gd name="T42" fmla="*/ 39 w 147"/>
                  <a:gd name="T43" fmla="*/ 38 h 145"/>
                  <a:gd name="T44" fmla="*/ 31 w 147"/>
                  <a:gd name="T45" fmla="*/ 38 h 145"/>
                  <a:gd name="T46" fmla="*/ 127 w 147"/>
                  <a:gd name="T47" fmla="*/ 138 h 145"/>
                  <a:gd name="T48" fmla="*/ 20 w 147"/>
                  <a:gd name="T49" fmla="*/ 65 h 145"/>
                  <a:gd name="T50" fmla="*/ 127 w 147"/>
                  <a:gd name="T51" fmla="*/ 138 h 145"/>
                  <a:gd name="T52" fmla="*/ 6 w 147"/>
                  <a:gd name="T53" fmla="*/ 58 h 145"/>
                  <a:gd name="T54" fmla="*/ 140 w 147"/>
                  <a:gd name="T55" fmla="*/ 45 h 145"/>
                  <a:gd name="T56" fmla="*/ 58 w 147"/>
                  <a:gd name="T57" fmla="*/ 18 h 145"/>
                  <a:gd name="T58" fmla="*/ 49 w 147"/>
                  <a:gd name="T59" fmla="*/ 21 h 145"/>
                  <a:gd name="T60" fmla="*/ 58 w 147"/>
                  <a:gd name="T61" fmla="*/ 18 h 145"/>
                  <a:gd name="T62" fmla="*/ 45 w 147"/>
                  <a:gd name="T63" fmla="*/ 26 h 145"/>
                  <a:gd name="T64" fmla="*/ 48 w 147"/>
                  <a:gd name="T65" fmla="*/ 35 h 145"/>
                  <a:gd name="T66" fmla="*/ 53 w 147"/>
                  <a:gd name="T67" fmla="*/ 98 h 145"/>
                  <a:gd name="T68" fmla="*/ 100 w 147"/>
                  <a:gd name="T69" fmla="*/ 92 h 145"/>
                  <a:gd name="T70" fmla="*/ 93 w 147"/>
                  <a:gd name="T71" fmla="*/ 78 h 145"/>
                  <a:gd name="T72" fmla="*/ 47 w 147"/>
                  <a:gd name="T73" fmla="*/ 85 h 145"/>
                  <a:gd name="T74" fmla="*/ 53 w 147"/>
                  <a:gd name="T75" fmla="*/ 98 h 145"/>
                  <a:gd name="T76" fmla="*/ 93 w 147"/>
                  <a:gd name="T77" fmla="*/ 85 h 145"/>
                  <a:gd name="T78" fmla="*/ 53 w 147"/>
                  <a:gd name="T79" fmla="*/ 92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47" h="145">
                    <a:moveTo>
                      <a:pt x="140" y="38"/>
                    </a:moveTo>
                    <a:cubicBezTo>
                      <a:pt x="127" y="38"/>
                      <a:pt x="127" y="38"/>
                      <a:pt x="127" y="38"/>
                    </a:cubicBezTo>
                    <a:cubicBezTo>
                      <a:pt x="123" y="23"/>
                      <a:pt x="123" y="23"/>
                      <a:pt x="123" y="23"/>
                    </a:cubicBezTo>
                    <a:cubicBezTo>
                      <a:pt x="121" y="16"/>
                      <a:pt x="114" y="12"/>
                      <a:pt x="106" y="14"/>
                    </a:cubicBezTo>
                    <a:cubicBezTo>
                      <a:pt x="86" y="19"/>
                      <a:pt x="86" y="19"/>
                      <a:pt x="86" y="19"/>
                    </a:cubicBezTo>
                    <a:cubicBezTo>
                      <a:pt x="59" y="3"/>
                      <a:pt x="59" y="3"/>
                      <a:pt x="59" y="3"/>
                    </a:cubicBezTo>
                    <a:cubicBezTo>
                      <a:pt x="52" y="0"/>
                      <a:pt x="44" y="2"/>
                      <a:pt x="40" y="8"/>
                    </a:cubicBezTo>
                    <a:cubicBezTo>
                      <a:pt x="23" y="38"/>
                      <a:pt x="23" y="38"/>
                      <a:pt x="23" y="38"/>
                    </a:cubicBezTo>
                    <a:cubicBezTo>
                      <a:pt x="6" y="38"/>
                      <a:pt x="6" y="38"/>
                      <a:pt x="6" y="38"/>
                    </a:cubicBezTo>
                    <a:cubicBezTo>
                      <a:pt x="3" y="38"/>
                      <a:pt x="0" y="41"/>
                      <a:pt x="0" y="45"/>
                    </a:cubicBezTo>
                    <a:cubicBezTo>
                      <a:pt x="0" y="58"/>
                      <a:pt x="0" y="58"/>
                      <a:pt x="0" y="58"/>
                    </a:cubicBezTo>
                    <a:cubicBezTo>
                      <a:pt x="0" y="62"/>
                      <a:pt x="3" y="65"/>
                      <a:pt x="6" y="65"/>
                    </a:cubicBezTo>
                    <a:cubicBezTo>
                      <a:pt x="13" y="65"/>
                      <a:pt x="13" y="65"/>
                      <a:pt x="13" y="65"/>
                    </a:cubicBezTo>
                    <a:cubicBezTo>
                      <a:pt x="13" y="138"/>
                      <a:pt x="13" y="138"/>
                      <a:pt x="13" y="138"/>
                    </a:cubicBezTo>
                    <a:cubicBezTo>
                      <a:pt x="13" y="142"/>
                      <a:pt x="16" y="145"/>
                      <a:pt x="20" y="145"/>
                    </a:cubicBezTo>
                    <a:cubicBezTo>
                      <a:pt x="127" y="145"/>
                      <a:pt x="127" y="145"/>
                      <a:pt x="127" y="145"/>
                    </a:cubicBezTo>
                    <a:cubicBezTo>
                      <a:pt x="130" y="145"/>
                      <a:pt x="133" y="142"/>
                      <a:pt x="133" y="138"/>
                    </a:cubicBezTo>
                    <a:cubicBezTo>
                      <a:pt x="133" y="65"/>
                      <a:pt x="133" y="65"/>
                      <a:pt x="133" y="65"/>
                    </a:cubicBezTo>
                    <a:cubicBezTo>
                      <a:pt x="140" y="65"/>
                      <a:pt x="140" y="65"/>
                      <a:pt x="140" y="65"/>
                    </a:cubicBezTo>
                    <a:cubicBezTo>
                      <a:pt x="144" y="65"/>
                      <a:pt x="147" y="62"/>
                      <a:pt x="147" y="58"/>
                    </a:cubicBezTo>
                    <a:cubicBezTo>
                      <a:pt x="147" y="45"/>
                      <a:pt x="147" y="45"/>
                      <a:pt x="147" y="45"/>
                    </a:cubicBezTo>
                    <a:cubicBezTo>
                      <a:pt x="147" y="41"/>
                      <a:pt x="144" y="38"/>
                      <a:pt x="140" y="38"/>
                    </a:cubicBezTo>
                    <a:close/>
                    <a:moveTo>
                      <a:pt x="108" y="20"/>
                    </a:moveTo>
                    <a:cubicBezTo>
                      <a:pt x="112" y="19"/>
                      <a:pt x="115" y="21"/>
                      <a:pt x="116" y="25"/>
                    </a:cubicBezTo>
                    <a:cubicBezTo>
                      <a:pt x="120" y="38"/>
                      <a:pt x="120" y="38"/>
                      <a:pt x="120" y="38"/>
                    </a:cubicBezTo>
                    <a:cubicBezTo>
                      <a:pt x="119" y="38"/>
                      <a:pt x="119" y="38"/>
                      <a:pt x="119" y="38"/>
                    </a:cubicBezTo>
                    <a:cubicBezTo>
                      <a:pt x="111" y="33"/>
                      <a:pt x="111" y="33"/>
                      <a:pt x="111" y="33"/>
                    </a:cubicBezTo>
                    <a:cubicBezTo>
                      <a:pt x="112" y="33"/>
                      <a:pt x="112" y="33"/>
                      <a:pt x="112" y="33"/>
                    </a:cubicBezTo>
                    <a:cubicBezTo>
                      <a:pt x="110" y="26"/>
                      <a:pt x="110" y="26"/>
                      <a:pt x="110" y="26"/>
                    </a:cubicBezTo>
                    <a:cubicBezTo>
                      <a:pt x="103" y="28"/>
                      <a:pt x="103" y="28"/>
                      <a:pt x="103" y="28"/>
                    </a:cubicBezTo>
                    <a:cubicBezTo>
                      <a:pt x="104" y="29"/>
                      <a:pt x="104" y="29"/>
                      <a:pt x="104" y="29"/>
                    </a:cubicBezTo>
                    <a:cubicBezTo>
                      <a:pt x="96" y="25"/>
                      <a:pt x="96" y="25"/>
                      <a:pt x="96" y="25"/>
                    </a:cubicBezTo>
                    <a:cubicBezTo>
                      <a:pt x="95" y="23"/>
                      <a:pt x="95" y="23"/>
                      <a:pt x="95" y="23"/>
                    </a:cubicBezTo>
                    <a:lnTo>
                      <a:pt x="108" y="20"/>
                    </a:lnTo>
                    <a:close/>
                    <a:moveTo>
                      <a:pt x="106" y="38"/>
                    </a:moveTo>
                    <a:cubicBezTo>
                      <a:pt x="62" y="38"/>
                      <a:pt x="62" y="38"/>
                      <a:pt x="62" y="38"/>
                    </a:cubicBezTo>
                    <a:cubicBezTo>
                      <a:pt x="73" y="19"/>
                      <a:pt x="73" y="19"/>
                      <a:pt x="73" y="19"/>
                    </a:cubicBezTo>
                    <a:lnTo>
                      <a:pt x="106" y="38"/>
                    </a:lnTo>
                    <a:close/>
                    <a:moveTo>
                      <a:pt x="46" y="11"/>
                    </a:moveTo>
                    <a:cubicBezTo>
                      <a:pt x="48" y="8"/>
                      <a:pt x="52" y="7"/>
                      <a:pt x="55" y="9"/>
                    </a:cubicBezTo>
                    <a:cubicBezTo>
                      <a:pt x="67" y="16"/>
                      <a:pt x="67" y="16"/>
                      <a:pt x="67" y="16"/>
                    </a:cubicBezTo>
                    <a:cubicBezTo>
                      <a:pt x="54" y="38"/>
                      <a:pt x="54" y="38"/>
                      <a:pt x="54" y="38"/>
                    </a:cubicBezTo>
                    <a:cubicBezTo>
                      <a:pt x="39" y="38"/>
                      <a:pt x="39" y="38"/>
                      <a:pt x="39" y="38"/>
                    </a:cubicBezTo>
                    <a:cubicBezTo>
                      <a:pt x="39" y="38"/>
                      <a:pt x="39" y="38"/>
                      <a:pt x="39" y="38"/>
                    </a:cubicBezTo>
                    <a:cubicBezTo>
                      <a:pt x="38" y="38"/>
                      <a:pt x="38" y="38"/>
                      <a:pt x="38" y="38"/>
                    </a:cubicBezTo>
                    <a:cubicBezTo>
                      <a:pt x="31" y="38"/>
                      <a:pt x="31" y="38"/>
                      <a:pt x="31" y="38"/>
                    </a:cubicBezTo>
                    <a:lnTo>
                      <a:pt x="46" y="11"/>
                    </a:lnTo>
                    <a:close/>
                    <a:moveTo>
                      <a:pt x="127" y="138"/>
                    </a:moveTo>
                    <a:cubicBezTo>
                      <a:pt x="20" y="138"/>
                      <a:pt x="20" y="138"/>
                      <a:pt x="20" y="138"/>
                    </a:cubicBezTo>
                    <a:cubicBezTo>
                      <a:pt x="20" y="65"/>
                      <a:pt x="20" y="65"/>
                      <a:pt x="20" y="65"/>
                    </a:cubicBezTo>
                    <a:cubicBezTo>
                      <a:pt x="127" y="65"/>
                      <a:pt x="127" y="65"/>
                      <a:pt x="127" y="65"/>
                    </a:cubicBezTo>
                    <a:lnTo>
                      <a:pt x="127" y="138"/>
                    </a:lnTo>
                    <a:close/>
                    <a:moveTo>
                      <a:pt x="140" y="58"/>
                    </a:moveTo>
                    <a:cubicBezTo>
                      <a:pt x="6" y="58"/>
                      <a:pt x="6" y="58"/>
                      <a:pt x="6" y="58"/>
                    </a:cubicBezTo>
                    <a:cubicBezTo>
                      <a:pt x="6" y="45"/>
                      <a:pt x="6" y="45"/>
                      <a:pt x="6" y="45"/>
                    </a:cubicBezTo>
                    <a:cubicBezTo>
                      <a:pt x="140" y="45"/>
                      <a:pt x="140" y="45"/>
                      <a:pt x="140" y="45"/>
                    </a:cubicBezTo>
                    <a:lnTo>
                      <a:pt x="140" y="58"/>
                    </a:lnTo>
                    <a:close/>
                    <a:moveTo>
                      <a:pt x="58" y="18"/>
                    </a:moveTo>
                    <a:cubicBezTo>
                      <a:pt x="52" y="15"/>
                      <a:pt x="52" y="15"/>
                      <a:pt x="52" y="15"/>
                    </a:cubicBezTo>
                    <a:cubicBezTo>
                      <a:pt x="49" y="21"/>
                      <a:pt x="49" y="21"/>
                      <a:pt x="49" y="21"/>
                    </a:cubicBezTo>
                    <a:cubicBezTo>
                      <a:pt x="54" y="24"/>
                      <a:pt x="54" y="24"/>
                      <a:pt x="54" y="24"/>
                    </a:cubicBezTo>
                    <a:lnTo>
                      <a:pt x="58" y="18"/>
                    </a:lnTo>
                    <a:close/>
                    <a:moveTo>
                      <a:pt x="51" y="30"/>
                    </a:moveTo>
                    <a:cubicBezTo>
                      <a:pt x="45" y="26"/>
                      <a:pt x="45" y="26"/>
                      <a:pt x="45" y="26"/>
                    </a:cubicBezTo>
                    <a:cubicBezTo>
                      <a:pt x="42" y="32"/>
                      <a:pt x="42" y="32"/>
                      <a:pt x="42" y="32"/>
                    </a:cubicBezTo>
                    <a:cubicBezTo>
                      <a:pt x="48" y="35"/>
                      <a:pt x="48" y="35"/>
                      <a:pt x="48" y="35"/>
                    </a:cubicBezTo>
                    <a:lnTo>
                      <a:pt x="51" y="30"/>
                    </a:lnTo>
                    <a:close/>
                    <a:moveTo>
                      <a:pt x="53" y="98"/>
                    </a:moveTo>
                    <a:cubicBezTo>
                      <a:pt x="93" y="98"/>
                      <a:pt x="93" y="98"/>
                      <a:pt x="93" y="98"/>
                    </a:cubicBezTo>
                    <a:cubicBezTo>
                      <a:pt x="97" y="98"/>
                      <a:pt x="100" y="95"/>
                      <a:pt x="100" y="92"/>
                    </a:cubicBezTo>
                    <a:cubicBezTo>
                      <a:pt x="100" y="85"/>
                      <a:pt x="100" y="85"/>
                      <a:pt x="100" y="85"/>
                    </a:cubicBezTo>
                    <a:cubicBezTo>
                      <a:pt x="100" y="81"/>
                      <a:pt x="97" y="78"/>
                      <a:pt x="93" y="78"/>
                    </a:cubicBezTo>
                    <a:cubicBezTo>
                      <a:pt x="53" y="78"/>
                      <a:pt x="53" y="78"/>
                      <a:pt x="53" y="78"/>
                    </a:cubicBezTo>
                    <a:cubicBezTo>
                      <a:pt x="50" y="78"/>
                      <a:pt x="47" y="81"/>
                      <a:pt x="47" y="85"/>
                    </a:cubicBezTo>
                    <a:cubicBezTo>
                      <a:pt x="47" y="92"/>
                      <a:pt x="47" y="92"/>
                      <a:pt x="47" y="92"/>
                    </a:cubicBezTo>
                    <a:cubicBezTo>
                      <a:pt x="47" y="95"/>
                      <a:pt x="50" y="98"/>
                      <a:pt x="53" y="98"/>
                    </a:cubicBezTo>
                    <a:close/>
                    <a:moveTo>
                      <a:pt x="53" y="85"/>
                    </a:moveTo>
                    <a:cubicBezTo>
                      <a:pt x="93" y="85"/>
                      <a:pt x="93" y="85"/>
                      <a:pt x="93" y="85"/>
                    </a:cubicBezTo>
                    <a:cubicBezTo>
                      <a:pt x="93" y="92"/>
                      <a:pt x="93" y="92"/>
                      <a:pt x="93" y="92"/>
                    </a:cubicBezTo>
                    <a:cubicBezTo>
                      <a:pt x="53" y="92"/>
                      <a:pt x="53" y="92"/>
                      <a:pt x="53" y="92"/>
                    </a:cubicBezTo>
                    <a:lnTo>
                      <a:pt x="53" y="85"/>
                    </a:lnTo>
                    <a:close/>
                  </a:path>
                </a:pathLst>
              </a:custGeom>
              <a:solidFill>
                <a:schemeClr val="bg1"/>
              </a:solidFill>
              <a:ln>
                <a:noFill/>
              </a:ln>
            </p:spPr>
            <p:txBody>
              <a:bodyPr vert="horz" wrap="square" lIns="60951" tIns="30475" rIns="60951" bIns="30475" numCol="1" anchor="t" anchorCtr="0" compatLnSpc="1"/>
              <a:lstStyle/>
              <a:p>
                <a:endParaRPr lang="en-US" sz="1200" dirty="0">
                  <a:solidFill>
                    <a:schemeClr val="tx1">
                      <a:lumMod val="75000"/>
                      <a:lumOff val="25000"/>
                    </a:schemeClr>
                  </a:solidFill>
                  <a:latin typeface="思源黑体" panose="020B0500000000000000" pitchFamily="34" charset="-122"/>
                  <a:ea typeface="思源黑体" panose="020B0500000000000000" pitchFamily="34" charset="-122"/>
                </a:endParaRPr>
              </a:p>
            </p:txBody>
          </p:sp>
        </p:grpSp>
        <p:sp>
          <p:nvSpPr>
            <p:cNvPr id="53" name="Rectangle 29"/>
            <p:cNvSpPr/>
            <p:nvPr/>
          </p:nvSpPr>
          <p:spPr>
            <a:xfrm>
              <a:off x="7724343" y="4156063"/>
              <a:ext cx="1688598" cy="1090876"/>
            </a:xfrm>
            <a:prstGeom prst="rect">
              <a:avLst/>
            </a:prstGeom>
          </p:spPr>
          <p:txBody>
            <a:bodyPr wrap="square">
              <a:spAutoFit/>
            </a:bodyPr>
            <a:lstStyle/>
            <a:p>
              <a:pPr lvl="0" algn="ctr">
                <a:lnSpc>
                  <a:spcPts val="2000"/>
                </a:lnSpc>
                <a:defRPr/>
              </a:pPr>
              <a:r>
                <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sym typeface="FZHei-B01S" panose="02010601030101010101" pitchFamily="2" charset="-122"/>
                </a:rPr>
                <a:t>请在此处添加具体内容，文字尽量言简意赅，简单说明即可，不必过于繁琐。</a:t>
              </a:r>
              <a:endPar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sym typeface="FZHei-B01S" panose="02010601030101010101" pitchFamily="2" charset="-122"/>
              </a:endParaRPr>
            </a:p>
          </p:txBody>
        </p:sp>
        <p:sp>
          <p:nvSpPr>
            <p:cNvPr id="54" name="Rectangle 30"/>
            <p:cNvSpPr/>
            <p:nvPr/>
          </p:nvSpPr>
          <p:spPr>
            <a:xfrm>
              <a:off x="8022368" y="3818878"/>
              <a:ext cx="1092141" cy="337185"/>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600" b="1" noProof="0" dirty="0">
                  <a:ln>
                    <a:noFill/>
                  </a:ln>
                  <a:solidFill>
                    <a:schemeClr val="tx1">
                      <a:lumMod val="75000"/>
                      <a:lumOff val="25000"/>
                    </a:schemeClr>
                  </a:solidFill>
                  <a:effectLst/>
                  <a:uLnTx/>
                  <a:uFillTx/>
                  <a:latin typeface="思源黑体" panose="020B0500000000000000" pitchFamily="34" charset="-122"/>
                  <a:ea typeface="思源黑体" panose="020B0500000000000000" pitchFamily="34" charset="-122"/>
                  <a:cs typeface="Open Sans" pitchFamily="34" charset="0"/>
                  <a:sym typeface="+mn-ea"/>
                </a:rPr>
                <a:t>添加标题</a:t>
              </a:r>
              <a:endParaRPr kumimoji="0" lang="zh-CN" altLang="en-US" sz="1600" b="1" i="0" u="none" strike="noStrike" kern="1200" cap="none" spc="0" normalizeH="0" baseline="0" noProof="0" dirty="0">
                <a:ln>
                  <a:noFill/>
                </a:ln>
                <a:solidFill>
                  <a:schemeClr val="tx1">
                    <a:lumMod val="75000"/>
                    <a:lumOff val="25000"/>
                  </a:schemeClr>
                </a:solidFill>
                <a:effectLst/>
                <a:uLnTx/>
                <a:uFillTx/>
                <a:latin typeface="思源黑体" panose="020B0500000000000000" pitchFamily="34" charset="-122"/>
                <a:ea typeface="思源黑体" panose="020B0500000000000000" pitchFamily="34" charset="-122"/>
                <a:cs typeface="Open Sans" pitchFamily="34" charset="0"/>
                <a:sym typeface="+mn-ea"/>
              </a:endParaRPr>
            </a:p>
          </p:txBody>
        </p:sp>
      </p:grpSp>
      <p:grpSp>
        <p:nvGrpSpPr>
          <p:cNvPr id="73" name="组合 72"/>
          <p:cNvGrpSpPr/>
          <p:nvPr/>
        </p:nvGrpSpPr>
        <p:grpSpPr>
          <a:xfrm>
            <a:off x="4930786" y="2440965"/>
            <a:ext cx="1688598" cy="2507688"/>
            <a:chOff x="9412534" y="2739251"/>
            <a:chExt cx="1688598" cy="2507688"/>
          </a:xfrm>
        </p:grpSpPr>
        <p:grpSp>
          <p:nvGrpSpPr>
            <p:cNvPr id="79" name="组合 78"/>
            <p:cNvGrpSpPr/>
            <p:nvPr/>
          </p:nvGrpSpPr>
          <p:grpSpPr>
            <a:xfrm>
              <a:off x="9881316" y="2739251"/>
              <a:ext cx="662321" cy="662321"/>
              <a:chOff x="9881316" y="2739251"/>
              <a:chExt cx="662321" cy="662321"/>
            </a:xfrm>
          </p:grpSpPr>
          <p:sp>
            <p:nvSpPr>
              <p:cNvPr id="82" name="Rounded Rectangle 142"/>
              <p:cNvSpPr/>
              <p:nvPr/>
            </p:nvSpPr>
            <p:spPr>
              <a:xfrm>
                <a:off x="9881316" y="2739251"/>
                <a:ext cx="662321" cy="662321"/>
              </a:xfrm>
              <a:prstGeom prst="roundRect">
                <a:avLst>
                  <a:gd name="adj" fmla="val 50000"/>
                </a:avLst>
              </a:prstGeom>
              <a:solidFill>
                <a:srgbClr val="2C518E"/>
              </a:solidFill>
              <a:ln w="12700">
                <a:noFill/>
              </a:ln>
              <a:effectLst>
                <a:outerShdw blurRad="177800" sx="102000" sy="102000" algn="ctr"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lumMod val="75000"/>
                      <a:lumOff val="25000"/>
                    </a:schemeClr>
                  </a:solidFill>
                  <a:latin typeface="思源黑体" panose="020B0500000000000000" pitchFamily="34" charset="-122"/>
                  <a:ea typeface="思源黑体" panose="020B0500000000000000" pitchFamily="34" charset="-122"/>
                </a:endParaRPr>
              </a:p>
            </p:txBody>
          </p:sp>
          <p:sp>
            <p:nvSpPr>
              <p:cNvPr id="83" name="Freeform 177"/>
              <p:cNvSpPr>
                <a:spLocks noEditPoints="1"/>
              </p:cNvSpPr>
              <p:nvPr/>
            </p:nvSpPr>
            <p:spPr bwMode="auto">
              <a:xfrm>
                <a:off x="10028355" y="2888934"/>
                <a:ext cx="368243" cy="362953"/>
              </a:xfrm>
              <a:custGeom>
                <a:avLst/>
                <a:gdLst>
                  <a:gd name="T0" fmla="*/ 127 w 147"/>
                  <a:gd name="T1" fmla="*/ 38 h 145"/>
                  <a:gd name="T2" fmla="*/ 106 w 147"/>
                  <a:gd name="T3" fmla="*/ 14 h 145"/>
                  <a:gd name="T4" fmla="*/ 59 w 147"/>
                  <a:gd name="T5" fmla="*/ 3 h 145"/>
                  <a:gd name="T6" fmla="*/ 23 w 147"/>
                  <a:gd name="T7" fmla="*/ 38 h 145"/>
                  <a:gd name="T8" fmla="*/ 0 w 147"/>
                  <a:gd name="T9" fmla="*/ 45 h 145"/>
                  <a:gd name="T10" fmla="*/ 6 w 147"/>
                  <a:gd name="T11" fmla="*/ 65 h 145"/>
                  <a:gd name="T12" fmla="*/ 13 w 147"/>
                  <a:gd name="T13" fmla="*/ 138 h 145"/>
                  <a:gd name="T14" fmla="*/ 127 w 147"/>
                  <a:gd name="T15" fmla="*/ 145 h 145"/>
                  <a:gd name="T16" fmla="*/ 133 w 147"/>
                  <a:gd name="T17" fmla="*/ 65 h 145"/>
                  <a:gd name="T18" fmla="*/ 147 w 147"/>
                  <a:gd name="T19" fmla="*/ 58 h 145"/>
                  <a:gd name="T20" fmla="*/ 140 w 147"/>
                  <a:gd name="T21" fmla="*/ 38 h 145"/>
                  <a:gd name="T22" fmla="*/ 116 w 147"/>
                  <a:gd name="T23" fmla="*/ 25 h 145"/>
                  <a:gd name="T24" fmla="*/ 119 w 147"/>
                  <a:gd name="T25" fmla="*/ 38 h 145"/>
                  <a:gd name="T26" fmla="*/ 112 w 147"/>
                  <a:gd name="T27" fmla="*/ 33 h 145"/>
                  <a:gd name="T28" fmla="*/ 103 w 147"/>
                  <a:gd name="T29" fmla="*/ 28 h 145"/>
                  <a:gd name="T30" fmla="*/ 96 w 147"/>
                  <a:gd name="T31" fmla="*/ 25 h 145"/>
                  <a:gd name="T32" fmla="*/ 108 w 147"/>
                  <a:gd name="T33" fmla="*/ 20 h 145"/>
                  <a:gd name="T34" fmla="*/ 62 w 147"/>
                  <a:gd name="T35" fmla="*/ 38 h 145"/>
                  <a:gd name="T36" fmla="*/ 106 w 147"/>
                  <a:gd name="T37" fmla="*/ 38 h 145"/>
                  <a:gd name="T38" fmla="*/ 55 w 147"/>
                  <a:gd name="T39" fmla="*/ 9 h 145"/>
                  <a:gd name="T40" fmla="*/ 54 w 147"/>
                  <a:gd name="T41" fmla="*/ 38 h 145"/>
                  <a:gd name="T42" fmla="*/ 39 w 147"/>
                  <a:gd name="T43" fmla="*/ 38 h 145"/>
                  <a:gd name="T44" fmla="*/ 31 w 147"/>
                  <a:gd name="T45" fmla="*/ 38 h 145"/>
                  <a:gd name="T46" fmla="*/ 127 w 147"/>
                  <a:gd name="T47" fmla="*/ 138 h 145"/>
                  <a:gd name="T48" fmla="*/ 20 w 147"/>
                  <a:gd name="T49" fmla="*/ 65 h 145"/>
                  <a:gd name="T50" fmla="*/ 127 w 147"/>
                  <a:gd name="T51" fmla="*/ 138 h 145"/>
                  <a:gd name="T52" fmla="*/ 6 w 147"/>
                  <a:gd name="T53" fmla="*/ 58 h 145"/>
                  <a:gd name="T54" fmla="*/ 140 w 147"/>
                  <a:gd name="T55" fmla="*/ 45 h 145"/>
                  <a:gd name="T56" fmla="*/ 58 w 147"/>
                  <a:gd name="T57" fmla="*/ 18 h 145"/>
                  <a:gd name="T58" fmla="*/ 49 w 147"/>
                  <a:gd name="T59" fmla="*/ 21 h 145"/>
                  <a:gd name="T60" fmla="*/ 58 w 147"/>
                  <a:gd name="T61" fmla="*/ 18 h 145"/>
                  <a:gd name="T62" fmla="*/ 45 w 147"/>
                  <a:gd name="T63" fmla="*/ 26 h 145"/>
                  <a:gd name="T64" fmla="*/ 48 w 147"/>
                  <a:gd name="T65" fmla="*/ 35 h 145"/>
                  <a:gd name="T66" fmla="*/ 53 w 147"/>
                  <a:gd name="T67" fmla="*/ 98 h 145"/>
                  <a:gd name="T68" fmla="*/ 100 w 147"/>
                  <a:gd name="T69" fmla="*/ 92 h 145"/>
                  <a:gd name="T70" fmla="*/ 93 w 147"/>
                  <a:gd name="T71" fmla="*/ 78 h 145"/>
                  <a:gd name="T72" fmla="*/ 47 w 147"/>
                  <a:gd name="T73" fmla="*/ 85 h 145"/>
                  <a:gd name="T74" fmla="*/ 53 w 147"/>
                  <a:gd name="T75" fmla="*/ 98 h 145"/>
                  <a:gd name="T76" fmla="*/ 93 w 147"/>
                  <a:gd name="T77" fmla="*/ 85 h 145"/>
                  <a:gd name="T78" fmla="*/ 53 w 147"/>
                  <a:gd name="T79" fmla="*/ 92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47" h="145">
                    <a:moveTo>
                      <a:pt x="140" y="38"/>
                    </a:moveTo>
                    <a:cubicBezTo>
                      <a:pt x="127" y="38"/>
                      <a:pt x="127" y="38"/>
                      <a:pt x="127" y="38"/>
                    </a:cubicBezTo>
                    <a:cubicBezTo>
                      <a:pt x="123" y="23"/>
                      <a:pt x="123" y="23"/>
                      <a:pt x="123" y="23"/>
                    </a:cubicBezTo>
                    <a:cubicBezTo>
                      <a:pt x="121" y="16"/>
                      <a:pt x="114" y="12"/>
                      <a:pt x="106" y="14"/>
                    </a:cubicBezTo>
                    <a:cubicBezTo>
                      <a:pt x="86" y="19"/>
                      <a:pt x="86" y="19"/>
                      <a:pt x="86" y="19"/>
                    </a:cubicBezTo>
                    <a:cubicBezTo>
                      <a:pt x="59" y="3"/>
                      <a:pt x="59" y="3"/>
                      <a:pt x="59" y="3"/>
                    </a:cubicBezTo>
                    <a:cubicBezTo>
                      <a:pt x="52" y="0"/>
                      <a:pt x="44" y="2"/>
                      <a:pt x="40" y="8"/>
                    </a:cubicBezTo>
                    <a:cubicBezTo>
                      <a:pt x="23" y="38"/>
                      <a:pt x="23" y="38"/>
                      <a:pt x="23" y="38"/>
                    </a:cubicBezTo>
                    <a:cubicBezTo>
                      <a:pt x="6" y="38"/>
                      <a:pt x="6" y="38"/>
                      <a:pt x="6" y="38"/>
                    </a:cubicBezTo>
                    <a:cubicBezTo>
                      <a:pt x="3" y="38"/>
                      <a:pt x="0" y="41"/>
                      <a:pt x="0" y="45"/>
                    </a:cubicBezTo>
                    <a:cubicBezTo>
                      <a:pt x="0" y="58"/>
                      <a:pt x="0" y="58"/>
                      <a:pt x="0" y="58"/>
                    </a:cubicBezTo>
                    <a:cubicBezTo>
                      <a:pt x="0" y="62"/>
                      <a:pt x="3" y="65"/>
                      <a:pt x="6" y="65"/>
                    </a:cubicBezTo>
                    <a:cubicBezTo>
                      <a:pt x="13" y="65"/>
                      <a:pt x="13" y="65"/>
                      <a:pt x="13" y="65"/>
                    </a:cubicBezTo>
                    <a:cubicBezTo>
                      <a:pt x="13" y="138"/>
                      <a:pt x="13" y="138"/>
                      <a:pt x="13" y="138"/>
                    </a:cubicBezTo>
                    <a:cubicBezTo>
                      <a:pt x="13" y="142"/>
                      <a:pt x="16" y="145"/>
                      <a:pt x="20" y="145"/>
                    </a:cubicBezTo>
                    <a:cubicBezTo>
                      <a:pt x="127" y="145"/>
                      <a:pt x="127" y="145"/>
                      <a:pt x="127" y="145"/>
                    </a:cubicBezTo>
                    <a:cubicBezTo>
                      <a:pt x="130" y="145"/>
                      <a:pt x="133" y="142"/>
                      <a:pt x="133" y="138"/>
                    </a:cubicBezTo>
                    <a:cubicBezTo>
                      <a:pt x="133" y="65"/>
                      <a:pt x="133" y="65"/>
                      <a:pt x="133" y="65"/>
                    </a:cubicBezTo>
                    <a:cubicBezTo>
                      <a:pt x="140" y="65"/>
                      <a:pt x="140" y="65"/>
                      <a:pt x="140" y="65"/>
                    </a:cubicBezTo>
                    <a:cubicBezTo>
                      <a:pt x="144" y="65"/>
                      <a:pt x="147" y="62"/>
                      <a:pt x="147" y="58"/>
                    </a:cubicBezTo>
                    <a:cubicBezTo>
                      <a:pt x="147" y="45"/>
                      <a:pt x="147" y="45"/>
                      <a:pt x="147" y="45"/>
                    </a:cubicBezTo>
                    <a:cubicBezTo>
                      <a:pt x="147" y="41"/>
                      <a:pt x="144" y="38"/>
                      <a:pt x="140" y="38"/>
                    </a:cubicBezTo>
                    <a:close/>
                    <a:moveTo>
                      <a:pt x="108" y="20"/>
                    </a:moveTo>
                    <a:cubicBezTo>
                      <a:pt x="112" y="19"/>
                      <a:pt x="115" y="21"/>
                      <a:pt x="116" y="25"/>
                    </a:cubicBezTo>
                    <a:cubicBezTo>
                      <a:pt x="120" y="38"/>
                      <a:pt x="120" y="38"/>
                      <a:pt x="120" y="38"/>
                    </a:cubicBezTo>
                    <a:cubicBezTo>
                      <a:pt x="119" y="38"/>
                      <a:pt x="119" y="38"/>
                      <a:pt x="119" y="38"/>
                    </a:cubicBezTo>
                    <a:cubicBezTo>
                      <a:pt x="111" y="33"/>
                      <a:pt x="111" y="33"/>
                      <a:pt x="111" y="33"/>
                    </a:cubicBezTo>
                    <a:cubicBezTo>
                      <a:pt x="112" y="33"/>
                      <a:pt x="112" y="33"/>
                      <a:pt x="112" y="33"/>
                    </a:cubicBezTo>
                    <a:cubicBezTo>
                      <a:pt x="110" y="26"/>
                      <a:pt x="110" y="26"/>
                      <a:pt x="110" y="26"/>
                    </a:cubicBezTo>
                    <a:cubicBezTo>
                      <a:pt x="103" y="28"/>
                      <a:pt x="103" y="28"/>
                      <a:pt x="103" y="28"/>
                    </a:cubicBezTo>
                    <a:cubicBezTo>
                      <a:pt x="104" y="29"/>
                      <a:pt x="104" y="29"/>
                      <a:pt x="104" y="29"/>
                    </a:cubicBezTo>
                    <a:cubicBezTo>
                      <a:pt x="96" y="25"/>
                      <a:pt x="96" y="25"/>
                      <a:pt x="96" y="25"/>
                    </a:cubicBezTo>
                    <a:cubicBezTo>
                      <a:pt x="95" y="23"/>
                      <a:pt x="95" y="23"/>
                      <a:pt x="95" y="23"/>
                    </a:cubicBezTo>
                    <a:lnTo>
                      <a:pt x="108" y="20"/>
                    </a:lnTo>
                    <a:close/>
                    <a:moveTo>
                      <a:pt x="106" y="38"/>
                    </a:moveTo>
                    <a:cubicBezTo>
                      <a:pt x="62" y="38"/>
                      <a:pt x="62" y="38"/>
                      <a:pt x="62" y="38"/>
                    </a:cubicBezTo>
                    <a:cubicBezTo>
                      <a:pt x="73" y="19"/>
                      <a:pt x="73" y="19"/>
                      <a:pt x="73" y="19"/>
                    </a:cubicBezTo>
                    <a:lnTo>
                      <a:pt x="106" y="38"/>
                    </a:lnTo>
                    <a:close/>
                    <a:moveTo>
                      <a:pt x="46" y="11"/>
                    </a:moveTo>
                    <a:cubicBezTo>
                      <a:pt x="48" y="8"/>
                      <a:pt x="52" y="7"/>
                      <a:pt x="55" y="9"/>
                    </a:cubicBezTo>
                    <a:cubicBezTo>
                      <a:pt x="67" y="16"/>
                      <a:pt x="67" y="16"/>
                      <a:pt x="67" y="16"/>
                    </a:cubicBezTo>
                    <a:cubicBezTo>
                      <a:pt x="54" y="38"/>
                      <a:pt x="54" y="38"/>
                      <a:pt x="54" y="38"/>
                    </a:cubicBezTo>
                    <a:cubicBezTo>
                      <a:pt x="39" y="38"/>
                      <a:pt x="39" y="38"/>
                      <a:pt x="39" y="38"/>
                    </a:cubicBezTo>
                    <a:cubicBezTo>
                      <a:pt x="39" y="38"/>
                      <a:pt x="39" y="38"/>
                      <a:pt x="39" y="38"/>
                    </a:cubicBezTo>
                    <a:cubicBezTo>
                      <a:pt x="38" y="38"/>
                      <a:pt x="38" y="38"/>
                      <a:pt x="38" y="38"/>
                    </a:cubicBezTo>
                    <a:cubicBezTo>
                      <a:pt x="31" y="38"/>
                      <a:pt x="31" y="38"/>
                      <a:pt x="31" y="38"/>
                    </a:cubicBezTo>
                    <a:lnTo>
                      <a:pt x="46" y="11"/>
                    </a:lnTo>
                    <a:close/>
                    <a:moveTo>
                      <a:pt x="127" y="138"/>
                    </a:moveTo>
                    <a:cubicBezTo>
                      <a:pt x="20" y="138"/>
                      <a:pt x="20" y="138"/>
                      <a:pt x="20" y="138"/>
                    </a:cubicBezTo>
                    <a:cubicBezTo>
                      <a:pt x="20" y="65"/>
                      <a:pt x="20" y="65"/>
                      <a:pt x="20" y="65"/>
                    </a:cubicBezTo>
                    <a:cubicBezTo>
                      <a:pt x="127" y="65"/>
                      <a:pt x="127" y="65"/>
                      <a:pt x="127" y="65"/>
                    </a:cubicBezTo>
                    <a:lnTo>
                      <a:pt x="127" y="138"/>
                    </a:lnTo>
                    <a:close/>
                    <a:moveTo>
                      <a:pt x="140" y="58"/>
                    </a:moveTo>
                    <a:cubicBezTo>
                      <a:pt x="6" y="58"/>
                      <a:pt x="6" y="58"/>
                      <a:pt x="6" y="58"/>
                    </a:cubicBezTo>
                    <a:cubicBezTo>
                      <a:pt x="6" y="45"/>
                      <a:pt x="6" y="45"/>
                      <a:pt x="6" y="45"/>
                    </a:cubicBezTo>
                    <a:cubicBezTo>
                      <a:pt x="140" y="45"/>
                      <a:pt x="140" y="45"/>
                      <a:pt x="140" y="45"/>
                    </a:cubicBezTo>
                    <a:lnTo>
                      <a:pt x="140" y="58"/>
                    </a:lnTo>
                    <a:close/>
                    <a:moveTo>
                      <a:pt x="58" y="18"/>
                    </a:moveTo>
                    <a:cubicBezTo>
                      <a:pt x="52" y="15"/>
                      <a:pt x="52" y="15"/>
                      <a:pt x="52" y="15"/>
                    </a:cubicBezTo>
                    <a:cubicBezTo>
                      <a:pt x="49" y="21"/>
                      <a:pt x="49" y="21"/>
                      <a:pt x="49" y="21"/>
                    </a:cubicBezTo>
                    <a:cubicBezTo>
                      <a:pt x="54" y="24"/>
                      <a:pt x="54" y="24"/>
                      <a:pt x="54" y="24"/>
                    </a:cubicBezTo>
                    <a:lnTo>
                      <a:pt x="58" y="18"/>
                    </a:lnTo>
                    <a:close/>
                    <a:moveTo>
                      <a:pt x="51" y="30"/>
                    </a:moveTo>
                    <a:cubicBezTo>
                      <a:pt x="45" y="26"/>
                      <a:pt x="45" y="26"/>
                      <a:pt x="45" y="26"/>
                    </a:cubicBezTo>
                    <a:cubicBezTo>
                      <a:pt x="42" y="32"/>
                      <a:pt x="42" y="32"/>
                      <a:pt x="42" y="32"/>
                    </a:cubicBezTo>
                    <a:cubicBezTo>
                      <a:pt x="48" y="35"/>
                      <a:pt x="48" y="35"/>
                      <a:pt x="48" y="35"/>
                    </a:cubicBezTo>
                    <a:lnTo>
                      <a:pt x="51" y="30"/>
                    </a:lnTo>
                    <a:close/>
                    <a:moveTo>
                      <a:pt x="53" y="98"/>
                    </a:moveTo>
                    <a:cubicBezTo>
                      <a:pt x="93" y="98"/>
                      <a:pt x="93" y="98"/>
                      <a:pt x="93" y="98"/>
                    </a:cubicBezTo>
                    <a:cubicBezTo>
                      <a:pt x="97" y="98"/>
                      <a:pt x="100" y="95"/>
                      <a:pt x="100" y="92"/>
                    </a:cubicBezTo>
                    <a:cubicBezTo>
                      <a:pt x="100" y="85"/>
                      <a:pt x="100" y="85"/>
                      <a:pt x="100" y="85"/>
                    </a:cubicBezTo>
                    <a:cubicBezTo>
                      <a:pt x="100" y="81"/>
                      <a:pt x="97" y="78"/>
                      <a:pt x="93" y="78"/>
                    </a:cubicBezTo>
                    <a:cubicBezTo>
                      <a:pt x="53" y="78"/>
                      <a:pt x="53" y="78"/>
                      <a:pt x="53" y="78"/>
                    </a:cubicBezTo>
                    <a:cubicBezTo>
                      <a:pt x="50" y="78"/>
                      <a:pt x="47" y="81"/>
                      <a:pt x="47" y="85"/>
                    </a:cubicBezTo>
                    <a:cubicBezTo>
                      <a:pt x="47" y="92"/>
                      <a:pt x="47" y="92"/>
                      <a:pt x="47" y="92"/>
                    </a:cubicBezTo>
                    <a:cubicBezTo>
                      <a:pt x="47" y="95"/>
                      <a:pt x="50" y="98"/>
                      <a:pt x="53" y="98"/>
                    </a:cubicBezTo>
                    <a:close/>
                    <a:moveTo>
                      <a:pt x="53" y="85"/>
                    </a:moveTo>
                    <a:cubicBezTo>
                      <a:pt x="93" y="85"/>
                      <a:pt x="93" y="85"/>
                      <a:pt x="93" y="85"/>
                    </a:cubicBezTo>
                    <a:cubicBezTo>
                      <a:pt x="93" y="92"/>
                      <a:pt x="93" y="92"/>
                      <a:pt x="93" y="92"/>
                    </a:cubicBezTo>
                    <a:cubicBezTo>
                      <a:pt x="53" y="92"/>
                      <a:pt x="53" y="92"/>
                      <a:pt x="53" y="92"/>
                    </a:cubicBezTo>
                    <a:lnTo>
                      <a:pt x="53" y="85"/>
                    </a:lnTo>
                    <a:close/>
                  </a:path>
                </a:pathLst>
              </a:custGeom>
              <a:solidFill>
                <a:schemeClr val="bg1"/>
              </a:solidFill>
              <a:ln>
                <a:noFill/>
              </a:ln>
            </p:spPr>
            <p:txBody>
              <a:bodyPr vert="horz" wrap="square" lIns="60951" tIns="30475" rIns="60951" bIns="30475" numCol="1" anchor="t" anchorCtr="0" compatLnSpc="1"/>
              <a:lstStyle/>
              <a:p>
                <a:endParaRPr lang="en-US" sz="1200" dirty="0">
                  <a:solidFill>
                    <a:schemeClr val="tx1">
                      <a:lumMod val="75000"/>
                      <a:lumOff val="25000"/>
                    </a:schemeClr>
                  </a:solidFill>
                  <a:latin typeface="思源黑体" panose="020B0500000000000000" pitchFamily="34" charset="-122"/>
                  <a:ea typeface="思源黑体" panose="020B0500000000000000" pitchFamily="34" charset="-122"/>
                </a:endParaRPr>
              </a:p>
            </p:txBody>
          </p:sp>
        </p:grpSp>
        <p:sp>
          <p:nvSpPr>
            <p:cNvPr id="80" name="Rectangle 29"/>
            <p:cNvSpPr/>
            <p:nvPr/>
          </p:nvSpPr>
          <p:spPr>
            <a:xfrm>
              <a:off x="9412534" y="4156063"/>
              <a:ext cx="1688598" cy="1090876"/>
            </a:xfrm>
            <a:prstGeom prst="rect">
              <a:avLst/>
            </a:prstGeom>
          </p:spPr>
          <p:txBody>
            <a:bodyPr wrap="square">
              <a:spAutoFit/>
            </a:bodyPr>
            <a:lstStyle/>
            <a:p>
              <a:pPr lvl="0" algn="ctr">
                <a:lnSpc>
                  <a:spcPts val="2000"/>
                </a:lnSpc>
                <a:defRPr/>
              </a:pPr>
              <a:r>
                <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sym typeface="FZHei-B01S" panose="02010601030101010101" pitchFamily="2" charset="-122"/>
                </a:rPr>
                <a:t>请在此处添加具体内容，文字尽量言简意赅，简单说明即可，不必过于繁琐。</a:t>
              </a:r>
              <a:endPar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sym typeface="FZHei-B01S" panose="02010601030101010101" pitchFamily="2" charset="-122"/>
              </a:endParaRPr>
            </a:p>
          </p:txBody>
        </p:sp>
        <p:sp>
          <p:nvSpPr>
            <p:cNvPr id="81" name="Rectangle 30"/>
            <p:cNvSpPr/>
            <p:nvPr/>
          </p:nvSpPr>
          <p:spPr>
            <a:xfrm>
              <a:off x="9710559" y="3818878"/>
              <a:ext cx="1092141" cy="337185"/>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600" b="1" noProof="0" dirty="0">
                  <a:ln>
                    <a:noFill/>
                  </a:ln>
                  <a:solidFill>
                    <a:schemeClr val="tx1">
                      <a:lumMod val="75000"/>
                      <a:lumOff val="25000"/>
                    </a:schemeClr>
                  </a:solidFill>
                  <a:effectLst/>
                  <a:uLnTx/>
                  <a:uFillTx/>
                  <a:latin typeface="思源黑体" panose="020B0500000000000000" pitchFamily="34" charset="-122"/>
                  <a:ea typeface="思源黑体" panose="020B0500000000000000" pitchFamily="34" charset="-122"/>
                  <a:cs typeface="Open Sans" pitchFamily="34" charset="0"/>
                  <a:sym typeface="+mn-ea"/>
                </a:rPr>
                <a:t>添加标题</a:t>
              </a:r>
              <a:endParaRPr kumimoji="0" lang="zh-CN" altLang="en-US" sz="1600" b="1" i="0" u="none" strike="noStrike" kern="1200" cap="none" spc="0" normalizeH="0" baseline="0" noProof="0" dirty="0">
                <a:ln>
                  <a:noFill/>
                </a:ln>
                <a:solidFill>
                  <a:schemeClr val="tx1">
                    <a:lumMod val="75000"/>
                    <a:lumOff val="25000"/>
                  </a:schemeClr>
                </a:solidFill>
                <a:effectLst/>
                <a:uLnTx/>
                <a:uFillTx/>
                <a:latin typeface="思源黑体" panose="020B0500000000000000" pitchFamily="34" charset="-122"/>
                <a:ea typeface="思源黑体" panose="020B0500000000000000" pitchFamily="34" charset="-122"/>
                <a:cs typeface="Open Sans" pitchFamily="34" charset="0"/>
                <a:sym typeface="+mn-ea"/>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barn(inVertical)">
                                      <p:cBhvr>
                                        <p:cTn id="12" dur="5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2"/>
                                        </p:tgtEl>
                                        <p:attrNameLst>
                                          <p:attrName>style.visibility</p:attrName>
                                        </p:attrNameLst>
                                      </p:cBhvr>
                                      <p:to>
                                        <p:strVal val="visible"/>
                                      </p:to>
                                    </p:set>
                                    <p:animEffect transition="in" filter="wipe(down)">
                                      <p:cBhvr>
                                        <p:cTn id="17" dur="500"/>
                                        <p:tgtEl>
                                          <p:spTgt spid="32"/>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nodeType="clickEffect">
                                  <p:stCondLst>
                                    <p:cond delay="0"/>
                                  </p:stCondLst>
                                  <p:childTnLst>
                                    <p:set>
                                      <p:cBhvr>
                                        <p:cTn id="21" dur="1" fill="hold">
                                          <p:stCondLst>
                                            <p:cond delay="0"/>
                                          </p:stCondLst>
                                        </p:cTn>
                                        <p:tgtEl>
                                          <p:spTgt spid="46"/>
                                        </p:tgtEl>
                                        <p:attrNameLst>
                                          <p:attrName>style.visibility</p:attrName>
                                        </p:attrNameLst>
                                      </p:cBhvr>
                                      <p:to>
                                        <p:strVal val="visible"/>
                                      </p:to>
                                    </p:set>
                                    <p:animEffect transition="in" filter="fade">
                                      <p:cBhvr>
                                        <p:cTn id="22" dur="1000"/>
                                        <p:tgtEl>
                                          <p:spTgt spid="46"/>
                                        </p:tgtEl>
                                      </p:cBhvr>
                                    </p:animEffect>
                                    <p:anim calcmode="lin" valueType="num">
                                      <p:cBhvr>
                                        <p:cTn id="23" dur="1000" fill="hold"/>
                                        <p:tgtEl>
                                          <p:spTgt spid="46"/>
                                        </p:tgtEl>
                                        <p:attrNameLst>
                                          <p:attrName>ppt_x</p:attrName>
                                        </p:attrNameLst>
                                      </p:cBhvr>
                                      <p:tavLst>
                                        <p:tav tm="0">
                                          <p:val>
                                            <p:strVal val="#ppt_x"/>
                                          </p:val>
                                        </p:tav>
                                        <p:tav tm="100000">
                                          <p:val>
                                            <p:strVal val="#ppt_x"/>
                                          </p:val>
                                        </p:tav>
                                      </p:tavLst>
                                    </p:anim>
                                    <p:anim calcmode="lin" valueType="num">
                                      <p:cBhvr>
                                        <p:cTn id="24" dur="1000" fill="hold"/>
                                        <p:tgtEl>
                                          <p:spTgt spid="46"/>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51"/>
                                        </p:tgtEl>
                                        <p:attrNameLst>
                                          <p:attrName>style.visibility</p:attrName>
                                        </p:attrNameLst>
                                      </p:cBhvr>
                                      <p:to>
                                        <p:strVal val="visible"/>
                                      </p:to>
                                    </p:set>
                                    <p:animEffect transition="in" filter="fade">
                                      <p:cBhvr>
                                        <p:cTn id="27" dur="1000"/>
                                        <p:tgtEl>
                                          <p:spTgt spid="51"/>
                                        </p:tgtEl>
                                      </p:cBhvr>
                                    </p:animEffect>
                                    <p:anim calcmode="lin" valueType="num">
                                      <p:cBhvr>
                                        <p:cTn id="28" dur="1000" fill="hold"/>
                                        <p:tgtEl>
                                          <p:spTgt spid="51"/>
                                        </p:tgtEl>
                                        <p:attrNameLst>
                                          <p:attrName>ppt_x</p:attrName>
                                        </p:attrNameLst>
                                      </p:cBhvr>
                                      <p:tavLst>
                                        <p:tav tm="0">
                                          <p:val>
                                            <p:strVal val="#ppt_x"/>
                                          </p:val>
                                        </p:tav>
                                        <p:tav tm="100000">
                                          <p:val>
                                            <p:strVal val="#ppt_x"/>
                                          </p:val>
                                        </p:tav>
                                      </p:tavLst>
                                    </p:anim>
                                    <p:anim calcmode="lin" valueType="num">
                                      <p:cBhvr>
                                        <p:cTn id="29" dur="1000" fill="hold"/>
                                        <p:tgtEl>
                                          <p:spTgt spid="51"/>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73"/>
                                        </p:tgtEl>
                                        <p:attrNameLst>
                                          <p:attrName>style.visibility</p:attrName>
                                        </p:attrNameLst>
                                      </p:cBhvr>
                                      <p:to>
                                        <p:strVal val="visible"/>
                                      </p:to>
                                    </p:set>
                                    <p:animEffect transition="in" filter="fade">
                                      <p:cBhvr>
                                        <p:cTn id="32" dur="1000"/>
                                        <p:tgtEl>
                                          <p:spTgt spid="73"/>
                                        </p:tgtEl>
                                      </p:cBhvr>
                                    </p:animEffect>
                                    <p:anim calcmode="lin" valueType="num">
                                      <p:cBhvr>
                                        <p:cTn id="33" dur="1000" fill="hold"/>
                                        <p:tgtEl>
                                          <p:spTgt spid="73"/>
                                        </p:tgtEl>
                                        <p:attrNameLst>
                                          <p:attrName>ppt_x</p:attrName>
                                        </p:attrNameLst>
                                      </p:cBhvr>
                                      <p:tavLst>
                                        <p:tav tm="0">
                                          <p:val>
                                            <p:strVal val="#ppt_x"/>
                                          </p:val>
                                        </p:tav>
                                        <p:tav tm="100000">
                                          <p:val>
                                            <p:strVal val="#ppt_x"/>
                                          </p:val>
                                        </p:tav>
                                      </p:tavLst>
                                    </p:anim>
                                    <p:anim calcmode="lin" valueType="num">
                                      <p:cBhvr>
                                        <p:cTn id="34" dur="1000" fill="hold"/>
                                        <p:tgtEl>
                                          <p:spTgt spid="7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1">
            <a:extLst>
              <a:ext uri="{BEBA8EAE-BF5A-486C-A8C5-ECC9F3942E4B}">
                <a14:imgProps xmlns:a14="http://schemas.microsoft.com/office/drawing/2010/main">
                  <a14:imgLayer r:embed="rId2">
                    <a14:imgEffect>
                      <a14:brightnessContrast contrast="40000"/>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0" y="0"/>
            <a:ext cx="12191999" cy="6858000"/>
          </a:xfrm>
          <a:prstGeom prst="rect">
            <a:avLst/>
          </a:prstGeom>
        </p:spPr>
      </p:pic>
      <p:sp>
        <p:nvSpPr>
          <p:cNvPr id="2" name="矩形 1"/>
          <p:cNvSpPr/>
          <p:nvPr/>
        </p:nvSpPr>
        <p:spPr>
          <a:xfrm>
            <a:off x="510556" y="583271"/>
            <a:ext cx="11526658" cy="5553635"/>
          </a:xfrm>
          <a:prstGeom prst="rect">
            <a:avLst/>
          </a:prstGeom>
          <a:solidFill>
            <a:schemeClr val="bg1">
              <a:alpha val="82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panose="020B0500000000000000" pitchFamily="34" charset="-122"/>
              <a:ea typeface="思源黑体" panose="020B0500000000000000" pitchFamily="34" charset="-122"/>
            </a:endParaRPr>
          </a:p>
        </p:txBody>
      </p:sp>
      <p:sp>
        <p:nvSpPr>
          <p:cNvPr id="44" name="菱形 43"/>
          <p:cNvSpPr/>
          <p:nvPr/>
        </p:nvSpPr>
        <p:spPr>
          <a:xfrm rot="20839757" flipH="1">
            <a:off x="9673633" y="6019027"/>
            <a:ext cx="1628327" cy="1628327"/>
          </a:xfrm>
          <a:prstGeom prst="diamond">
            <a:avLst/>
          </a:prstGeom>
          <a:noFill/>
          <a:ln w="161925">
            <a:solidFill>
              <a:srgbClr val="587DB8"/>
            </a:solidFill>
          </a:ln>
          <a:effectLst>
            <a:outerShdw blurRad="88900" dist="177800" dir="5400000" algn="ctr"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2C518E"/>
              </a:solidFill>
              <a:latin typeface="思源宋体 CN" panose="02020400000000000000" pitchFamily="18" charset="-122"/>
              <a:ea typeface="思源宋体 CN" panose="02020400000000000000" pitchFamily="18" charset="-122"/>
            </a:endParaRPr>
          </a:p>
        </p:txBody>
      </p:sp>
      <p:sp>
        <p:nvSpPr>
          <p:cNvPr id="50" name="菱形 49"/>
          <p:cNvSpPr/>
          <p:nvPr/>
        </p:nvSpPr>
        <p:spPr>
          <a:xfrm rot="20839757" flipH="1">
            <a:off x="11060260" y="4640911"/>
            <a:ext cx="2741727" cy="2741727"/>
          </a:xfrm>
          <a:prstGeom prst="diamond">
            <a:avLst/>
          </a:prstGeom>
          <a:noFill/>
          <a:ln w="196850">
            <a:solidFill>
              <a:srgbClr val="2C518E"/>
            </a:solidFill>
          </a:ln>
          <a:effectLst>
            <a:outerShdw blurRad="88900" dist="177800" dir="5400000" algn="ctr" rotWithShape="0">
              <a:srgbClr val="000000">
                <a:alpha val="2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2C518E"/>
              </a:solidFill>
              <a:latin typeface="思源宋体 CN" panose="02020400000000000000" pitchFamily="18" charset="-122"/>
              <a:ea typeface="思源宋体 CN" panose="02020400000000000000" pitchFamily="18" charset="-122"/>
            </a:endParaRPr>
          </a:p>
        </p:txBody>
      </p:sp>
      <p:sp>
        <p:nvSpPr>
          <p:cNvPr id="53" name="菱形 52"/>
          <p:cNvSpPr/>
          <p:nvPr/>
        </p:nvSpPr>
        <p:spPr>
          <a:xfrm rot="18405841" flipH="1">
            <a:off x="11213742" y="3792692"/>
            <a:ext cx="2165036" cy="2165036"/>
          </a:xfrm>
          <a:prstGeom prst="diamond">
            <a:avLst/>
          </a:prstGeom>
          <a:noFill/>
          <a:ln w="161925">
            <a:solidFill>
              <a:schemeClr val="bg1">
                <a:lumMod val="95000"/>
              </a:schemeClr>
            </a:solidFill>
          </a:ln>
          <a:effectLst>
            <a:outerShdw blurRad="88900" dist="177800" dir="5400000" algn="ctr" rotWithShape="0">
              <a:srgbClr val="000000">
                <a:alpha val="2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2C518E"/>
              </a:solidFill>
              <a:latin typeface="思源宋体 CN" panose="02020400000000000000" pitchFamily="18" charset="-122"/>
              <a:ea typeface="思源宋体 CN" panose="02020400000000000000" pitchFamily="18" charset="-122"/>
            </a:endParaRPr>
          </a:p>
        </p:txBody>
      </p:sp>
      <p:sp>
        <p:nvSpPr>
          <p:cNvPr id="54" name="菱形 53"/>
          <p:cNvSpPr/>
          <p:nvPr/>
        </p:nvSpPr>
        <p:spPr>
          <a:xfrm rot="17537297" flipH="1">
            <a:off x="-859213" y="1604947"/>
            <a:ext cx="1583952" cy="1583952"/>
          </a:xfrm>
          <a:prstGeom prst="diamond">
            <a:avLst/>
          </a:prstGeom>
          <a:noFill/>
          <a:ln w="161925">
            <a:solidFill>
              <a:srgbClr val="587DB8"/>
            </a:solidFill>
          </a:ln>
          <a:effectLst>
            <a:outerShdw blurRad="88900" dist="177800" dir="5400000" algn="ctr"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2C518E"/>
              </a:solidFill>
              <a:latin typeface="思源宋体 CN" panose="02020400000000000000" pitchFamily="18" charset="-122"/>
              <a:ea typeface="思源宋体 CN" panose="02020400000000000000" pitchFamily="18" charset="-122"/>
            </a:endParaRPr>
          </a:p>
        </p:txBody>
      </p:sp>
      <p:sp>
        <p:nvSpPr>
          <p:cNvPr id="55" name="菱形 54"/>
          <p:cNvSpPr/>
          <p:nvPr/>
        </p:nvSpPr>
        <p:spPr>
          <a:xfrm rot="3109689" flipH="1">
            <a:off x="-87637" y="1099613"/>
            <a:ext cx="1235853" cy="1235853"/>
          </a:xfrm>
          <a:prstGeom prst="diamond">
            <a:avLst/>
          </a:prstGeom>
          <a:noFill/>
          <a:ln w="114300">
            <a:solidFill>
              <a:schemeClr val="bg1">
                <a:lumMod val="95000"/>
              </a:schemeClr>
            </a:solidFill>
          </a:ln>
          <a:effectLst>
            <a:outerShdw blurRad="88900" dist="177800" dir="5400000" algn="ctr" rotWithShape="0">
              <a:srgbClr val="000000">
                <a:alpha val="2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2C518E"/>
              </a:solidFill>
              <a:latin typeface="思源宋体 CN" panose="02020400000000000000" pitchFamily="18" charset="-122"/>
              <a:ea typeface="思源宋体 CN" panose="02020400000000000000" pitchFamily="18" charset="-122"/>
            </a:endParaRPr>
          </a:p>
        </p:txBody>
      </p:sp>
      <p:sp>
        <p:nvSpPr>
          <p:cNvPr id="56" name="菱形 55"/>
          <p:cNvSpPr/>
          <p:nvPr/>
        </p:nvSpPr>
        <p:spPr>
          <a:xfrm rot="20839757" flipH="1">
            <a:off x="-571962" y="-1082518"/>
            <a:ext cx="2165036" cy="2165036"/>
          </a:xfrm>
          <a:prstGeom prst="diamond">
            <a:avLst/>
          </a:prstGeom>
          <a:noFill/>
          <a:ln w="196850">
            <a:solidFill>
              <a:srgbClr val="2C518E"/>
            </a:solidFill>
          </a:ln>
          <a:effectLst>
            <a:outerShdw blurRad="88900" dist="177800" dir="5400000" algn="ctr" rotWithShape="0">
              <a:srgbClr val="000000">
                <a:alpha val="2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2C518E"/>
              </a:solidFill>
              <a:latin typeface="思源宋体 CN" panose="02020400000000000000" pitchFamily="18" charset="-122"/>
              <a:ea typeface="思源宋体 CN" panose="02020400000000000000" pitchFamily="18" charset="-122"/>
            </a:endParaRPr>
          </a:p>
        </p:txBody>
      </p:sp>
      <p:sp>
        <p:nvSpPr>
          <p:cNvPr id="57" name="文本框 56"/>
          <p:cNvSpPr txBox="1"/>
          <p:nvPr/>
        </p:nvSpPr>
        <p:spPr>
          <a:xfrm>
            <a:off x="4939314" y="2590565"/>
            <a:ext cx="4757863" cy="1015663"/>
          </a:xfrm>
          <a:prstGeom prst="rect">
            <a:avLst/>
          </a:prstGeom>
          <a:noFill/>
        </p:spPr>
        <p:txBody>
          <a:bodyPr wrap="square" rtlCol="0">
            <a:spAutoFit/>
          </a:bodyPr>
          <a:lstStyle/>
          <a:p>
            <a:pPr algn="dist"/>
            <a:r>
              <a:rPr lang="zh-CN" altLang="en-US" sz="6000" b="1" dirty="0">
                <a:solidFill>
                  <a:srgbClr val="2C518E"/>
                </a:solidFill>
                <a:latin typeface="思源黑体" panose="020B0500000000000000" pitchFamily="34" charset="-122"/>
                <a:ea typeface="思源黑体" panose="020B0500000000000000" pitchFamily="34" charset="-122"/>
              </a:rPr>
              <a:t>工作不足改进</a:t>
            </a:r>
            <a:endParaRPr lang="zh-CN" altLang="en-US" sz="6000" b="1" dirty="0">
              <a:solidFill>
                <a:srgbClr val="2C518E"/>
              </a:solidFill>
              <a:latin typeface="思源黑体" panose="020B0500000000000000" pitchFamily="34" charset="-122"/>
              <a:ea typeface="思源黑体" panose="020B0500000000000000" pitchFamily="34" charset="-122"/>
            </a:endParaRPr>
          </a:p>
        </p:txBody>
      </p:sp>
      <p:cxnSp>
        <p:nvCxnSpPr>
          <p:cNvPr id="58" name="直接连接符 57"/>
          <p:cNvCxnSpPr/>
          <p:nvPr/>
        </p:nvCxnSpPr>
        <p:spPr>
          <a:xfrm>
            <a:off x="4485058" y="3727325"/>
            <a:ext cx="5863590" cy="0"/>
          </a:xfrm>
          <a:prstGeom prst="line">
            <a:avLst/>
          </a:prstGeom>
          <a:ln>
            <a:solidFill>
              <a:schemeClr val="bg1">
                <a:lumMod val="75000"/>
                <a:alpha val="81000"/>
              </a:schemeClr>
            </a:solidFill>
          </a:ln>
        </p:spPr>
        <p:style>
          <a:lnRef idx="1">
            <a:schemeClr val="accent1"/>
          </a:lnRef>
          <a:fillRef idx="0">
            <a:schemeClr val="accent1"/>
          </a:fillRef>
          <a:effectRef idx="0">
            <a:schemeClr val="accent1"/>
          </a:effectRef>
          <a:fontRef idx="minor">
            <a:schemeClr val="tx1"/>
          </a:fontRef>
        </p:style>
      </p:cxnSp>
      <p:sp>
        <p:nvSpPr>
          <p:cNvPr id="59" name="文本框 58"/>
          <p:cNvSpPr txBox="1"/>
          <p:nvPr/>
        </p:nvSpPr>
        <p:spPr>
          <a:xfrm>
            <a:off x="4963906" y="3995327"/>
            <a:ext cx="4637929" cy="461665"/>
          </a:xfrm>
          <a:prstGeom prst="rect">
            <a:avLst/>
          </a:prstGeom>
          <a:noFill/>
        </p:spPr>
        <p:txBody>
          <a:bodyPr wrap="square" rtlCol="0">
            <a:spAutoFit/>
          </a:bodyPr>
          <a:lstStyle/>
          <a:p>
            <a:pPr algn="dist"/>
            <a:r>
              <a:rPr lang="en-US" altLang="zh-CN" sz="2400" b="1" dirty="0">
                <a:solidFill>
                  <a:schemeClr val="tx1">
                    <a:lumMod val="75000"/>
                    <a:lumOff val="25000"/>
                  </a:schemeClr>
                </a:solidFill>
                <a:latin typeface="思源黑体" panose="020B0500000000000000" pitchFamily="34" charset="-122"/>
                <a:ea typeface="思源黑体" panose="020B0500000000000000" pitchFamily="34" charset="-122"/>
              </a:rPr>
              <a:t>Mid year work summary</a:t>
            </a:r>
            <a:endParaRPr lang="en-US" altLang="zh-CN" sz="2400" b="1" dirty="0">
              <a:solidFill>
                <a:schemeClr val="tx1">
                  <a:lumMod val="75000"/>
                  <a:lumOff val="25000"/>
                </a:schemeClr>
              </a:solidFill>
              <a:latin typeface="思源黑体" panose="020B0500000000000000" pitchFamily="34" charset="-122"/>
              <a:ea typeface="思源黑体" panose="020B0500000000000000" pitchFamily="34" charset="-122"/>
            </a:endParaRPr>
          </a:p>
        </p:txBody>
      </p:sp>
      <p:grpSp>
        <p:nvGrpSpPr>
          <p:cNvPr id="3" name="组合 2"/>
          <p:cNvGrpSpPr/>
          <p:nvPr/>
        </p:nvGrpSpPr>
        <p:grpSpPr>
          <a:xfrm>
            <a:off x="1979183" y="2387617"/>
            <a:ext cx="2480238" cy="2480238"/>
            <a:chOff x="2147428" y="2210386"/>
            <a:chExt cx="2480238" cy="2480238"/>
          </a:xfrm>
        </p:grpSpPr>
        <p:sp>
          <p:nvSpPr>
            <p:cNvPr id="62" name="矩形 61"/>
            <p:cNvSpPr/>
            <p:nvPr>
              <p:custDataLst>
                <p:tags r:id="rId3"/>
              </p:custDataLst>
            </p:nvPr>
          </p:nvSpPr>
          <p:spPr>
            <a:xfrm>
              <a:off x="2582047" y="2649792"/>
              <a:ext cx="1861439" cy="1546577"/>
            </a:xfrm>
            <a:prstGeom prst="rect">
              <a:avLst/>
            </a:prstGeom>
          </p:spPr>
          <p:txBody>
            <a:bodyPr wrap="square" lIns="68580" tIns="34290" rIns="68580" bIns="34290">
              <a:spAutoFit/>
            </a:bodyPr>
            <a:lstStyle/>
            <a:p>
              <a:pPr>
                <a:defRPr/>
              </a:pPr>
              <a:r>
                <a:rPr lang="en-US" sz="9600" b="1" i="1" spc="225" dirty="0">
                  <a:solidFill>
                    <a:srgbClr val="587DB8"/>
                  </a:solidFill>
                  <a:latin typeface="Agency FB" panose="020B0503020202020204" pitchFamily="34" charset="0"/>
                  <a:ea typeface="印品雅宋简 中黑（非商用）" panose="02000500000000000000" pitchFamily="2" charset="-122"/>
                  <a:cs typeface="+mn-ea"/>
                  <a:sym typeface="+mn-lt"/>
                </a:rPr>
                <a:t>04</a:t>
              </a:r>
              <a:endParaRPr lang="en-US" sz="9600" b="1" i="1" spc="225" dirty="0">
                <a:solidFill>
                  <a:srgbClr val="587DB8"/>
                </a:solidFill>
                <a:latin typeface="Agency FB" panose="020B0503020202020204" pitchFamily="34" charset="0"/>
                <a:ea typeface="印品雅宋简 中黑（非商用）" panose="02000500000000000000" pitchFamily="2" charset="-122"/>
                <a:cs typeface="+mn-ea"/>
                <a:sym typeface="+mn-lt"/>
              </a:endParaRPr>
            </a:p>
          </p:txBody>
        </p:sp>
        <p:sp>
          <p:nvSpPr>
            <p:cNvPr id="63" name="菱形 62"/>
            <p:cNvSpPr/>
            <p:nvPr/>
          </p:nvSpPr>
          <p:spPr>
            <a:xfrm flipH="1">
              <a:off x="2147428" y="2210386"/>
              <a:ext cx="2480238" cy="2480238"/>
            </a:xfrm>
            <a:prstGeom prst="diamond">
              <a:avLst/>
            </a:prstGeom>
            <a:noFill/>
            <a:ln w="161925">
              <a:solidFill>
                <a:srgbClr val="587DB8"/>
              </a:solidFill>
            </a:ln>
            <a:effectLst>
              <a:outerShdw blurRad="88900" dist="177800" dir="5400000" algn="ctr"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2C518E"/>
                </a:solidFill>
                <a:latin typeface="思源宋体 CN" panose="02020400000000000000" pitchFamily="18" charset="-122"/>
                <a:ea typeface="思源宋体 CN" panose="02020400000000000000" pitchFamily="18"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5" presetClass="entr" presetSubtype="0" fill="hold" grpId="0" nodeType="withEffect">
                                  <p:stCondLst>
                                    <p:cond delay="0"/>
                                  </p:stCondLst>
                                  <p:childTnLst>
                                    <p:set>
                                      <p:cBhvr>
                                        <p:cTn id="12" dur="1" fill="hold">
                                          <p:stCondLst>
                                            <p:cond delay="0"/>
                                          </p:stCondLst>
                                        </p:cTn>
                                        <p:tgtEl>
                                          <p:spTgt spid="56"/>
                                        </p:tgtEl>
                                        <p:attrNameLst>
                                          <p:attrName>style.visibility</p:attrName>
                                        </p:attrNameLst>
                                      </p:cBhvr>
                                      <p:to>
                                        <p:strVal val="visible"/>
                                      </p:to>
                                    </p:set>
                                    <p:anim calcmode="lin" valueType="num">
                                      <p:cBhvr>
                                        <p:cTn id="13" dur="1000" fill="hold"/>
                                        <p:tgtEl>
                                          <p:spTgt spid="56"/>
                                        </p:tgtEl>
                                        <p:attrNameLst>
                                          <p:attrName>ppt_w</p:attrName>
                                        </p:attrNameLst>
                                      </p:cBhvr>
                                      <p:tavLst>
                                        <p:tav tm="0">
                                          <p:val>
                                            <p:fltVal val="0"/>
                                          </p:val>
                                        </p:tav>
                                        <p:tav tm="100000">
                                          <p:val>
                                            <p:strVal val="#ppt_w"/>
                                          </p:val>
                                        </p:tav>
                                      </p:tavLst>
                                    </p:anim>
                                    <p:anim calcmode="lin" valueType="num">
                                      <p:cBhvr>
                                        <p:cTn id="14" dur="1000" fill="hold"/>
                                        <p:tgtEl>
                                          <p:spTgt spid="56"/>
                                        </p:tgtEl>
                                        <p:attrNameLst>
                                          <p:attrName>ppt_h</p:attrName>
                                        </p:attrNameLst>
                                      </p:cBhvr>
                                      <p:tavLst>
                                        <p:tav tm="0">
                                          <p:val>
                                            <p:fltVal val="0"/>
                                          </p:val>
                                        </p:tav>
                                        <p:tav tm="100000">
                                          <p:val>
                                            <p:strVal val="#ppt_h"/>
                                          </p:val>
                                        </p:tav>
                                      </p:tavLst>
                                    </p:anim>
                                    <p:anim calcmode="lin" valueType="num">
                                      <p:cBhvr>
                                        <p:cTn id="15" dur="1000" fill="hold"/>
                                        <p:tgtEl>
                                          <p:spTgt spid="56"/>
                                        </p:tgtEl>
                                        <p:attrNameLst>
                                          <p:attrName>ppt_x</p:attrName>
                                        </p:attrNameLst>
                                      </p:cBhvr>
                                      <p:tavLst>
                                        <p:tav tm="0" fmla="#ppt_x+(cos(-2*pi*(1-$))*-#ppt_x-sin(-2*pi*(1-$))*(1-#ppt_y))*(1-$)">
                                          <p:val>
                                            <p:fltVal val="0"/>
                                          </p:val>
                                        </p:tav>
                                        <p:tav tm="100000">
                                          <p:val>
                                            <p:fltVal val="1"/>
                                          </p:val>
                                        </p:tav>
                                      </p:tavLst>
                                    </p:anim>
                                    <p:anim calcmode="lin" valueType="num">
                                      <p:cBhvr>
                                        <p:cTn id="16" dur="1000" fill="hold"/>
                                        <p:tgtEl>
                                          <p:spTgt spid="56"/>
                                        </p:tgtEl>
                                        <p:attrNameLst>
                                          <p:attrName>ppt_y</p:attrName>
                                        </p:attrNameLst>
                                      </p:cBhvr>
                                      <p:tavLst>
                                        <p:tav tm="0" fmla="#ppt_y+(sin(-2*pi*(1-$))*-#ppt_x+cos(-2*pi*(1-$))*(1-#ppt_y))*(1-$)">
                                          <p:val>
                                            <p:fltVal val="0"/>
                                          </p:val>
                                        </p:tav>
                                        <p:tav tm="100000">
                                          <p:val>
                                            <p:fltVal val="1"/>
                                          </p:val>
                                        </p:tav>
                                      </p:tavLst>
                                    </p:anim>
                                  </p:childTnLst>
                                </p:cTn>
                              </p:par>
                              <p:par>
                                <p:cTn id="17" presetID="15" presetClass="entr" presetSubtype="0" fill="hold" grpId="0" nodeType="withEffect">
                                  <p:stCondLst>
                                    <p:cond delay="0"/>
                                  </p:stCondLst>
                                  <p:childTnLst>
                                    <p:set>
                                      <p:cBhvr>
                                        <p:cTn id="18" dur="1" fill="hold">
                                          <p:stCondLst>
                                            <p:cond delay="0"/>
                                          </p:stCondLst>
                                        </p:cTn>
                                        <p:tgtEl>
                                          <p:spTgt spid="50"/>
                                        </p:tgtEl>
                                        <p:attrNameLst>
                                          <p:attrName>style.visibility</p:attrName>
                                        </p:attrNameLst>
                                      </p:cBhvr>
                                      <p:to>
                                        <p:strVal val="visible"/>
                                      </p:to>
                                    </p:set>
                                    <p:anim calcmode="lin" valueType="num">
                                      <p:cBhvr>
                                        <p:cTn id="19" dur="1000" fill="hold"/>
                                        <p:tgtEl>
                                          <p:spTgt spid="50"/>
                                        </p:tgtEl>
                                        <p:attrNameLst>
                                          <p:attrName>ppt_w</p:attrName>
                                        </p:attrNameLst>
                                      </p:cBhvr>
                                      <p:tavLst>
                                        <p:tav tm="0">
                                          <p:val>
                                            <p:fltVal val="0"/>
                                          </p:val>
                                        </p:tav>
                                        <p:tav tm="100000">
                                          <p:val>
                                            <p:strVal val="#ppt_w"/>
                                          </p:val>
                                        </p:tav>
                                      </p:tavLst>
                                    </p:anim>
                                    <p:anim calcmode="lin" valueType="num">
                                      <p:cBhvr>
                                        <p:cTn id="20" dur="1000" fill="hold"/>
                                        <p:tgtEl>
                                          <p:spTgt spid="50"/>
                                        </p:tgtEl>
                                        <p:attrNameLst>
                                          <p:attrName>ppt_h</p:attrName>
                                        </p:attrNameLst>
                                      </p:cBhvr>
                                      <p:tavLst>
                                        <p:tav tm="0">
                                          <p:val>
                                            <p:fltVal val="0"/>
                                          </p:val>
                                        </p:tav>
                                        <p:tav tm="100000">
                                          <p:val>
                                            <p:strVal val="#ppt_h"/>
                                          </p:val>
                                        </p:tav>
                                      </p:tavLst>
                                    </p:anim>
                                    <p:anim calcmode="lin" valueType="num">
                                      <p:cBhvr>
                                        <p:cTn id="21" dur="1000" fill="hold"/>
                                        <p:tgtEl>
                                          <p:spTgt spid="50"/>
                                        </p:tgtEl>
                                        <p:attrNameLst>
                                          <p:attrName>ppt_x</p:attrName>
                                        </p:attrNameLst>
                                      </p:cBhvr>
                                      <p:tavLst>
                                        <p:tav tm="0" fmla="#ppt_x+(cos(-2*pi*(1-$))*-#ppt_x-sin(-2*pi*(1-$))*(1-#ppt_y))*(1-$)">
                                          <p:val>
                                            <p:fltVal val="0"/>
                                          </p:val>
                                        </p:tav>
                                        <p:tav tm="100000">
                                          <p:val>
                                            <p:fltVal val="1"/>
                                          </p:val>
                                        </p:tav>
                                      </p:tavLst>
                                    </p:anim>
                                    <p:anim calcmode="lin" valueType="num">
                                      <p:cBhvr>
                                        <p:cTn id="22" dur="1000" fill="hold"/>
                                        <p:tgtEl>
                                          <p:spTgt spid="50"/>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3" fill="hold">
                      <p:stCondLst>
                        <p:cond delay="indefinite"/>
                      </p:stCondLst>
                      <p:childTnLst>
                        <p:par>
                          <p:cTn id="24" fill="hold">
                            <p:stCondLst>
                              <p:cond delay="0"/>
                            </p:stCondLst>
                            <p:childTnLst>
                              <p:par>
                                <p:cTn id="25" presetID="15" presetClass="entr" presetSubtype="0" fill="hold" grpId="0" nodeType="clickEffect">
                                  <p:stCondLst>
                                    <p:cond delay="0"/>
                                  </p:stCondLst>
                                  <p:childTnLst>
                                    <p:set>
                                      <p:cBhvr>
                                        <p:cTn id="26" dur="1" fill="hold">
                                          <p:stCondLst>
                                            <p:cond delay="0"/>
                                          </p:stCondLst>
                                        </p:cTn>
                                        <p:tgtEl>
                                          <p:spTgt spid="55"/>
                                        </p:tgtEl>
                                        <p:attrNameLst>
                                          <p:attrName>style.visibility</p:attrName>
                                        </p:attrNameLst>
                                      </p:cBhvr>
                                      <p:to>
                                        <p:strVal val="visible"/>
                                      </p:to>
                                    </p:set>
                                    <p:anim calcmode="lin" valueType="num">
                                      <p:cBhvr>
                                        <p:cTn id="27" dur="1000" fill="hold"/>
                                        <p:tgtEl>
                                          <p:spTgt spid="55"/>
                                        </p:tgtEl>
                                        <p:attrNameLst>
                                          <p:attrName>ppt_w</p:attrName>
                                        </p:attrNameLst>
                                      </p:cBhvr>
                                      <p:tavLst>
                                        <p:tav tm="0">
                                          <p:val>
                                            <p:fltVal val="0"/>
                                          </p:val>
                                        </p:tav>
                                        <p:tav tm="100000">
                                          <p:val>
                                            <p:strVal val="#ppt_w"/>
                                          </p:val>
                                        </p:tav>
                                      </p:tavLst>
                                    </p:anim>
                                    <p:anim calcmode="lin" valueType="num">
                                      <p:cBhvr>
                                        <p:cTn id="28" dur="1000" fill="hold"/>
                                        <p:tgtEl>
                                          <p:spTgt spid="55"/>
                                        </p:tgtEl>
                                        <p:attrNameLst>
                                          <p:attrName>ppt_h</p:attrName>
                                        </p:attrNameLst>
                                      </p:cBhvr>
                                      <p:tavLst>
                                        <p:tav tm="0">
                                          <p:val>
                                            <p:fltVal val="0"/>
                                          </p:val>
                                        </p:tav>
                                        <p:tav tm="100000">
                                          <p:val>
                                            <p:strVal val="#ppt_h"/>
                                          </p:val>
                                        </p:tav>
                                      </p:tavLst>
                                    </p:anim>
                                    <p:anim calcmode="lin" valueType="num">
                                      <p:cBhvr>
                                        <p:cTn id="29" dur="1000" fill="hold"/>
                                        <p:tgtEl>
                                          <p:spTgt spid="55"/>
                                        </p:tgtEl>
                                        <p:attrNameLst>
                                          <p:attrName>ppt_x</p:attrName>
                                        </p:attrNameLst>
                                      </p:cBhvr>
                                      <p:tavLst>
                                        <p:tav tm="0" fmla="#ppt_x+(cos(-2*pi*(1-$))*-#ppt_x-sin(-2*pi*(1-$))*(1-#ppt_y))*(1-$)">
                                          <p:val>
                                            <p:fltVal val="0"/>
                                          </p:val>
                                        </p:tav>
                                        <p:tav tm="100000">
                                          <p:val>
                                            <p:fltVal val="1"/>
                                          </p:val>
                                        </p:tav>
                                      </p:tavLst>
                                    </p:anim>
                                    <p:anim calcmode="lin" valueType="num">
                                      <p:cBhvr>
                                        <p:cTn id="30" dur="1000" fill="hold"/>
                                        <p:tgtEl>
                                          <p:spTgt spid="55"/>
                                        </p:tgtEl>
                                        <p:attrNameLst>
                                          <p:attrName>ppt_y</p:attrName>
                                        </p:attrNameLst>
                                      </p:cBhvr>
                                      <p:tavLst>
                                        <p:tav tm="0" fmla="#ppt_y+(sin(-2*pi*(1-$))*-#ppt_x+cos(-2*pi*(1-$))*(1-#ppt_y))*(1-$)">
                                          <p:val>
                                            <p:fltVal val="0"/>
                                          </p:val>
                                        </p:tav>
                                        <p:tav tm="100000">
                                          <p:val>
                                            <p:fltVal val="1"/>
                                          </p:val>
                                        </p:tav>
                                      </p:tavLst>
                                    </p:anim>
                                  </p:childTnLst>
                                </p:cTn>
                              </p:par>
                              <p:par>
                                <p:cTn id="31" presetID="15" presetClass="entr" presetSubtype="0" fill="hold" grpId="0" nodeType="withEffect">
                                  <p:stCondLst>
                                    <p:cond delay="0"/>
                                  </p:stCondLst>
                                  <p:childTnLst>
                                    <p:set>
                                      <p:cBhvr>
                                        <p:cTn id="32" dur="1" fill="hold">
                                          <p:stCondLst>
                                            <p:cond delay="0"/>
                                          </p:stCondLst>
                                        </p:cTn>
                                        <p:tgtEl>
                                          <p:spTgt spid="44"/>
                                        </p:tgtEl>
                                        <p:attrNameLst>
                                          <p:attrName>style.visibility</p:attrName>
                                        </p:attrNameLst>
                                      </p:cBhvr>
                                      <p:to>
                                        <p:strVal val="visible"/>
                                      </p:to>
                                    </p:set>
                                    <p:anim calcmode="lin" valueType="num">
                                      <p:cBhvr>
                                        <p:cTn id="33" dur="1000" fill="hold"/>
                                        <p:tgtEl>
                                          <p:spTgt spid="44"/>
                                        </p:tgtEl>
                                        <p:attrNameLst>
                                          <p:attrName>ppt_w</p:attrName>
                                        </p:attrNameLst>
                                      </p:cBhvr>
                                      <p:tavLst>
                                        <p:tav tm="0">
                                          <p:val>
                                            <p:fltVal val="0"/>
                                          </p:val>
                                        </p:tav>
                                        <p:tav tm="100000">
                                          <p:val>
                                            <p:strVal val="#ppt_w"/>
                                          </p:val>
                                        </p:tav>
                                      </p:tavLst>
                                    </p:anim>
                                    <p:anim calcmode="lin" valueType="num">
                                      <p:cBhvr>
                                        <p:cTn id="34" dur="1000" fill="hold"/>
                                        <p:tgtEl>
                                          <p:spTgt spid="44"/>
                                        </p:tgtEl>
                                        <p:attrNameLst>
                                          <p:attrName>ppt_h</p:attrName>
                                        </p:attrNameLst>
                                      </p:cBhvr>
                                      <p:tavLst>
                                        <p:tav tm="0">
                                          <p:val>
                                            <p:fltVal val="0"/>
                                          </p:val>
                                        </p:tav>
                                        <p:tav tm="100000">
                                          <p:val>
                                            <p:strVal val="#ppt_h"/>
                                          </p:val>
                                        </p:tav>
                                      </p:tavLst>
                                    </p:anim>
                                    <p:anim calcmode="lin" valueType="num">
                                      <p:cBhvr>
                                        <p:cTn id="35" dur="1000" fill="hold"/>
                                        <p:tgtEl>
                                          <p:spTgt spid="44"/>
                                        </p:tgtEl>
                                        <p:attrNameLst>
                                          <p:attrName>ppt_x</p:attrName>
                                        </p:attrNameLst>
                                      </p:cBhvr>
                                      <p:tavLst>
                                        <p:tav tm="0" fmla="#ppt_x+(cos(-2*pi*(1-$))*-#ppt_x-sin(-2*pi*(1-$))*(1-#ppt_y))*(1-$)">
                                          <p:val>
                                            <p:fltVal val="0"/>
                                          </p:val>
                                        </p:tav>
                                        <p:tav tm="100000">
                                          <p:val>
                                            <p:fltVal val="1"/>
                                          </p:val>
                                        </p:tav>
                                      </p:tavLst>
                                    </p:anim>
                                    <p:anim calcmode="lin" valueType="num">
                                      <p:cBhvr>
                                        <p:cTn id="36" dur="1000" fill="hold"/>
                                        <p:tgtEl>
                                          <p:spTgt spid="44"/>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37" fill="hold">
                      <p:stCondLst>
                        <p:cond delay="indefinite"/>
                      </p:stCondLst>
                      <p:childTnLst>
                        <p:par>
                          <p:cTn id="38" fill="hold">
                            <p:stCondLst>
                              <p:cond delay="0"/>
                            </p:stCondLst>
                            <p:childTnLst>
                              <p:par>
                                <p:cTn id="39" presetID="15" presetClass="entr" presetSubtype="0" fill="hold" grpId="1" nodeType="clickEffect">
                                  <p:stCondLst>
                                    <p:cond delay="0"/>
                                  </p:stCondLst>
                                  <p:childTnLst>
                                    <p:set>
                                      <p:cBhvr>
                                        <p:cTn id="40" dur="1" fill="hold">
                                          <p:stCondLst>
                                            <p:cond delay="0"/>
                                          </p:stCondLst>
                                        </p:cTn>
                                        <p:tgtEl>
                                          <p:spTgt spid="56"/>
                                        </p:tgtEl>
                                        <p:attrNameLst>
                                          <p:attrName>style.visibility</p:attrName>
                                        </p:attrNameLst>
                                      </p:cBhvr>
                                      <p:to>
                                        <p:strVal val="visible"/>
                                      </p:to>
                                    </p:set>
                                    <p:anim calcmode="lin" valueType="num">
                                      <p:cBhvr>
                                        <p:cTn id="41" dur="1000" fill="hold"/>
                                        <p:tgtEl>
                                          <p:spTgt spid="56"/>
                                        </p:tgtEl>
                                        <p:attrNameLst>
                                          <p:attrName>ppt_w</p:attrName>
                                        </p:attrNameLst>
                                      </p:cBhvr>
                                      <p:tavLst>
                                        <p:tav tm="0">
                                          <p:val>
                                            <p:fltVal val="0"/>
                                          </p:val>
                                        </p:tav>
                                        <p:tav tm="100000">
                                          <p:val>
                                            <p:strVal val="#ppt_w"/>
                                          </p:val>
                                        </p:tav>
                                      </p:tavLst>
                                    </p:anim>
                                    <p:anim calcmode="lin" valueType="num">
                                      <p:cBhvr>
                                        <p:cTn id="42" dur="1000" fill="hold"/>
                                        <p:tgtEl>
                                          <p:spTgt spid="56"/>
                                        </p:tgtEl>
                                        <p:attrNameLst>
                                          <p:attrName>ppt_h</p:attrName>
                                        </p:attrNameLst>
                                      </p:cBhvr>
                                      <p:tavLst>
                                        <p:tav tm="0">
                                          <p:val>
                                            <p:fltVal val="0"/>
                                          </p:val>
                                        </p:tav>
                                        <p:tav tm="100000">
                                          <p:val>
                                            <p:strVal val="#ppt_h"/>
                                          </p:val>
                                        </p:tav>
                                      </p:tavLst>
                                    </p:anim>
                                    <p:anim calcmode="lin" valueType="num">
                                      <p:cBhvr>
                                        <p:cTn id="43" dur="1000" fill="hold"/>
                                        <p:tgtEl>
                                          <p:spTgt spid="56"/>
                                        </p:tgtEl>
                                        <p:attrNameLst>
                                          <p:attrName>ppt_x</p:attrName>
                                        </p:attrNameLst>
                                      </p:cBhvr>
                                      <p:tavLst>
                                        <p:tav tm="0" fmla="#ppt_x+(cos(-2*pi*(1-$))*-#ppt_x-sin(-2*pi*(1-$))*(1-#ppt_y))*(1-$)">
                                          <p:val>
                                            <p:fltVal val="0"/>
                                          </p:val>
                                        </p:tav>
                                        <p:tav tm="100000">
                                          <p:val>
                                            <p:fltVal val="1"/>
                                          </p:val>
                                        </p:tav>
                                      </p:tavLst>
                                    </p:anim>
                                    <p:anim calcmode="lin" valueType="num">
                                      <p:cBhvr>
                                        <p:cTn id="44" dur="1000" fill="hold"/>
                                        <p:tgtEl>
                                          <p:spTgt spid="56"/>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45" fill="hold">
                      <p:stCondLst>
                        <p:cond delay="indefinite"/>
                      </p:stCondLst>
                      <p:childTnLst>
                        <p:par>
                          <p:cTn id="46" fill="hold">
                            <p:stCondLst>
                              <p:cond delay="0"/>
                            </p:stCondLst>
                            <p:childTnLst>
                              <p:par>
                                <p:cTn id="47" presetID="15" presetClass="entr" presetSubtype="0" fill="hold" grpId="0" nodeType="clickEffect">
                                  <p:stCondLst>
                                    <p:cond delay="0"/>
                                  </p:stCondLst>
                                  <p:childTnLst>
                                    <p:set>
                                      <p:cBhvr>
                                        <p:cTn id="48" dur="1" fill="hold">
                                          <p:stCondLst>
                                            <p:cond delay="0"/>
                                          </p:stCondLst>
                                        </p:cTn>
                                        <p:tgtEl>
                                          <p:spTgt spid="53"/>
                                        </p:tgtEl>
                                        <p:attrNameLst>
                                          <p:attrName>style.visibility</p:attrName>
                                        </p:attrNameLst>
                                      </p:cBhvr>
                                      <p:to>
                                        <p:strVal val="visible"/>
                                      </p:to>
                                    </p:set>
                                    <p:anim calcmode="lin" valueType="num">
                                      <p:cBhvr>
                                        <p:cTn id="49" dur="1000" fill="hold"/>
                                        <p:tgtEl>
                                          <p:spTgt spid="53"/>
                                        </p:tgtEl>
                                        <p:attrNameLst>
                                          <p:attrName>ppt_w</p:attrName>
                                        </p:attrNameLst>
                                      </p:cBhvr>
                                      <p:tavLst>
                                        <p:tav tm="0">
                                          <p:val>
                                            <p:fltVal val="0"/>
                                          </p:val>
                                        </p:tav>
                                        <p:tav tm="100000">
                                          <p:val>
                                            <p:strVal val="#ppt_w"/>
                                          </p:val>
                                        </p:tav>
                                      </p:tavLst>
                                    </p:anim>
                                    <p:anim calcmode="lin" valueType="num">
                                      <p:cBhvr>
                                        <p:cTn id="50" dur="1000" fill="hold"/>
                                        <p:tgtEl>
                                          <p:spTgt spid="53"/>
                                        </p:tgtEl>
                                        <p:attrNameLst>
                                          <p:attrName>ppt_h</p:attrName>
                                        </p:attrNameLst>
                                      </p:cBhvr>
                                      <p:tavLst>
                                        <p:tav tm="0">
                                          <p:val>
                                            <p:fltVal val="0"/>
                                          </p:val>
                                        </p:tav>
                                        <p:tav tm="100000">
                                          <p:val>
                                            <p:strVal val="#ppt_h"/>
                                          </p:val>
                                        </p:tav>
                                      </p:tavLst>
                                    </p:anim>
                                    <p:anim calcmode="lin" valueType="num">
                                      <p:cBhvr>
                                        <p:cTn id="51" dur="1000" fill="hold"/>
                                        <p:tgtEl>
                                          <p:spTgt spid="53"/>
                                        </p:tgtEl>
                                        <p:attrNameLst>
                                          <p:attrName>ppt_x</p:attrName>
                                        </p:attrNameLst>
                                      </p:cBhvr>
                                      <p:tavLst>
                                        <p:tav tm="0" fmla="#ppt_x+(cos(-2*pi*(1-$))*-#ppt_x-sin(-2*pi*(1-$))*(1-#ppt_y))*(1-$)">
                                          <p:val>
                                            <p:fltVal val="0"/>
                                          </p:val>
                                        </p:tav>
                                        <p:tav tm="100000">
                                          <p:val>
                                            <p:fltVal val="1"/>
                                          </p:val>
                                        </p:tav>
                                      </p:tavLst>
                                    </p:anim>
                                    <p:anim calcmode="lin" valueType="num">
                                      <p:cBhvr>
                                        <p:cTn id="52" dur="1000" fill="hold"/>
                                        <p:tgtEl>
                                          <p:spTgt spid="53"/>
                                        </p:tgtEl>
                                        <p:attrNameLst>
                                          <p:attrName>ppt_y</p:attrName>
                                        </p:attrNameLst>
                                      </p:cBhvr>
                                      <p:tavLst>
                                        <p:tav tm="0" fmla="#ppt_y+(sin(-2*pi*(1-$))*-#ppt_x+cos(-2*pi*(1-$))*(1-#ppt_y))*(1-$)">
                                          <p:val>
                                            <p:fltVal val="0"/>
                                          </p:val>
                                        </p:tav>
                                        <p:tav tm="100000">
                                          <p:val>
                                            <p:fltVal val="1"/>
                                          </p:val>
                                        </p:tav>
                                      </p:tavLst>
                                    </p:anim>
                                  </p:childTnLst>
                                </p:cTn>
                              </p:par>
                              <p:par>
                                <p:cTn id="53" presetID="15" presetClass="entr" presetSubtype="0" fill="hold" grpId="0" nodeType="withEffect">
                                  <p:stCondLst>
                                    <p:cond delay="0"/>
                                  </p:stCondLst>
                                  <p:childTnLst>
                                    <p:set>
                                      <p:cBhvr>
                                        <p:cTn id="54" dur="1" fill="hold">
                                          <p:stCondLst>
                                            <p:cond delay="0"/>
                                          </p:stCondLst>
                                        </p:cTn>
                                        <p:tgtEl>
                                          <p:spTgt spid="54"/>
                                        </p:tgtEl>
                                        <p:attrNameLst>
                                          <p:attrName>style.visibility</p:attrName>
                                        </p:attrNameLst>
                                      </p:cBhvr>
                                      <p:to>
                                        <p:strVal val="visible"/>
                                      </p:to>
                                    </p:set>
                                    <p:anim calcmode="lin" valueType="num">
                                      <p:cBhvr>
                                        <p:cTn id="55" dur="1000" fill="hold"/>
                                        <p:tgtEl>
                                          <p:spTgt spid="54"/>
                                        </p:tgtEl>
                                        <p:attrNameLst>
                                          <p:attrName>ppt_w</p:attrName>
                                        </p:attrNameLst>
                                      </p:cBhvr>
                                      <p:tavLst>
                                        <p:tav tm="0">
                                          <p:val>
                                            <p:fltVal val="0"/>
                                          </p:val>
                                        </p:tav>
                                        <p:tav tm="100000">
                                          <p:val>
                                            <p:strVal val="#ppt_w"/>
                                          </p:val>
                                        </p:tav>
                                      </p:tavLst>
                                    </p:anim>
                                    <p:anim calcmode="lin" valueType="num">
                                      <p:cBhvr>
                                        <p:cTn id="56" dur="1000" fill="hold"/>
                                        <p:tgtEl>
                                          <p:spTgt spid="54"/>
                                        </p:tgtEl>
                                        <p:attrNameLst>
                                          <p:attrName>ppt_h</p:attrName>
                                        </p:attrNameLst>
                                      </p:cBhvr>
                                      <p:tavLst>
                                        <p:tav tm="0">
                                          <p:val>
                                            <p:fltVal val="0"/>
                                          </p:val>
                                        </p:tav>
                                        <p:tav tm="100000">
                                          <p:val>
                                            <p:strVal val="#ppt_h"/>
                                          </p:val>
                                        </p:tav>
                                      </p:tavLst>
                                    </p:anim>
                                    <p:anim calcmode="lin" valueType="num">
                                      <p:cBhvr>
                                        <p:cTn id="57" dur="1000" fill="hold"/>
                                        <p:tgtEl>
                                          <p:spTgt spid="54"/>
                                        </p:tgtEl>
                                        <p:attrNameLst>
                                          <p:attrName>ppt_x</p:attrName>
                                        </p:attrNameLst>
                                      </p:cBhvr>
                                      <p:tavLst>
                                        <p:tav tm="0" fmla="#ppt_x+(cos(-2*pi*(1-$))*-#ppt_x-sin(-2*pi*(1-$))*(1-#ppt_y))*(1-$)">
                                          <p:val>
                                            <p:fltVal val="0"/>
                                          </p:val>
                                        </p:tav>
                                        <p:tav tm="100000">
                                          <p:val>
                                            <p:fltVal val="1"/>
                                          </p:val>
                                        </p:tav>
                                      </p:tavLst>
                                    </p:anim>
                                    <p:anim calcmode="lin" valueType="num">
                                      <p:cBhvr>
                                        <p:cTn id="58" dur="1000" fill="hold"/>
                                        <p:tgtEl>
                                          <p:spTgt spid="54"/>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59" fill="hold">
                      <p:stCondLst>
                        <p:cond delay="indefinite"/>
                      </p:stCondLst>
                      <p:childTnLst>
                        <p:par>
                          <p:cTn id="60" fill="hold">
                            <p:stCondLst>
                              <p:cond delay="0"/>
                            </p:stCondLst>
                            <p:childTnLst>
                              <p:par>
                                <p:cTn id="61" presetID="30" presetClass="entr" presetSubtype="0" fill="hold" nodeType="clickEffect">
                                  <p:stCondLst>
                                    <p:cond delay="0"/>
                                  </p:stCondLst>
                                  <p:childTnLst>
                                    <p:set>
                                      <p:cBhvr>
                                        <p:cTn id="62" dur="1" fill="hold">
                                          <p:stCondLst>
                                            <p:cond delay="0"/>
                                          </p:stCondLst>
                                        </p:cTn>
                                        <p:tgtEl>
                                          <p:spTgt spid="3"/>
                                        </p:tgtEl>
                                        <p:attrNameLst>
                                          <p:attrName>style.visibility</p:attrName>
                                        </p:attrNameLst>
                                      </p:cBhvr>
                                      <p:to>
                                        <p:strVal val="visible"/>
                                      </p:to>
                                    </p:set>
                                    <p:animEffect transition="in" filter="fade">
                                      <p:cBhvr>
                                        <p:cTn id="63" dur="800" decel="100000"/>
                                        <p:tgtEl>
                                          <p:spTgt spid="3"/>
                                        </p:tgtEl>
                                      </p:cBhvr>
                                    </p:animEffect>
                                    <p:anim calcmode="lin" valueType="num">
                                      <p:cBhvr>
                                        <p:cTn id="64" dur="800" decel="100000" fill="hold"/>
                                        <p:tgtEl>
                                          <p:spTgt spid="3"/>
                                        </p:tgtEl>
                                        <p:attrNameLst>
                                          <p:attrName>style.rotation</p:attrName>
                                        </p:attrNameLst>
                                      </p:cBhvr>
                                      <p:tavLst>
                                        <p:tav tm="0">
                                          <p:val>
                                            <p:fltVal val="-90"/>
                                          </p:val>
                                        </p:tav>
                                        <p:tav tm="100000">
                                          <p:val>
                                            <p:fltVal val="0"/>
                                          </p:val>
                                        </p:tav>
                                      </p:tavLst>
                                    </p:anim>
                                    <p:anim calcmode="lin" valueType="num">
                                      <p:cBhvr>
                                        <p:cTn id="65" dur="800" decel="100000" fill="hold"/>
                                        <p:tgtEl>
                                          <p:spTgt spid="3"/>
                                        </p:tgtEl>
                                        <p:attrNameLst>
                                          <p:attrName>ppt_x</p:attrName>
                                        </p:attrNameLst>
                                      </p:cBhvr>
                                      <p:tavLst>
                                        <p:tav tm="0">
                                          <p:val>
                                            <p:strVal val="#ppt_x+0.4"/>
                                          </p:val>
                                        </p:tav>
                                        <p:tav tm="100000">
                                          <p:val>
                                            <p:strVal val="#ppt_x-0.05"/>
                                          </p:val>
                                        </p:tav>
                                      </p:tavLst>
                                    </p:anim>
                                    <p:anim calcmode="lin" valueType="num">
                                      <p:cBhvr>
                                        <p:cTn id="66" dur="800" decel="100000" fill="hold"/>
                                        <p:tgtEl>
                                          <p:spTgt spid="3"/>
                                        </p:tgtEl>
                                        <p:attrNameLst>
                                          <p:attrName>ppt_y</p:attrName>
                                        </p:attrNameLst>
                                      </p:cBhvr>
                                      <p:tavLst>
                                        <p:tav tm="0">
                                          <p:val>
                                            <p:strVal val="#ppt_y-0.4"/>
                                          </p:val>
                                        </p:tav>
                                        <p:tav tm="100000">
                                          <p:val>
                                            <p:strVal val="#ppt_y+0.1"/>
                                          </p:val>
                                        </p:tav>
                                      </p:tavLst>
                                    </p:anim>
                                    <p:anim calcmode="lin" valueType="num">
                                      <p:cBhvr>
                                        <p:cTn id="67" dur="200" accel="100000" fill="hold">
                                          <p:stCondLst>
                                            <p:cond delay="800"/>
                                          </p:stCondLst>
                                        </p:cTn>
                                        <p:tgtEl>
                                          <p:spTgt spid="3"/>
                                        </p:tgtEl>
                                        <p:attrNameLst>
                                          <p:attrName>ppt_x</p:attrName>
                                        </p:attrNameLst>
                                      </p:cBhvr>
                                      <p:tavLst>
                                        <p:tav tm="0">
                                          <p:val>
                                            <p:strVal val="#ppt_x-0.05"/>
                                          </p:val>
                                        </p:tav>
                                        <p:tav tm="100000">
                                          <p:val>
                                            <p:strVal val="#ppt_x"/>
                                          </p:val>
                                        </p:tav>
                                      </p:tavLst>
                                    </p:anim>
                                    <p:anim calcmode="lin" valueType="num">
                                      <p:cBhvr>
                                        <p:cTn id="68" dur="200" accel="100000" fill="hold">
                                          <p:stCondLst>
                                            <p:cond delay="800"/>
                                          </p:stCondLst>
                                        </p:cTn>
                                        <p:tgtEl>
                                          <p:spTgt spid="3"/>
                                        </p:tgtEl>
                                        <p:attrNameLst>
                                          <p:attrName>ppt_y</p:attrName>
                                        </p:attrNameLst>
                                      </p:cBhvr>
                                      <p:tavLst>
                                        <p:tav tm="0">
                                          <p:val>
                                            <p:strVal val="#ppt_y+0.1"/>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16" presetClass="entr" presetSubtype="21" fill="hold" nodeType="clickEffect">
                                  <p:stCondLst>
                                    <p:cond delay="0"/>
                                  </p:stCondLst>
                                  <p:childTnLst>
                                    <p:set>
                                      <p:cBhvr>
                                        <p:cTn id="72" dur="1" fill="hold">
                                          <p:stCondLst>
                                            <p:cond delay="0"/>
                                          </p:stCondLst>
                                        </p:cTn>
                                        <p:tgtEl>
                                          <p:spTgt spid="58"/>
                                        </p:tgtEl>
                                        <p:attrNameLst>
                                          <p:attrName>style.visibility</p:attrName>
                                        </p:attrNameLst>
                                      </p:cBhvr>
                                      <p:to>
                                        <p:strVal val="visible"/>
                                      </p:to>
                                    </p:set>
                                    <p:animEffect transition="in" filter="barn(inVertical)">
                                      <p:cBhvr>
                                        <p:cTn id="73" dur="500"/>
                                        <p:tgtEl>
                                          <p:spTgt spid="58"/>
                                        </p:tgtEl>
                                      </p:cBhvr>
                                    </p:animEffect>
                                  </p:childTnLst>
                                </p:cTn>
                              </p:par>
                            </p:childTnLst>
                          </p:cTn>
                        </p:par>
                      </p:childTnLst>
                    </p:cTn>
                  </p:par>
                  <p:par>
                    <p:cTn id="74" fill="hold">
                      <p:stCondLst>
                        <p:cond delay="indefinite"/>
                      </p:stCondLst>
                      <p:childTnLst>
                        <p:par>
                          <p:cTn id="75" fill="hold">
                            <p:stCondLst>
                              <p:cond delay="0"/>
                            </p:stCondLst>
                            <p:childTnLst>
                              <p:par>
                                <p:cTn id="76" presetID="2" presetClass="entr" presetSubtype="4" fill="hold" grpId="0" nodeType="clickEffect">
                                  <p:stCondLst>
                                    <p:cond delay="0"/>
                                  </p:stCondLst>
                                  <p:childTnLst>
                                    <p:set>
                                      <p:cBhvr>
                                        <p:cTn id="77" dur="1" fill="hold">
                                          <p:stCondLst>
                                            <p:cond delay="0"/>
                                          </p:stCondLst>
                                        </p:cTn>
                                        <p:tgtEl>
                                          <p:spTgt spid="57"/>
                                        </p:tgtEl>
                                        <p:attrNameLst>
                                          <p:attrName>style.visibility</p:attrName>
                                        </p:attrNameLst>
                                      </p:cBhvr>
                                      <p:to>
                                        <p:strVal val="visible"/>
                                      </p:to>
                                    </p:set>
                                    <p:anim calcmode="lin" valueType="num">
                                      <p:cBhvr additive="base">
                                        <p:cTn id="78" dur="500" fill="hold"/>
                                        <p:tgtEl>
                                          <p:spTgt spid="57"/>
                                        </p:tgtEl>
                                        <p:attrNameLst>
                                          <p:attrName>ppt_x</p:attrName>
                                        </p:attrNameLst>
                                      </p:cBhvr>
                                      <p:tavLst>
                                        <p:tav tm="0">
                                          <p:val>
                                            <p:strVal val="#ppt_x"/>
                                          </p:val>
                                        </p:tav>
                                        <p:tav tm="100000">
                                          <p:val>
                                            <p:strVal val="#ppt_x"/>
                                          </p:val>
                                        </p:tav>
                                      </p:tavLst>
                                    </p:anim>
                                    <p:anim calcmode="lin" valueType="num">
                                      <p:cBhvr additive="base">
                                        <p:cTn id="79" dur="500" fill="hold"/>
                                        <p:tgtEl>
                                          <p:spTgt spid="57"/>
                                        </p:tgtEl>
                                        <p:attrNameLst>
                                          <p:attrName>ppt_y</p:attrName>
                                        </p:attrNameLst>
                                      </p:cBhvr>
                                      <p:tavLst>
                                        <p:tav tm="0">
                                          <p:val>
                                            <p:strVal val="1+#ppt_h/2"/>
                                          </p:val>
                                        </p:tav>
                                        <p:tav tm="100000">
                                          <p:val>
                                            <p:strVal val="#ppt_y"/>
                                          </p:val>
                                        </p:tav>
                                      </p:tavLst>
                                    </p:anim>
                                  </p:childTnLst>
                                </p:cTn>
                              </p:par>
                              <p:par>
                                <p:cTn id="80" presetID="2" presetClass="entr" presetSubtype="1" fill="hold" grpId="0" nodeType="withEffect">
                                  <p:stCondLst>
                                    <p:cond delay="0"/>
                                  </p:stCondLst>
                                  <p:childTnLst>
                                    <p:set>
                                      <p:cBhvr>
                                        <p:cTn id="81" dur="1" fill="hold">
                                          <p:stCondLst>
                                            <p:cond delay="0"/>
                                          </p:stCondLst>
                                        </p:cTn>
                                        <p:tgtEl>
                                          <p:spTgt spid="59"/>
                                        </p:tgtEl>
                                        <p:attrNameLst>
                                          <p:attrName>style.visibility</p:attrName>
                                        </p:attrNameLst>
                                      </p:cBhvr>
                                      <p:to>
                                        <p:strVal val="visible"/>
                                      </p:to>
                                    </p:set>
                                    <p:anim calcmode="lin" valueType="num">
                                      <p:cBhvr additive="base">
                                        <p:cTn id="82" dur="500" fill="hold"/>
                                        <p:tgtEl>
                                          <p:spTgt spid="59"/>
                                        </p:tgtEl>
                                        <p:attrNameLst>
                                          <p:attrName>ppt_x</p:attrName>
                                        </p:attrNameLst>
                                      </p:cBhvr>
                                      <p:tavLst>
                                        <p:tav tm="0">
                                          <p:val>
                                            <p:strVal val="#ppt_x"/>
                                          </p:val>
                                        </p:tav>
                                        <p:tav tm="100000">
                                          <p:val>
                                            <p:strVal val="#ppt_x"/>
                                          </p:val>
                                        </p:tav>
                                      </p:tavLst>
                                    </p:anim>
                                    <p:anim calcmode="lin" valueType="num">
                                      <p:cBhvr additive="base">
                                        <p:cTn id="83" dur="500" fill="hold"/>
                                        <p:tgtEl>
                                          <p:spTgt spid="59"/>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4" grpId="0" animBg="1"/>
      <p:bldP spid="50" grpId="0" animBg="1"/>
      <p:bldP spid="53" grpId="0" animBg="1"/>
      <p:bldP spid="54" grpId="0" animBg="1"/>
      <p:bldP spid="55" grpId="0" animBg="1"/>
      <p:bldP spid="56" grpId="0" animBg="1"/>
      <p:bldP spid="56" grpId="1" animBg="1"/>
      <p:bldP spid="57" grpId="0"/>
      <p:bldP spid="5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6" name="组合 75"/>
          <p:cNvGrpSpPr/>
          <p:nvPr/>
        </p:nvGrpSpPr>
        <p:grpSpPr>
          <a:xfrm>
            <a:off x="1" y="-2"/>
            <a:ext cx="12191999" cy="6858000"/>
            <a:chOff x="1" y="-2"/>
            <a:chExt cx="12191999" cy="6858000"/>
          </a:xfrm>
        </p:grpSpPr>
        <p:pic>
          <p:nvPicPr>
            <p:cNvPr id="77" name="图片 76"/>
            <p:cNvPicPr>
              <a:picLocks noChangeAspect="1"/>
            </p:cNvPicPr>
            <p:nvPr/>
          </p:nvPicPr>
          <p:blipFill>
            <a:blip r:embed="rId1">
              <a:extLst>
                <a:ext uri="{BEBA8EAE-BF5A-486C-A8C5-ECC9F3942E4B}">
                  <a14:imgProps xmlns:a14="http://schemas.microsoft.com/office/drawing/2010/main">
                    <a14:imgLayer r:embed="rId2">
                      <a14:imgEffect>
                        <a14:brightnessContrast contrast="40000"/>
                      </a14:imgEffect>
                      <a14:imgEffect>
                        <a14:saturation sat="400000"/>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1" y="-2"/>
              <a:ext cx="12191999" cy="6858000"/>
            </a:xfrm>
            <a:prstGeom prst="rect">
              <a:avLst/>
            </a:prstGeom>
          </p:spPr>
        </p:pic>
        <p:sp>
          <p:nvSpPr>
            <p:cNvPr id="78" name="矩形 77"/>
            <p:cNvSpPr/>
            <p:nvPr/>
          </p:nvSpPr>
          <p:spPr>
            <a:xfrm>
              <a:off x="250371" y="267786"/>
              <a:ext cx="11691258" cy="632242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lumMod val="75000"/>
                    <a:lumOff val="25000"/>
                  </a:schemeClr>
                </a:solidFill>
                <a:latin typeface="思源黑体" panose="020B0500000000000000" pitchFamily="34" charset="-122"/>
                <a:ea typeface="思源黑体" panose="020B0500000000000000" pitchFamily="34" charset="-122"/>
              </a:endParaRPr>
            </a:p>
          </p:txBody>
        </p:sp>
      </p:grpSp>
      <p:grpSp>
        <p:nvGrpSpPr>
          <p:cNvPr id="6" name="组合 5"/>
          <p:cNvGrpSpPr/>
          <p:nvPr/>
        </p:nvGrpSpPr>
        <p:grpSpPr>
          <a:xfrm>
            <a:off x="942702" y="876582"/>
            <a:ext cx="2483440" cy="677108"/>
            <a:chOff x="250371" y="432445"/>
            <a:chExt cx="2483440" cy="677108"/>
          </a:xfrm>
        </p:grpSpPr>
        <p:sp>
          <p:nvSpPr>
            <p:cNvPr id="58" name="1"/>
            <p:cNvSpPr/>
            <p:nvPr/>
          </p:nvSpPr>
          <p:spPr>
            <a:xfrm flipV="1">
              <a:off x="250371" y="503428"/>
              <a:ext cx="144000" cy="527747"/>
            </a:xfrm>
            <a:prstGeom prst="rect">
              <a:avLst/>
            </a:prstGeom>
            <a:solidFill>
              <a:srgbClr val="587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panose="020B0500000000000000" pitchFamily="34" charset="-122"/>
                <a:ea typeface="思源黑体" panose="020B0500000000000000" pitchFamily="34" charset="-122"/>
              </a:endParaRPr>
            </a:p>
          </p:txBody>
        </p:sp>
        <p:sp>
          <p:nvSpPr>
            <p:cNvPr id="63" name="文本框 62"/>
            <p:cNvSpPr txBox="1"/>
            <p:nvPr/>
          </p:nvSpPr>
          <p:spPr>
            <a:xfrm>
              <a:off x="468735" y="432445"/>
              <a:ext cx="2265076" cy="523220"/>
            </a:xfrm>
            <a:prstGeom prst="rect">
              <a:avLst/>
            </a:prstGeom>
            <a:noFill/>
          </p:spPr>
          <p:txBody>
            <a:bodyPr wrap="square" rtlCol="0">
              <a:spAutoFit/>
            </a:bodyPr>
            <a:lstStyle/>
            <a:p>
              <a:r>
                <a:rPr lang="en-US" altLang="zh-CN" sz="2800" b="1" dirty="0">
                  <a:solidFill>
                    <a:srgbClr val="2E5596"/>
                  </a:solidFill>
                  <a:latin typeface="思源黑体" panose="020B0500000000000000" pitchFamily="34" charset="-122"/>
                  <a:ea typeface="思源黑体" panose="020B0500000000000000" pitchFamily="34" charset="-122"/>
                </a:rPr>
                <a:t>04/</a:t>
              </a:r>
              <a:r>
                <a:rPr lang="zh-CN" altLang="en-US" sz="2800" b="1" dirty="0">
                  <a:solidFill>
                    <a:srgbClr val="2E5596"/>
                  </a:solidFill>
                  <a:latin typeface="思源黑体" panose="020B0500000000000000" pitchFamily="34" charset="-122"/>
                  <a:ea typeface="思源黑体" panose="020B0500000000000000" pitchFamily="34" charset="-122"/>
                </a:rPr>
                <a:t>工作不足</a:t>
              </a:r>
              <a:endParaRPr lang="zh-CN" altLang="en-US" sz="2800" b="1" dirty="0">
                <a:solidFill>
                  <a:srgbClr val="2E5596"/>
                </a:solidFill>
                <a:latin typeface="思源黑体" panose="020B0500000000000000" pitchFamily="34" charset="-122"/>
                <a:ea typeface="思源黑体" panose="020B0500000000000000" pitchFamily="34" charset="-122"/>
              </a:endParaRPr>
            </a:p>
          </p:txBody>
        </p:sp>
        <p:sp>
          <p:nvSpPr>
            <p:cNvPr id="64" name="文本框 63"/>
            <p:cNvSpPr txBox="1"/>
            <p:nvPr/>
          </p:nvSpPr>
          <p:spPr>
            <a:xfrm>
              <a:off x="468735" y="801776"/>
              <a:ext cx="2265076" cy="307777"/>
            </a:xfrm>
            <a:prstGeom prst="rect">
              <a:avLst/>
            </a:prstGeom>
            <a:noFill/>
          </p:spPr>
          <p:txBody>
            <a:bodyPr wrap="square" rtlCol="0">
              <a:spAutoFit/>
            </a:bodyPr>
            <a:lstStyle/>
            <a:p>
              <a:r>
                <a:rPr lang="en-US" altLang="zh-CN" sz="1400" dirty="0">
                  <a:solidFill>
                    <a:schemeClr val="tx1">
                      <a:lumMod val="65000"/>
                      <a:lumOff val="35000"/>
                    </a:schemeClr>
                  </a:solidFill>
                  <a:latin typeface="思源黑体" panose="020B0500000000000000" pitchFamily="34" charset="-122"/>
                  <a:ea typeface="思源黑体" panose="020B0500000000000000" pitchFamily="34" charset="-122"/>
                </a:rPr>
                <a:t>Mid year work summary</a:t>
              </a:r>
              <a:endParaRPr lang="en-US" altLang="zh-CN" sz="1400" dirty="0">
                <a:solidFill>
                  <a:schemeClr val="tx1">
                    <a:lumMod val="65000"/>
                    <a:lumOff val="35000"/>
                  </a:schemeClr>
                </a:solidFill>
                <a:latin typeface="思源黑体" panose="020B0500000000000000" pitchFamily="34" charset="-122"/>
                <a:ea typeface="思源黑体" panose="020B0500000000000000" pitchFamily="34" charset="-122"/>
              </a:endParaRPr>
            </a:p>
          </p:txBody>
        </p:sp>
      </p:grpSp>
      <p:grpSp>
        <p:nvGrpSpPr>
          <p:cNvPr id="28" name="组合 27"/>
          <p:cNvGrpSpPr/>
          <p:nvPr/>
        </p:nvGrpSpPr>
        <p:grpSpPr>
          <a:xfrm>
            <a:off x="1547837" y="1905347"/>
            <a:ext cx="970607" cy="4343143"/>
            <a:chOff x="5539710" y="1358754"/>
            <a:chExt cx="1112580" cy="5133246"/>
          </a:xfrm>
          <a:effectLst>
            <a:outerShdw blurRad="101600" dist="38100" dir="2700000" algn="tl" rotWithShape="0">
              <a:prstClr val="black">
                <a:alpha val="30000"/>
              </a:prstClr>
            </a:outerShdw>
          </a:effectLst>
        </p:grpSpPr>
        <p:sp>
          <p:nvSpPr>
            <p:cNvPr id="29" name="椭圆 22"/>
            <p:cNvSpPr/>
            <p:nvPr/>
          </p:nvSpPr>
          <p:spPr>
            <a:xfrm>
              <a:off x="5539710" y="1358754"/>
              <a:ext cx="1112580" cy="5133246"/>
            </a:xfrm>
            <a:prstGeom prst="rect">
              <a:avLst/>
            </a:prstGeom>
            <a:solidFill>
              <a:srgbClr val="2E55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30" name="TextBox 3"/>
            <p:cNvSpPr txBox="1"/>
            <p:nvPr/>
          </p:nvSpPr>
          <p:spPr>
            <a:xfrm>
              <a:off x="5798939" y="2593679"/>
              <a:ext cx="594123" cy="2619123"/>
            </a:xfrm>
            <a:prstGeom prst="rect">
              <a:avLst/>
            </a:prstGeom>
            <a:noFill/>
          </p:spPr>
          <p:txBody>
            <a:bodyPr wrap="square" lIns="0" tIns="0" rIns="0" bIns="0" rtlCol="0">
              <a:spAutoFit/>
            </a:bodyPr>
            <a:lstStyle/>
            <a:p>
              <a:pPr algn="ctr"/>
              <a:r>
                <a:rPr lang="zh-CN" altLang="en-US" sz="3600" b="1" dirty="0">
                  <a:solidFill>
                    <a:schemeClr val="bg1"/>
                  </a:solidFill>
                  <a:latin typeface="思源黑体" panose="020B0500000000000000" pitchFamily="34" charset="-122"/>
                  <a:ea typeface="思源黑体" panose="020B0500000000000000" pitchFamily="34" charset="-122"/>
                  <a:sym typeface="思源黑体" panose="020B0500000000000000" pitchFamily="34" charset="-122"/>
                </a:rPr>
                <a:t>原因分析</a:t>
              </a:r>
              <a:endParaRPr lang="zh-CN" altLang="en-US" sz="3600" b="1" dirty="0">
                <a:solidFill>
                  <a:schemeClr val="bg1"/>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cxnSp>
        <p:nvCxnSpPr>
          <p:cNvPr id="31" name="直接连接符 30"/>
          <p:cNvCxnSpPr/>
          <p:nvPr/>
        </p:nvCxnSpPr>
        <p:spPr>
          <a:xfrm>
            <a:off x="7023977" y="4873361"/>
            <a:ext cx="3744416" cy="0"/>
          </a:xfrm>
          <a:prstGeom prst="line">
            <a:avLst/>
          </a:prstGeom>
          <a:ln w="63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33" name="TextBox 8"/>
          <p:cNvSpPr txBox="1"/>
          <p:nvPr/>
        </p:nvSpPr>
        <p:spPr>
          <a:xfrm>
            <a:off x="7003205" y="1895409"/>
            <a:ext cx="3460144" cy="738664"/>
          </a:xfrm>
          <a:prstGeom prst="rect">
            <a:avLst/>
          </a:prstGeom>
          <a:noFill/>
        </p:spPr>
        <p:txBody>
          <a:bodyPr wrap="square" lIns="0" tIns="0" rIns="0" bIns="0" rtlCol="0">
            <a:spAutoFit/>
          </a:bodyPr>
          <a:lstStyle/>
          <a:p>
            <a:pPr algn="ctr"/>
            <a:r>
              <a:rPr lang="zh-CN" altLang="en-US" sz="2400" b="1" dirty="0">
                <a:solidFill>
                  <a:srgbClr val="2E5596"/>
                </a:solidFill>
                <a:latin typeface="思源黑体" panose="020B0500000000000000" pitchFamily="34" charset="-122"/>
                <a:ea typeface="思源黑体" panose="020B0500000000000000" pitchFamily="34" charset="-122"/>
                <a:sym typeface="思源黑体" panose="020B0500000000000000" pitchFamily="34" charset="-122"/>
              </a:rPr>
              <a:t>在岗位工作存在的</a:t>
            </a:r>
            <a:endParaRPr lang="en-US" altLang="zh-CN" sz="2400" b="1" dirty="0">
              <a:solidFill>
                <a:srgbClr val="2E5596"/>
              </a:solidFill>
              <a:latin typeface="思源黑体" panose="020B0500000000000000" pitchFamily="34" charset="-122"/>
              <a:ea typeface="思源黑体" panose="020B0500000000000000" pitchFamily="34" charset="-122"/>
              <a:sym typeface="思源黑体" panose="020B0500000000000000" pitchFamily="34" charset="-122"/>
            </a:endParaRPr>
          </a:p>
          <a:p>
            <a:pPr algn="ctr"/>
            <a:r>
              <a:rPr lang="zh-CN" altLang="en-US" sz="2400" b="1" dirty="0">
                <a:solidFill>
                  <a:srgbClr val="2E5596"/>
                </a:solidFill>
                <a:latin typeface="思源黑体" panose="020B0500000000000000" pitchFamily="34" charset="-122"/>
                <a:ea typeface="思源黑体" panose="020B0500000000000000" pitchFamily="34" charset="-122"/>
                <a:sym typeface="思源黑体" panose="020B0500000000000000" pitchFamily="34" charset="-122"/>
              </a:rPr>
              <a:t>不足之处</a:t>
            </a:r>
            <a:endParaRPr lang="zh-CN" altLang="en-US" sz="2400" b="1" dirty="0">
              <a:solidFill>
                <a:srgbClr val="2E5596"/>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34" name="TextBox 9"/>
          <p:cNvSpPr txBox="1"/>
          <p:nvPr/>
        </p:nvSpPr>
        <p:spPr>
          <a:xfrm>
            <a:off x="7696377" y="3043721"/>
            <a:ext cx="2112235" cy="369332"/>
          </a:xfrm>
          <a:prstGeom prst="rect">
            <a:avLst/>
          </a:prstGeom>
          <a:solidFill>
            <a:srgbClr val="587DB8"/>
          </a:solidFill>
        </p:spPr>
        <p:txBody>
          <a:bodyPr wrap="square" lIns="0" tIns="0" rIns="0" bIns="0" rtlCol="0">
            <a:spAutoFit/>
          </a:bodyPr>
          <a:lstStyle/>
          <a:p>
            <a:pPr algn="ctr"/>
            <a:r>
              <a:rPr lang="zh-CN" altLang="en-US" sz="2400" b="1" dirty="0">
                <a:solidFill>
                  <a:schemeClr val="bg1"/>
                </a:solidFill>
                <a:latin typeface="思源黑体" panose="020B0500000000000000" pitchFamily="34" charset="-122"/>
                <a:ea typeface="思源黑体" panose="020B0500000000000000" pitchFamily="34" charset="-122"/>
                <a:sym typeface="思源黑体" panose="020B0500000000000000" pitchFamily="34" charset="-122"/>
              </a:rPr>
              <a:t>管理上不足</a:t>
            </a:r>
            <a:endParaRPr lang="zh-CN" altLang="en-US" sz="2400" b="1" dirty="0">
              <a:solidFill>
                <a:schemeClr val="bg1"/>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35" name="TextBox 10"/>
          <p:cNvSpPr txBox="1"/>
          <p:nvPr/>
        </p:nvSpPr>
        <p:spPr>
          <a:xfrm>
            <a:off x="7696377" y="3607634"/>
            <a:ext cx="2112235" cy="369332"/>
          </a:xfrm>
          <a:prstGeom prst="rect">
            <a:avLst/>
          </a:prstGeom>
          <a:solidFill>
            <a:srgbClr val="587DB8"/>
          </a:solidFill>
        </p:spPr>
        <p:txBody>
          <a:bodyPr wrap="square" lIns="0" tIns="0" rIns="0" bIns="0" rtlCol="0">
            <a:spAutoFit/>
          </a:bodyPr>
          <a:lstStyle/>
          <a:p>
            <a:pPr algn="ctr"/>
            <a:r>
              <a:rPr lang="zh-CN" altLang="en-US" sz="2400" b="1" dirty="0">
                <a:solidFill>
                  <a:schemeClr val="bg1"/>
                </a:solidFill>
                <a:latin typeface="思源黑体" panose="020B0500000000000000" pitchFamily="34" charset="-122"/>
                <a:ea typeface="思源黑体" panose="020B0500000000000000" pitchFamily="34" charset="-122"/>
                <a:sym typeface="思源黑体" panose="020B0500000000000000" pitchFamily="34" charset="-122"/>
              </a:rPr>
              <a:t>认识上不足</a:t>
            </a:r>
            <a:endParaRPr lang="zh-CN" altLang="en-US" sz="2400" b="1" dirty="0">
              <a:solidFill>
                <a:schemeClr val="bg1"/>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36" name="TextBox 11"/>
          <p:cNvSpPr txBox="1"/>
          <p:nvPr/>
        </p:nvSpPr>
        <p:spPr>
          <a:xfrm>
            <a:off x="7696377" y="4171547"/>
            <a:ext cx="2112235" cy="369332"/>
          </a:xfrm>
          <a:prstGeom prst="rect">
            <a:avLst/>
          </a:prstGeom>
          <a:solidFill>
            <a:srgbClr val="587DB8"/>
          </a:solidFill>
        </p:spPr>
        <p:txBody>
          <a:bodyPr wrap="square" lIns="0" tIns="0" rIns="0" bIns="0" rtlCol="0">
            <a:spAutoFit/>
          </a:bodyPr>
          <a:lstStyle/>
          <a:p>
            <a:pPr algn="ctr"/>
            <a:r>
              <a:rPr lang="zh-CN" altLang="en-US" sz="2400" b="1" dirty="0">
                <a:solidFill>
                  <a:schemeClr val="bg1"/>
                </a:solidFill>
                <a:latin typeface="思源黑体" panose="020B0500000000000000" pitchFamily="34" charset="-122"/>
                <a:ea typeface="思源黑体" panose="020B0500000000000000" pitchFamily="34" charset="-122"/>
                <a:sym typeface="思源黑体" panose="020B0500000000000000" pitchFamily="34" charset="-122"/>
              </a:rPr>
              <a:t>执行力不足</a:t>
            </a:r>
            <a:endParaRPr lang="zh-CN" altLang="en-US" sz="2400" b="1" dirty="0">
              <a:solidFill>
                <a:schemeClr val="bg1"/>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37" name="TextBox 13"/>
          <p:cNvSpPr txBox="1"/>
          <p:nvPr/>
        </p:nvSpPr>
        <p:spPr>
          <a:xfrm>
            <a:off x="7102521" y="5290395"/>
            <a:ext cx="3744416" cy="479362"/>
          </a:xfrm>
          <a:prstGeom prst="rect">
            <a:avLst/>
          </a:prstGeom>
          <a:noFill/>
        </p:spPr>
        <p:txBody>
          <a:bodyPr wrap="square" lIns="0" tIns="0" rIns="0" bIns="0" rtlCol="0">
            <a:spAutoFit/>
          </a:bodyPr>
          <a:lstStyle>
            <a:defPPr>
              <a:defRPr lang="zh-CN"/>
            </a:defPPr>
            <a:lvl1pPr algn="just">
              <a:lnSpc>
                <a:spcPts val="2000"/>
              </a:lnSpc>
              <a:defRPr sz="1200">
                <a:solidFill>
                  <a:schemeClr val="tx1">
                    <a:lumMod val="65000"/>
                    <a:lumOff val="35000"/>
                  </a:schemeClr>
                </a:solidFill>
                <a:latin typeface="微软雅黑 Light" panose="020B0502040204020203" pitchFamily="34" charset="-122"/>
                <a:ea typeface="微软雅黑 Light" panose="020B0502040204020203" pitchFamily="34" charset="-122"/>
              </a:defRPr>
            </a:lvl1pPr>
          </a:lstStyle>
          <a:p>
            <a:r>
              <a:rPr lang="zh-CN" altLang="en-US" sz="1000" dirty="0">
                <a:solidFill>
                  <a:schemeClr val="tx1">
                    <a:lumMod val="75000"/>
                    <a:lumOff val="25000"/>
                  </a:schemeClr>
                </a:solidFill>
                <a:latin typeface="思源黑体" panose="020B0500000000000000" pitchFamily="34" charset="-122"/>
                <a:ea typeface="思源黑体" panose="020B0500000000000000" pitchFamily="34" charset="-122"/>
                <a:sym typeface="思源黑体" panose="020B0500000000000000" pitchFamily="34" charset="-122"/>
              </a:rPr>
              <a:t>点击输入简要文字内容，文字内容需概括精炼，不用多余的文字修饰，言简意赅的说明分项内容</a:t>
            </a:r>
            <a:r>
              <a:rPr lang="en-US" altLang="zh-CN" sz="1000" dirty="0">
                <a:solidFill>
                  <a:schemeClr val="tx1">
                    <a:lumMod val="75000"/>
                    <a:lumOff val="25000"/>
                  </a:schemeClr>
                </a:solidFill>
                <a:latin typeface="思源黑体" panose="020B0500000000000000" pitchFamily="34" charset="-122"/>
                <a:ea typeface="思源黑体" panose="020B0500000000000000" pitchFamily="34" charset="-122"/>
                <a:sym typeface="思源黑体" panose="020B0500000000000000" pitchFamily="34" charset="-122"/>
              </a:rPr>
              <a:t>……</a:t>
            </a:r>
            <a:endParaRPr lang="en-US" altLang="zh-CN" sz="1000" dirty="0">
              <a:solidFill>
                <a:schemeClr val="tx1">
                  <a:lumMod val="75000"/>
                  <a:lumOff val="25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nvGrpSpPr>
          <p:cNvPr id="2" name="组合 1"/>
          <p:cNvGrpSpPr/>
          <p:nvPr/>
        </p:nvGrpSpPr>
        <p:grpSpPr>
          <a:xfrm>
            <a:off x="3455260" y="1986485"/>
            <a:ext cx="2764871" cy="521489"/>
            <a:chOff x="3455260" y="1986485"/>
            <a:chExt cx="2764871" cy="521489"/>
          </a:xfrm>
        </p:grpSpPr>
        <p:sp>
          <p:nvSpPr>
            <p:cNvPr id="38" name="TextBox 22"/>
            <p:cNvSpPr txBox="1"/>
            <p:nvPr/>
          </p:nvSpPr>
          <p:spPr>
            <a:xfrm>
              <a:off x="4351519" y="1986485"/>
              <a:ext cx="1868612" cy="521489"/>
            </a:xfrm>
            <a:prstGeom prst="rect">
              <a:avLst/>
            </a:prstGeom>
            <a:noFill/>
          </p:spPr>
          <p:txBody>
            <a:bodyPr wrap="square" lIns="0" tIns="0" rIns="0" bIns="0" rtlCol="0">
              <a:spAutoFit/>
            </a:bodyPr>
            <a:lstStyle/>
            <a:p>
              <a:pPr algn="just">
                <a:lnSpc>
                  <a:spcPct val="150000"/>
                </a:lnSpc>
              </a:pPr>
              <a:r>
                <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sym typeface="思源黑体" panose="020B0500000000000000" pitchFamily="34" charset="-122"/>
                </a:rPr>
                <a:t>点击输入简要文字内容点击输入简要文字内容</a:t>
              </a:r>
              <a:r>
                <a:rPr lang="en-US" altLang="zh-CN" sz="1200" dirty="0">
                  <a:solidFill>
                    <a:schemeClr val="tx1">
                      <a:lumMod val="75000"/>
                      <a:lumOff val="25000"/>
                    </a:schemeClr>
                  </a:solidFill>
                  <a:latin typeface="思源黑体" panose="020B0500000000000000" pitchFamily="34" charset="-122"/>
                  <a:ea typeface="思源黑体" panose="020B0500000000000000" pitchFamily="34" charset="-122"/>
                  <a:sym typeface="思源黑体" panose="020B0500000000000000" pitchFamily="34" charset="-122"/>
                </a:rPr>
                <a:t>……</a:t>
              </a:r>
              <a:endParaRPr lang="en-US" altLang="zh-CN" sz="1200" dirty="0">
                <a:solidFill>
                  <a:schemeClr val="tx1">
                    <a:lumMod val="75000"/>
                    <a:lumOff val="25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nvGrpSpPr>
            <p:cNvPr id="44" name="组合 43"/>
            <p:cNvGrpSpPr/>
            <p:nvPr/>
          </p:nvGrpSpPr>
          <p:grpSpPr>
            <a:xfrm>
              <a:off x="3455260" y="1996115"/>
              <a:ext cx="487164" cy="487328"/>
              <a:chOff x="7577336" y="1858421"/>
              <a:chExt cx="487164" cy="487328"/>
            </a:xfrm>
            <a:solidFill>
              <a:srgbClr val="2E5596"/>
            </a:solidFill>
            <a:effectLst>
              <a:outerShdw blurRad="114300" dist="76200" dir="5400000" algn="ctr" rotWithShape="0">
                <a:srgbClr val="000000">
                  <a:alpha val="43137"/>
                </a:srgbClr>
              </a:outerShdw>
            </a:effectLst>
          </p:grpSpPr>
          <p:sp>
            <p:nvSpPr>
              <p:cNvPr id="45" name="椭圆 44"/>
              <p:cNvSpPr/>
              <p:nvPr/>
            </p:nvSpPr>
            <p:spPr>
              <a:xfrm>
                <a:off x="7577336" y="1858421"/>
                <a:ext cx="487164" cy="487328"/>
              </a:xfrm>
              <a:prstGeom prst="ellipse">
                <a:avLst/>
              </a:prstGeom>
              <a:grp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587DB8"/>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55" name="Freeform 5"/>
              <p:cNvSpPr/>
              <p:nvPr/>
            </p:nvSpPr>
            <p:spPr bwMode="auto">
              <a:xfrm>
                <a:off x="7722493" y="1947227"/>
                <a:ext cx="322039" cy="306266"/>
              </a:xfrm>
              <a:custGeom>
                <a:avLst/>
                <a:gdLst>
                  <a:gd name="T0" fmla="*/ 461 w 472"/>
                  <a:gd name="T1" fmla="*/ 0 h 449"/>
                  <a:gd name="T2" fmla="*/ 472 w 472"/>
                  <a:gd name="T3" fmla="*/ 17 h 449"/>
                  <a:gd name="T4" fmla="*/ 310 w 472"/>
                  <a:gd name="T5" fmla="*/ 186 h 449"/>
                  <a:gd name="T6" fmla="*/ 174 w 472"/>
                  <a:gd name="T7" fmla="*/ 399 h 449"/>
                  <a:gd name="T8" fmla="*/ 149 w 472"/>
                  <a:gd name="T9" fmla="*/ 417 h 449"/>
                  <a:gd name="T10" fmla="*/ 106 w 472"/>
                  <a:gd name="T11" fmla="*/ 449 h 449"/>
                  <a:gd name="T12" fmla="*/ 87 w 472"/>
                  <a:gd name="T13" fmla="*/ 396 h 449"/>
                  <a:gd name="T14" fmla="*/ 77 w 472"/>
                  <a:gd name="T15" fmla="*/ 374 h 449"/>
                  <a:gd name="T16" fmla="*/ 39 w 472"/>
                  <a:gd name="T17" fmla="*/ 304 h 449"/>
                  <a:gd name="T18" fmla="*/ 0 w 472"/>
                  <a:gd name="T19" fmla="*/ 273 h 449"/>
                  <a:gd name="T20" fmla="*/ 67 w 472"/>
                  <a:gd name="T21" fmla="*/ 235 h 449"/>
                  <a:gd name="T22" fmla="*/ 126 w 472"/>
                  <a:gd name="T23" fmla="*/ 306 h 449"/>
                  <a:gd name="T24" fmla="*/ 136 w 472"/>
                  <a:gd name="T25" fmla="*/ 330 h 449"/>
                  <a:gd name="T26" fmla="*/ 284 w 472"/>
                  <a:gd name="T27" fmla="*/ 141 h 449"/>
                  <a:gd name="T28" fmla="*/ 461 w 472"/>
                  <a:gd name="T29" fmla="*/ 0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72" h="449">
                    <a:moveTo>
                      <a:pt x="461" y="0"/>
                    </a:moveTo>
                    <a:cubicBezTo>
                      <a:pt x="472" y="17"/>
                      <a:pt x="472" y="17"/>
                      <a:pt x="472" y="17"/>
                    </a:cubicBezTo>
                    <a:cubicBezTo>
                      <a:pt x="424" y="54"/>
                      <a:pt x="370" y="110"/>
                      <a:pt x="310" y="186"/>
                    </a:cubicBezTo>
                    <a:cubicBezTo>
                      <a:pt x="251" y="262"/>
                      <a:pt x="205" y="333"/>
                      <a:pt x="174" y="399"/>
                    </a:cubicBezTo>
                    <a:cubicBezTo>
                      <a:pt x="149" y="417"/>
                      <a:pt x="149" y="417"/>
                      <a:pt x="149" y="417"/>
                    </a:cubicBezTo>
                    <a:cubicBezTo>
                      <a:pt x="128" y="431"/>
                      <a:pt x="114" y="442"/>
                      <a:pt x="106" y="449"/>
                    </a:cubicBezTo>
                    <a:cubicBezTo>
                      <a:pt x="103" y="438"/>
                      <a:pt x="97" y="421"/>
                      <a:pt x="87" y="396"/>
                    </a:cubicBezTo>
                    <a:cubicBezTo>
                      <a:pt x="77" y="374"/>
                      <a:pt x="77" y="374"/>
                      <a:pt x="77" y="374"/>
                    </a:cubicBezTo>
                    <a:cubicBezTo>
                      <a:pt x="64" y="342"/>
                      <a:pt x="51" y="319"/>
                      <a:pt x="39" y="304"/>
                    </a:cubicBezTo>
                    <a:cubicBezTo>
                      <a:pt x="27" y="289"/>
                      <a:pt x="14" y="278"/>
                      <a:pt x="0" y="273"/>
                    </a:cubicBezTo>
                    <a:cubicBezTo>
                      <a:pt x="24" y="247"/>
                      <a:pt x="47" y="235"/>
                      <a:pt x="67" y="235"/>
                    </a:cubicBezTo>
                    <a:cubicBezTo>
                      <a:pt x="85" y="235"/>
                      <a:pt x="104" y="258"/>
                      <a:pt x="126" y="306"/>
                    </a:cubicBezTo>
                    <a:cubicBezTo>
                      <a:pt x="136" y="330"/>
                      <a:pt x="136" y="330"/>
                      <a:pt x="136" y="330"/>
                    </a:cubicBezTo>
                    <a:cubicBezTo>
                      <a:pt x="175" y="265"/>
                      <a:pt x="224" y="202"/>
                      <a:pt x="284" y="141"/>
                    </a:cubicBezTo>
                    <a:cubicBezTo>
                      <a:pt x="344" y="80"/>
                      <a:pt x="403" y="33"/>
                      <a:pt x="461" y="0"/>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srgbClr val="587DB8"/>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grpSp>
      <p:grpSp>
        <p:nvGrpSpPr>
          <p:cNvPr id="3" name="组合 2"/>
          <p:cNvGrpSpPr/>
          <p:nvPr/>
        </p:nvGrpSpPr>
        <p:grpSpPr>
          <a:xfrm>
            <a:off x="3455260" y="2731429"/>
            <a:ext cx="2764871" cy="521489"/>
            <a:chOff x="3455260" y="2731429"/>
            <a:chExt cx="2764871" cy="521489"/>
          </a:xfrm>
        </p:grpSpPr>
        <p:sp>
          <p:nvSpPr>
            <p:cNvPr id="39" name="TextBox 23"/>
            <p:cNvSpPr txBox="1"/>
            <p:nvPr/>
          </p:nvSpPr>
          <p:spPr>
            <a:xfrm>
              <a:off x="4351519" y="2731429"/>
              <a:ext cx="1868612" cy="521489"/>
            </a:xfrm>
            <a:prstGeom prst="rect">
              <a:avLst/>
            </a:prstGeom>
            <a:noFill/>
          </p:spPr>
          <p:txBody>
            <a:bodyPr wrap="square" lIns="0" tIns="0" rIns="0" bIns="0" rtlCol="0">
              <a:spAutoFit/>
            </a:bodyPr>
            <a:lstStyle/>
            <a:p>
              <a:pPr algn="just">
                <a:lnSpc>
                  <a:spcPct val="150000"/>
                </a:lnSpc>
              </a:pPr>
              <a:r>
                <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sym typeface="思源黑体" panose="020B0500000000000000" pitchFamily="34" charset="-122"/>
                </a:rPr>
                <a:t>点击输入简要文字内容点击输入简要文字内容</a:t>
              </a:r>
              <a:r>
                <a:rPr lang="en-US" altLang="zh-CN" sz="1200" dirty="0">
                  <a:solidFill>
                    <a:schemeClr val="tx1">
                      <a:lumMod val="75000"/>
                      <a:lumOff val="25000"/>
                    </a:schemeClr>
                  </a:solidFill>
                  <a:latin typeface="思源黑体" panose="020B0500000000000000" pitchFamily="34" charset="-122"/>
                  <a:ea typeface="思源黑体" panose="020B0500000000000000" pitchFamily="34" charset="-122"/>
                  <a:sym typeface="思源黑体" panose="020B0500000000000000" pitchFamily="34" charset="-122"/>
                </a:rPr>
                <a:t>……</a:t>
              </a:r>
              <a:endParaRPr lang="en-US" altLang="zh-CN" sz="1200" dirty="0">
                <a:solidFill>
                  <a:schemeClr val="tx1">
                    <a:lumMod val="75000"/>
                    <a:lumOff val="25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nvGrpSpPr>
            <p:cNvPr id="57" name="组合 56"/>
            <p:cNvGrpSpPr/>
            <p:nvPr/>
          </p:nvGrpSpPr>
          <p:grpSpPr>
            <a:xfrm>
              <a:off x="3455260" y="2741059"/>
              <a:ext cx="487164" cy="487328"/>
              <a:chOff x="7577336" y="2603365"/>
              <a:chExt cx="487164" cy="487328"/>
            </a:xfrm>
            <a:solidFill>
              <a:srgbClr val="2E5596"/>
            </a:solidFill>
            <a:effectLst>
              <a:outerShdw blurRad="114300" dist="76200" dir="5400000" algn="ctr" rotWithShape="0">
                <a:srgbClr val="000000">
                  <a:alpha val="43137"/>
                </a:srgbClr>
              </a:outerShdw>
            </a:effectLst>
          </p:grpSpPr>
          <p:sp>
            <p:nvSpPr>
              <p:cNvPr id="59" name="椭圆 58"/>
              <p:cNvSpPr/>
              <p:nvPr/>
            </p:nvSpPr>
            <p:spPr>
              <a:xfrm>
                <a:off x="7577336" y="2603365"/>
                <a:ext cx="487164" cy="487328"/>
              </a:xfrm>
              <a:prstGeom prst="ellipse">
                <a:avLst/>
              </a:prstGeom>
              <a:grp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587DB8"/>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60" name="Freeform 5"/>
              <p:cNvSpPr/>
              <p:nvPr/>
            </p:nvSpPr>
            <p:spPr bwMode="auto">
              <a:xfrm>
                <a:off x="7722493" y="2692717"/>
                <a:ext cx="322039" cy="306266"/>
              </a:xfrm>
              <a:custGeom>
                <a:avLst/>
                <a:gdLst>
                  <a:gd name="T0" fmla="*/ 461 w 472"/>
                  <a:gd name="T1" fmla="*/ 0 h 449"/>
                  <a:gd name="T2" fmla="*/ 472 w 472"/>
                  <a:gd name="T3" fmla="*/ 17 h 449"/>
                  <a:gd name="T4" fmla="*/ 310 w 472"/>
                  <a:gd name="T5" fmla="*/ 186 h 449"/>
                  <a:gd name="T6" fmla="*/ 174 w 472"/>
                  <a:gd name="T7" fmla="*/ 399 h 449"/>
                  <a:gd name="T8" fmla="*/ 149 w 472"/>
                  <a:gd name="T9" fmla="*/ 417 h 449"/>
                  <a:gd name="T10" fmla="*/ 106 w 472"/>
                  <a:gd name="T11" fmla="*/ 449 h 449"/>
                  <a:gd name="T12" fmla="*/ 87 w 472"/>
                  <a:gd name="T13" fmla="*/ 396 h 449"/>
                  <a:gd name="T14" fmla="*/ 77 w 472"/>
                  <a:gd name="T15" fmla="*/ 374 h 449"/>
                  <a:gd name="T16" fmla="*/ 39 w 472"/>
                  <a:gd name="T17" fmla="*/ 304 h 449"/>
                  <a:gd name="T18" fmla="*/ 0 w 472"/>
                  <a:gd name="T19" fmla="*/ 273 h 449"/>
                  <a:gd name="T20" fmla="*/ 67 w 472"/>
                  <a:gd name="T21" fmla="*/ 235 h 449"/>
                  <a:gd name="T22" fmla="*/ 126 w 472"/>
                  <a:gd name="T23" fmla="*/ 306 h 449"/>
                  <a:gd name="T24" fmla="*/ 136 w 472"/>
                  <a:gd name="T25" fmla="*/ 330 h 449"/>
                  <a:gd name="T26" fmla="*/ 284 w 472"/>
                  <a:gd name="T27" fmla="*/ 141 h 449"/>
                  <a:gd name="T28" fmla="*/ 461 w 472"/>
                  <a:gd name="T29" fmla="*/ 0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72" h="449">
                    <a:moveTo>
                      <a:pt x="461" y="0"/>
                    </a:moveTo>
                    <a:cubicBezTo>
                      <a:pt x="472" y="17"/>
                      <a:pt x="472" y="17"/>
                      <a:pt x="472" y="17"/>
                    </a:cubicBezTo>
                    <a:cubicBezTo>
                      <a:pt x="424" y="54"/>
                      <a:pt x="370" y="110"/>
                      <a:pt x="310" y="186"/>
                    </a:cubicBezTo>
                    <a:cubicBezTo>
                      <a:pt x="251" y="262"/>
                      <a:pt x="205" y="333"/>
                      <a:pt x="174" y="399"/>
                    </a:cubicBezTo>
                    <a:cubicBezTo>
                      <a:pt x="149" y="417"/>
                      <a:pt x="149" y="417"/>
                      <a:pt x="149" y="417"/>
                    </a:cubicBezTo>
                    <a:cubicBezTo>
                      <a:pt x="128" y="431"/>
                      <a:pt x="114" y="442"/>
                      <a:pt x="106" y="449"/>
                    </a:cubicBezTo>
                    <a:cubicBezTo>
                      <a:pt x="103" y="438"/>
                      <a:pt x="97" y="421"/>
                      <a:pt x="87" y="396"/>
                    </a:cubicBezTo>
                    <a:cubicBezTo>
                      <a:pt x="77" y="374"/>
                      <a:pt x="77" y="374"/>
                      <a:pt x="77" y="374"/>
                    </a:cubicBezTo>
                    <a:cubicBezTo>
                      <a:pt x="64" y="342"/>
                      <a:pt x="51" y="319"/>
                      <a:pt x="39" y="304"/>
                    </a:cubicBezTo>
                    <a:cubicBezTo>
                      <a:pt x="27" y="289"/>
                      <a:pt x="14" y="278"/>
                      <a:pt x="0" y="273"/>
                    </a:cubicBezTo>
                    <a:cubicBezTo>
                      <a:pt x="24" y="247"/>
                      <a:pt x="47" y="235"/>
                      <a:pt x="67" y="235"/>
                    </a:cubicBezTo>
                    <a:cubicBezTo>
                      <a:pt x="85" y="235"/>
                      <a:pt x="104" y="258"/>
                      <a:pt x="126" y="306"/>
                    </a:cubicBezTo>
                    <a:cubicBezTo>
                      <a:pt x="136" y="330"/>
                      <a:pt x="136" y="330"/>
                      <a:pt x="136" y="330"/>
                    </a:cubicBezTo>
                    <a:cubicBezTo>
                      <a:pt x="175" y="265"/>
                      <a:pt x="224" y="202"/>
                      <a:pt x="284" y="141"/>
                    </a:cubicBezTo>
                    <a:cubicBezTo>
                      <a:pt x="344" y="80"/>
                      <a:pt x="403" y="33"/>
                      <a:pt x="461" y="0"/>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srgbClr val="587DB8"/>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grpSp>
      <p:grpSp>
        <p:nvGrpSpPr>
          <p:cNvPr id="4" name="组合 3"/>
          <p:cNvGrpSpPr/>
          <p:nvPr/>
        </p:nvGrpSpPr>
        <p:grpSpPr>
          <a:xfrm>
            <a:off x="3455260" y="3476373"/>
            <a:ext cx="2764871" cy="521489"/>
            <a:chOff x="3455260" y="3476373"/>
            <a:chExt cx="2764871" cy="521489"/>
          </a:xfrm>
        </p:grpSpPr>
        <p:sp>
          <p:nvSpPr>
            <p:cNvPr id="40" name="TextBox 24"/>
            <p:cNvSpPr txBox="1"/>
            <p:nvPr/>
          </p:nvSpPr>
          <p:spPr>
            <a:xfrm>
              <a:off x="4351519" y="3476373"/>
              <a:ext cx="1868612" cy="521489"/>
            </a:xfrm>
            <a:prstGeom prst="rect">
              <a:avLst/>
            </a:prstGeom>
            <a:noFill/>
          </p:spPr>
          <p:txBody>
            <a:bodyPr wrap="square" lIns="0" tIns="0" rIns="0" bIns="0" rtlCol="0">
              <a:spAutoFit/>
            </a:bodyPr>
            <a:lstStyle/>
            <a:p>
              <a:pPr algn="just">
                <a:lnSpc>
                  <a:spcPct val="150000"/>
                </a:lnSpc>
              </a:pPr>
              <a:r>
                <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sym typeface="思源黑体" panose="020B0500000000000000" pitchFamily="34" charset="-122"/>
                </a:rPr>
                <a:t>点击输入简要文字内点击输入简要文字内容</a:t>
              </a:r>
              <a:r>
                <a:rPr lang="en-US" altLang="zh-CN" sz="1200" dirty="0">
                  <a:solidFill>
                    <a:schemeClr val="tx1">
                      <a:lumMod val="75000"/>
                      <a:lumOff val="25000"/>
                    </a:schemeClr>
                  </a:solidFill>
                  <a:latin typeface="思源黑体" panose="020B0500000000000000" pitchFamily="34" charset="-122"/>
                  <a:ea typeface="思源黑体" panose="020B0500000000000000" pitchFamily="34" charset="-122"/>
                  <a:sym typeface="思源黑体" panose="020B0500000000000000" pitchFamily="34" charset="-122"/>
                </a:rPr>
                <a:t>……</a:t>
              </a:r>
              <a:endParaRPr lang="en-US" altLang="zh-CN" sz="1200" dirty="0">
                <a:solidFill>
                  <a:schemeClr val="tx1">
                    <a:lumMod val="75000"/>
                    <a:lumOff val="25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nvGrpSpPr>
            <p:cNvPr id="61" name="组合 60"/>
            <p:cNvGrpSpPr/>
            <p:nvPr/>
          </p:nvGrpSpPr>
          <p:grpSpPr>
            <a:xfrm>
              <a:off x="3455260" y="3486003"/>
              <a:ext cx="487164" cy="487328"/>
              <a:chOff x="7577336" y="3348309"/>
              <a:chExt cx="487164" cy="487328"/>
            </a:xfrm>
            <a:solidFill>
              <a:srgbClr val="2E5596"/>
            </a:solidFill>
            <a:effectLst>
              <a:outerShdw blurRad="114300" dist="76200" dir="5400000" algn="ctr" rotWithShape="0">
                <a:srgbClr val="000000">
                  <a:alpha val="43137"/>
                </a:srgbClr>
              </a:outerShdw>
            </a:effectLst>
          </p:grpSpPr>
          <p:sp>
            <p:nvSpPr>
              <p:cNvPr id="62" name="椭圆 61"/>
              <p:cNvSpPr/>
              <p:nvPr/>
            </p:nvSpPr>
            <p:spPr>
              <a:xfrm>
                <a:off x="7577336" y="3348309"/>
                <a:ext cx="487164" cy="487328"/>
              </a:xfrm>
              <a:prstGeom prst="ellipse">
                <a:avLst/>
              </a:prstGeom>
              <a:grp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587DB8"/>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65" name="Freeform 5"/>
              <p:cNvSpPr/>
              <p:nvPr/>
            </p:nvSpPr>
            <p:spPr bwMode="auto">
              <a:xfrm>
                <a:off x="7722493" y="3438207"/>
                <a:ext cx="322039" cy="306266"/>
              </a:xfrm>
              <a:custGeom>
                <a:avLst/>
                <a:gdLst>
                  <a:gd name="T0" fmla="*/ 461 w 472"/>
                  <a:gd name="T1" fmla="*/ 0 h 449"/>
                  <a:gd name="T2" fmla="*/ 472 w 472"/>
                  <a:gd name="T3" fmla="*/ 17 h 449"/>
                  <a:gd name="T4" fmla="*/ 310 w 472"/>
                  <a:gd name="T5" fmla="*/ 186 h 449"/>
                  <a:gd name="T6" fmla="*/ 174 w 472"/>
                  <a:gd name="T7" fmla="*/ 399 h 449"/>
                  <a:gd name="T8" fmla="*/ 149 w 472"/>
                  <a:gd name="T9" fmla="*/ 417 h 449"/>
                  <a:gd name="T10" fmla="*/ 106 w 472"/>
                  <a:gd name="T11" fmla="*/ 449 h 449"/>
                  <a:gd name="T12" fmla="*/ 87 w 472"/>
                  <a:gd name="T13" fmla="*/ 396 h 449"/>
                  <a:gd name="T14" fmla="*/ 77 w 472"/>
                  <a:gd name="T15" fmla="*/ 374 h 449"/>
                  <a:gd name="T16" fmla="*/ 39 w 472"/>
                  <a:gd name="T17" fmla="*/ 304 h 449"/>
                  <a:gd name="T18" fmla="*/ 0 w 472"/>
                  <a:gd name="T19" fmla="*/ 273 h 449"/>
                  <a:gd name="T20" fmla="*/ 67 w 472"/>
                  <a:gd name="T21" fmla="*/ 235 h 449"/>
                  <a:gd name="T22" fmla="*/ 126 w 472"/>
                  <a:gd name="T23" fmla="*/ 306 h 449"/>
                  <a:gd name="T24" fmla="*/ 136 w 472"/>
                  <a:gd name="T25" fmla="*/ 330 h 449"/>
                  <a:gd name="T26" fmla="*/ 284 w 472"/>
                  <a:gd name="T27" fmla="*/ 141 h 449"/>
                  <a:gd name="T28" fmla="*/ 461 w 472"/>
                  <a:gd name="T29" fmla="*/ 0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72" h="449">
                    <a:moveTo>
                      <a:pt x="461" y="0"/>
                    </a:moveTo>
                    <a:cubicBezTo>
                      <a:pt x="472" y="17"/>
                      <a:pt x="472" y="17"/>
                      <a:pt x="472" y="17"/>
                    </a:cubicBezTo>
                    <a:cubicBezTo>
                      <a:pt x="424" y="54"/>
                      <a:pt x="370" y="110"/>
                      <a:pt x="310" y="186"/>
                    </a:cubicBezTo>
                    <a:cubicBezTo>
                      <a:pt x="251" y="262"/>
                      <a:pt x="205" y="333"/>
                      <a:pt x="174" y="399"/>
                    </a:cubicBezTo>
                    <a:cubicBezTo>
                      <a:pt x="149" y="417"/>
                      <a:pt x="149" y="417"/>
                      <a:pt x="149" y="417"/>
                    </a:cubicBezTo>
                    <a:cubicBezTo>
                      <a:pt x="128" y="431"/>
                      <a:pt x="114" y="442"/>
                      <a:pt x="106" y="449"/>
                    </a:cubicBezTo>
                    <a:cubicBezTo>
                      <a:pt x="103" y="438"/>
                      <a:pt x="97" y="421"/>
                      <a:pt x="87" y="396"/>
                    </a:cubicBezTo>
                    <a:cubicBezTo>
                      <a:pt x="77" y="374"/>
                      <a:pt x="77" y="374"/>
                      <a:pt x="77" y="374"/>
                    </a:cubicBezTo>
                    <a:cubicBezTo>
                      <a:pt x="64" y="342"/>
                      <a:pt x="51" y="319"/>
                      <a:pt x="39" y="304"/>
                    </a:cubicBezTo>
                    <a:cubicBezTo>
                      <a:pt x="27" y="289"/>
                      <a:pt x="14" y="278"/>
                      <a:pt x="0" y="273"/>
                    </a:cubicBezTo>
                    <a:cubicBezTo>
                      <a:pt x="24" y="247"/>
                      <a:pt x="47" y="235"/>
                      <a:pt x="67" y="235"/>
                    </a:cubicBezTo>
                    <a:cubicBezTo>
                      <a:pt x="85" y="235"/>
                      <a:pt x="104" y="258"/>
                      <a:pt x="126" y="306"/>
                    </a:cubicBezTo>
                    <a:cubicBezTo>
                      <a:pt x="136" y="330"/>
                      <a:pt x="136" y="330"/>
                      <a:pt x="136" y="330"/>
                    </a:cubicBezTo>
                    <a:cubicBezTo>
                      <a:pt x="175" y="265"/>
                      <a:pt x="224" y="202"/>
                      <a:pt x="284" y="141"/>
                    </a:cubicBezTo>
                    <a:cubicBezTo>
                      <a:pt x="344" y="80"/>
                      <a:pt x="403" y="33"/>
                      <a:pt x="461" y="0"/>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srgbClr val="587DB8"/>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grpSp>
      <p:grpSp>
        <p:nvGrpSpPr>
          <p:cNvPr id="5" name="组合 4"/>
          <p:cNvGrpSpPr/>
          <p:nvPr/>
        </p:nvGrpSpPr>
        <p:grpSpPr>
          <a:xfrm>
            <a:off x="3455260" y="4221317"/>
            <a:ext cx="2764871" cy="521489"/>
            <a:chOff x="3455260" y="4221317"/>
            <a:chExt cx="2764871" cy="521489"/>
          </a:xfrm>
        </p:grpSpPr>
        <p:sp>
          <p:nvSpPr>
            <p:cNvPr id="41" name="TextBox 25"/>
            <p:cNvSpPr txBox="1"/>
            <p:nvPr/>
          </p:nvSpPr>
          <p:spPr>
            <a:xfrm>
              <a:off x="4351519" y="4221317"/>
              <a:ext cx="1868612" cy="521489"/>
            </a:xfrm>
            <a:prstGeom prst="rect">
              <a:avLst/>
            </a:prstGeom>
            <a:noFill/>
          </p:spPr>
          <p:txBody>
            <a:bodyPr wrap="square" lIns="0" tIns="0" rIns="0" bIns="0" rtlCol="0">
              <a:spAutoFit/>
            </a:bodyPr>
            <a:lstStyle/>
            <a:p>
              <a:pPr algn="just">
                <a:lnSpc>
                  <a:spcPct val="150000"/>
                </a:lnSpc>
              </a:pPr>
              <a:r>
                <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sym typeface="思源黑体" panose="020B0500000000000000" pitchFamily="34" charset="-122"/>
                </a:rPr>
                <a:t>点击输入简要文字内容点击输入简要文字内容</a:t>
              </a:r>
              <a:r>
                <a:rPr lang="en-US" altLang="zh-CN" sz="1200" dirty="0">
                  <a:solidFill>
                    <a:schemeClr val="tx1">
                      <a:lumMod val="75000"/>
                      <a:lumOff val="25000"/>
                    </a:schemeClr>
                  </a:solidFill>
                  <a:latin typeface="思源黑体" panose="020B0500000000000000" pitchFamily="34" charset="-122"/>
                  <a:ea typeface="思源黑体" panose="020B0500000000000000" pitchFamily="34" charset="-122"/>
                  <a:sym typeface="思源黑体" panose="020B0500000000000000" pitchFamily="34" charset="-122"/>
                </a:rPr>
                <a:t>……</a:t>
              </a:r>
              <a:endParaRPr lang="en-US" altLang="zh-CN" sz="1200" dirty="0">
                <a:solidFill>
                  <a:schemeClr val="tx1">
                    <a:lumMod val="75000"/>
                    <a:lumOff val="25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nvGrpSpPr>
            <p:cNvPr id="66" name="组合 65"/>
            <p:cNvGrpSpPr/>
            <p:nvPr/>
          </p:nvGrpSpPr>
          <p:grpSpPr>
            <a:xfrm>
              <a:off x="3455260" y="4230947"/>
              <a:ext cx="487164" cy="487328"/>
              <a:chOff x="7577336" y="4093253"/>
              <a:chExt cx="487164" cy="487328"/>
            </a:xfrm>
            <a:solidFill>
              <a:srgbClr val="2E5596"/>
            </a:solidFill>
            <a:effectLst>
              <a:outerShdw blurRad="114300" dist="76200" dir="5400000" algn="ctr" rotWithShape="0">
                <a:srgbClr val="000000">
                  <a:alpha val="43137"/>
                </a:srgbClr>
              </a:outerShdw>
            </a:effectLst>
          </p:grpSpPr>
          <p:sp>
            <p:nvSpPr>
              <p:cNvPr id="67" name="椭圆 66"/>
              <p:cNvSpPr/>
              <p:nvPr/>
            </p:nvSpPr>
            <p:spPr>
              <a:xfrm>
                <a:off x="7577336" y="4093253"/>
                <a:ext cx="487164" cy="487328"/>
              </a:xfrm>
              <a:prstGeom prst="ellipse">
                <a:avLst/>
              </a:prstGeom>
              <a:grp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587DB8"/>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69" name="Freeform 5"/>
              <p:cNvSpPr/>
              <p:nvPr/>
            </p:nvSpPr>
            <p:spPr bwMode="auto">
              <a:xfrm>
                <a:off x="7722493" y="4183697"/>
                <a:ext cx="322039" cy="306266"/>
              </a:xfrm>
              <a:custGeom>
                <a:avLst/>
                <a:gdLst>
                  <a:gd name="T0" fmla="*/ 461 w 472"/>
                  <a:gd name="T1" fmla="*/ 0 h 449"/>
                  <a:gd name="T2" fmla="*/ 472 w 472"/>
                  <a:gd name="T3" fmla="*/ 17 h 449"/>
                  <a:gd name="T4" fmla="*/ 310 w 472"/>
                  <a:gd name="T5" fmla="*/ 186 h 449"/>
                  <a:gd name="T6" fmla="*/ 174 w 472"/>
                  <a:gd name="T7" fmla="*/ 399 h 449"/>
                  <a:gd name="T8" fmla="*/ 149 w 472"/>
                  <a:gd name="T9" fmla="*/ 417 h 449"/>
                  <a:gd name="T10" fmla="*/ 106 w 472"/>
                  <a:gd name="T11" fmla="*/ 449 h 449"/>
                  <a:gd name="T12" fmla="*/ 87 w 472"/>
                  <a:gd name="T13" fmla="*/ 396 h 449"/>
                  <a:gd name="T14" fmla="*/ 77 w 472"/>
                  <a:gd name="T15" fmla="*/ 374 h 449"/>
                  <a:gd name="T16" fmla="*/ 39 w 472"/>
                  <a:gd name="T17" fmla="*/ 304 h 449"/>
                  <a:gd name="T18" fmla="*/ 0 w 472"/>
                  <a:gd name="T19" fmla="*/ 273 h 449"/>
                  <a:gd name="T20" fmla="*/ 67 w 472"/>
                  <a:gd name="T21" fmla="*/ 235 h 449"/>
                  <a:gd name="T22" fmla="*/ 126 w 472"/>
                  <a:gd name="T23" fmla="*/ 306 h 449"/>
                  <a:gd name="T24" fmla="*/ 136 w 472"/>
                  <a:gd name="T25" fmla="*/ 330 h 449"/>
                  <a:gd name="T26" fmla="*/ 284 w 472"/>
                  <a:gd name="T27" fmla="*/ 141 h 449"/>
                  <a:gd name="T28" fmla="*/ 461 w 472"/>
                  <a:gd name="T29" fmla="*/ 0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72" h="449">
                    <a:moveTo>
                      <a:pt x="461" y="0"/>
                    </a:moveTo>
                    <a:cubicBezTo>
                      <a:pt x="472" y="17"/>
                      <a:pt x="472" y="17"/>
                      <a:pt x="472" y="17"/>
                    </a:cubicBezTo>
                    <a:cubicBezTo>
                      <a:pt x="424" y="54"/>
                      <a:pt x="370" y="110"/>
                      <a:pt x="310" y="186"/>
                    </a:cubicBezTo>
                    <a:cubicBezTo>
                      <a:pt x="251" y="262"/>
                      <a:pt x="205" y="333"/>
                      <a:pt x="174" y="399"/>
                    </a:cubicBezTo>
                    <a:cubicBezTo>
                      <a:pt x="149" y="417"/>
                      <a:pt x="149" y="417"/>
                      <a:pt x="149" y="417"/>
                    </a:cubicBezTo>
                    <a:cubicBezTo>
                      <a:pt x="128" y="431"/>
                      <a:pt x="114" y="442"/>
                      <a:pt x="106" y="449"/>
                    </a:cubicBezTo>
                    <a:cubicBezTo>
                      <a:pt x="103" y="438"/>
                      <a:pt x="97" y="421"/>
                      <a:pt x="87" y="396"/>
                    </a:cubicBezTo>
                    <a:cubicBezTo>
                      <a:pt x="77" y="374"/>
                      <a:pt x="77" y="374"/>
                      <a:pt x="77" y="374"/>
                    </a:cubicBezTo>
                    <a:cubicBezTo>
                      <a:pt x="64" y="342"/>
                      <a:pt x="51" y="319"/>
                      <a:pt x="39" y="304"/>
                    </a:cubicBezTo>
                    <a:cubicBezTo>
                      <a:pt x="27" y="289"/>
                      <a:pt x="14" y="278"/>
                      <a:pt x="0" y="273"/>
                    </a:cubicBezTo>
                    <a:cubicBezTo>
                      <a:pt x="24" y="247"/>
                      <a:pt x="47" y="235"/>
                      <a:pt x="67" y="235"/>
                    </a:cubicBezTo>
                    <a:cubicBezTo>
                      <a:pt x="85" y="235"/>
                      <a:pt x="104" y="258"/>
                      <a:pt x="126" y="306"/>
                    </a:cubicBezTo>
                    <a:cubicBezTo>
                      <a:pt x="136" y="330"/>
                      <a:pt x="136" y="330"/>
                      <a:pt x="136" y="330"/>
                    </a:cubicBezTo>
                    <a:cubicBezTo>
                      <a:pt x="175" y="265"/>
                      <a:pt x="224" y="202"/>
                      <a:pt x="284" y="141"/>
                    </a:cubicBezTo>
                    <a:cubicBezTo>
                      <a:pt x="344" y="80"/>
                      <a:pt x="403" y="33"/>
                      <a:pt x="461" y="0"/>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srgbClr val="587DB8"/>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grpSp>
      <p:grpSp>
        <p:nvGrpSpPr>
          <p:cNvPr id="7" name="组合 6"/>
          <p:cNvGrpSpPr/>
          <p:nvPr/>
        </p:nvGrpSpPr>
        <p:grpSpPr>
          <a:xfrm>
            <a:off x="3455260" y="4966261"/>
            <a:ext cx="2764871" cy="521489"/>
            <a:chOff x="3455260" y="4966261"/>
            <a:chExt cx="2764871" cy="521489"/>
          </a:xfrm>
        </p:grpSpPr>
        <p:sp>
          <p:nvSpPr>
            <p:cNvPr id="42" name="TextBox 26"/>
            <p:cNvSpPr txBox="1"/>
            <p:nvPr/>
          </p:nvSpPr>
          <p:spPr>
            <a:xfrm>
              <a:off x="4351519" y="4966261"/>
              <a:ext cx="1868612" cy="521489"/>
            </a:xfrm>
            <a:prstGeom prst="rect">
              <a:avLst/>
            </a:prstGeom>
            <a:noFill/>
          </p:spPr>
          <p:txBody>
            <a:bodyPr wrap="square" lIns="0" tIns="0" rIns="0" bIns="0" rtlCol="0">
              <a:spAutoFit/>
            </a:bodyPr>
            <a:lstStyle/>
            <a:p>
              <a:pPr algn="just">
                <a:lnSpc>
                  <a:spcPct val="150000"/>
                </a:lnSpc>
              </a:pPr>
              <a:r>
                <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sym typeface="思源黑体" panose="020B0500000000000000" pitchFamily="34" charset="-122"/>
                </a:rPr>
                <a:t>点击输入简要文字内点击输入简要文字内容</a:t>
              </a:r>
              <a:r>
                <a:rPr lang="en-US" altLang="zh-CN" sz="1200" dirty="0">
                  <a:solidFill>
                    <a:schemeClr val="tx1">
                      <a:lumMod val="75000"/>
                      <a:lumOff val="25000"/>
                    </a:schemeClr>
                  </a:solidFill>
                  <a:latin typeface="思源黑体" panose="020B0500000000000000" pitchFamily="34" charset="-122"/>
                  <a:ea typeface="思源黑体" panose="020B0500000000000000" pitchFamily="34" charset="-122"/>
                  <a:sym typeface="思源黑体" panose="020B0500000000000000" pitchFamily="34" charset="-122"/>
                </a:rPr>
                <a:t>……</a:t>
              </a:r>
              <a:endParaRPr lang="en-US" altLang="zh-CN" sz="1200" dirty="0">
                <a:solidFill>
                  <a:schemeClr val="tx1">
                    <a:lumMod val="75000"/>
                    <a:lumOff val="25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nvGrpSpPr>
            <p:cNvPr id="70" name="组合 69"/>
            <p:cNvGrpSpPr/>
            <p:nvPr/>
          </p:nvGrpSpPr>
          <p:grpSpPr>
            <a:xfrm>
              <a:off x="3455260" y="4975891"/>
              <a:ext cx="487164" cy="487328"/>
              <a:chOff x="7577336" y="4838197"/>
              <a:chExt cx="487164" cy="487328"/>
            </a:xfrm>
            <a:solidFill>
              <a:srgbClr val="2E5596"/>
            </a:solidFill>
            <a:effectLst>
              <a:outerShdw blurRad="114300" dist="76200" dir="5400000" algn="ctr" rotWithShape="0">
                <a:srgbClr val="000000">
                  <a:alpha val="43137"/>
                </a:srgbClr>
              </a:outerShdw>
            </a:effectLst>
          </p:grpSpPr>
          <p:sp>
            <p:nvSpPr>
              <p:cNvPr id="71" name="椭圆 70"/>
              <p:cNvSpPr/>
              <p:nvPr/>
            </p:nvSpPr>
            <p:spPr>
              <a:xfrm>
                <a:off x="7577336" y="4838197"/>
                <a:ext cx="487164" cy="487328"/>
              </a:xfrm>
              <a:prstGeom prst="ellipse">
                <a:avLst/>
              </a:prstGeom>
              <a:grp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587DB8"/>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72" name="Freeform 5"/>
              <p:cNvSpPr/>
              <p:nvPr/>
            </p:nvSpPr>
            <p:spPr bwMode="auto">
              <a:xfrm>
                <a:off x="7722493" y="4929187"/>
                <a:ext cx="322039" cy="306266"/>
              </a:xfrm>
              <a:custGeom>
                <a:avLst/>
                <a:gdLst>
                  <a:gd name="T0" fmla="*/ 461 w 472"/>
                  <a:gd name="T1" fmla="*/ 0 h 449"/>
                  <a:gd name="T2" fmla="*/ 472 w 472"/>
                  <a:gd name="T3" fmla="*/ 17 h 449"/>
                  <a:gd name="T4" fmla="*/ 310 w 472"/>
                  <a:gd name="T5" fmla="*/ 186 h 449"/>
                  <a:gd name="T6" fmla="*/ 174 w 472"/>
                  <a:gd name="T7" fmla="*/ 399 h 449"/>
                  <a:gd name="T8" fmla="*/ 149 w 472"/>
                  <a:gd name="T9" fmla="*/ 417 h 449"/>
                  <a:gd name="T10" fmla="*/ 106 w 472"/>
                  <a:gd name="T11" fmla="*/ 449 h 449"/>
                  <a:gd name="T12" fmla="*/ 87 w 472"/>
                  <a:gd name="T13" fmla="*/ 396 h 449"/>
                  <a:gd name="T14" fmla="*/ 77 w 472"/>
                  <a:gd name="T15" fmla="*/ 374 h 449"/>
                  <a:gd name="T16" fmla="*/ 39 w 472"/>
                  <a:gd name="T17" fmla="*/ 304 h 449"/>
                  <a:gd name="T18" fmla="*/ 0 w 472"/>
                  <a:gd name="T19" fmla="*/ 273 h 449"/>
                  <a:gd name="T20" fmla="*/ 67 w 472"/>
                  <a:gd name="T21" fmla="*/ 235 h 449"/>
                  <a:gd name="T22" fmla="*/ 126 w 472"/>
                  <a:gd name="T23" fmla="*/ 306 h 449"/>
                  <a:gd name="T24" fmla="*/ 136 w 472"/>
                  <a:gd name="T25" fmla="*/ 330 h 449"/>
                  <a:gd name="T26" fmla="*/ 284 w 472"/>
                  <a:gd name="T27" fmla="*/ 141 h 449"/>
                  <a:gd name="T28" fmla="*/ 461 w 472"/>
                  <a:gd name="T29" fmla="*/ 0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72" h="449">
                    <a:moveTo>
                      <a:pt x="461" y="0"/>
                    </a:moveTo>
                    <a:cubicBezTo>
                      <a:pt x="472" y="17"/>
                      <a:pt x="472" y="17"/>
                      <a:pt x="472" y="17"/>
                    </a:cubicBezTo>
                    <a:cubicBezTo>
                      <a:pt x="424" y="54"/>
                      <a:pt x="370" y="110"/>
                      <a:pt x="310" y="186"/>
                    </a:cubicBezTo>
                    <a:cubicBezTo>
                      <a:pt x="251" y="262"/>
                      <a:pt x="205" y="333"/>
                      <a:pt x="174" y="399"/>
                    </a:cubicBezTo>
                    <a:cubicBezTo>
                      <a:pt x="149" y="417"/>
                      <a:pt x="149" y="417"/>
                      <a:pt x="149" y="417"/>
                    </a:cubicBezTo>
                    <a:cubicBezTo>
                      <a:pt x="128" y="431"/>
                      <a:pt x="114" y="442"/>
                      <a:pt x="106" y="449"/>
                    </a:cubicBezTo>
                    <a:cubicBezTo>
                      <a:pt x="103" y="438"/>
                      <a:pt x="97" y="421"/>
                      <a:pt x="87" y="396"/>
                    </a:cubicBezTo>
                    <a:cubicBezTo>
                      <a:pt x="77" y="374"/>
                      <a:pt x="77" y="374"/>
                      <a:pt x="77" y="374"/>
                    </a:cubicBezTo>
                    <a:cubicBezTo>
                      <a:pt x="64" y="342"/>
                      <a:pt x="51" y="319"/>
                      <a:pt x="39" y="304"/>
                    </a:cubicBezTo>
                    <a:cubicBezTo>
                      <a:pt x="27" y="289"/>
                      <a:pt x="14" y="278"/>
                      <a:pt x="0" y="273"/>
                    </a:cubicBezTo>
                    <a:cubicBezTo>
                      <a:pt x="24" y="247"/>
                      <a:pt x="47" y="235"/>
                      <a:pt x="67" y="235"/>
                    </a:cubicBezTo>
                    <a:cubicBezTo>
                      <a:pt x="85" y="235"/>
                      <a:pt x="104" y="258"/>
                      <a:pt x="126" y="306"/>
                    </a:cubicBezTo>
                    <a:cubicBezTo>
                      <a:pt x="136" y="330"/>
                      <a:pt x="136" y="330"/>
                      <a:pt x="136" y="330"/>
                    </a:cubicBezTo>
                    <a:cubicBezTo>
                      <a:pt x="175" y="265"/>
                      <a:pt x="224" y="202"/>
                      <a:pt x="284" y="141"/>
                    </a:cubicBezTo>
                    <a:cubicBezTo>
                      <a:pt x="344" y="80"/>
                      <a:pt x="403" y="33"/>
                      <a:pt x="461" y="0"/>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srgbClr val="587DB8"/>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grpSp>
      <p:grpSp>
        <p:nvGrpSpPr>
          <p:cNvPr id="8" name="组合 7"/>
          <p:cNvGrpSpPr/>
          <p:nvPr/>
        </p:nvGrpSpPr>
        <p:grpSpPr>
          <a:xfrm>
            <a:off x="3455260" y="5711205"/>
            <a:ext cx="2764871" cy="521489"/>
            <a:chOff x="3455260" y="5711205"/>
            <a:chExt cx="2764871" cy="521489"/>
          </a:xfrm>
        </p:grpSpPr>
        <p:sp>
          <p:nvSpPr>
            <p:cNvPr id="43" name="TextBox 27"/>
            <p:cNvSpPr txBox="1"/>
            <p:nvPr/>
          </p:nvSpPr>
          <p:spPr>
            <a:xfrm>
              <a:off x="4351519" y="5711205"/>
              <a:ext cx="1868612" cy="521489"/>
            </a:xfrm>
            <a:prstGeom prst="rect">
              <a:avLst/>
            </a:prstGeom>
            <a:noFill/>
          </p:spPr>
          <p:txBody>
            <a:bodyPr wrap="square" lIns="0" tIns="0" rIns="0" bIns="0" rtlCol="0">
              <a:spAutoFit/>
            </a:bodyPr>
            <a:lstStyle/>
            <a:p>
              <a:pPr algn="just">
                <a:lnSpc>
                  <a:spcPct val="150000"/>
                </a:lnSpc>
              </a:pPr>
              <a:r>
                <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sym typeface="思源黑体" panose="020B0500000000000000" pitchFamily="34" charset="-122"/>
                </a:rPr>
                <a:t>点击输入简要文字内点击输入简要文字内容</a:t>
              </a:r>
              <a:r>
                <a:rPr lang="en-US" altLang="zh-CN" sz="1200" dirty="0">
                  <a:solidFill>
                    <a:schemeClr val="tx1">
                      <a:lumMod val="75000"/>
                      <a:lumOff val="25000"/>
                    </a:schemeClr>
                  </a:solidFill>
                  <a:latin typeface="思源黑体" panose="020B0500000000000000" pitchFamily="34" charset="-122"/>
                  <a:ea typeface="思源黑体" panose="020B0500000000000000" pitchFamily="34" charset="-122"/>
                  <a:sym typeface="思源黑体" panose="020B0500000000000000" pitchFamily="34" charset="-122"/>
                </a:rPr>
                <a:t>……</a:t>
              </a:r>
              <a:endParaRPr lang="en-US" altLang="zh-CN" sz="1200" dirty="0">
                <a:solidFill>
                  <a:schemeClr val="tx1">
                    <a:lumMod val="75000"/>
                    <a:lumOff val="25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nvGrpSpPr>
            <p:cNvPr id="74" name="组合 73"/>
            <p:cNvGrpSpPr/>
            <p:nvPr/>
          </p:nvGrpSpPr>
          <p:grpSpPr>
            <a:xfrm>
              <a:off x="3455260" y="5720835"/>
              <a:ext cx="487164" cy="487328"/>
              <a:chOff x="7577336" y="5583141"/>
              <a:chExt cx="487164" cy="487328"/>
            </a:xfrm>
            <a:solidFill>
              <a:srgbClr val="2E5596"/>
            </a:solidFill>
            <a:effectLst>
              <a:outerShdw blurRad="114300" dist="76200" dir="5400000" algn="ctr" rotWithShape="0">
                <a:srgbClr val="000000">
                  <a:alpha val="43137"/>
                </a:srgbClr>
              </a:outerShdw>
            </a:effectLst>
          </p:grpSpPr>
          <p:sp>
            <p:nvSpPr>
              <p:cNvPr id="75" name="椭圆 74"/>
              <p:cNvSpPr/>
              <p:nvPr/>
            </p:nvSpPr>
            <p:spPr>
              <a:xfrm>
                <a:off x="7577336" y="5583141"/>
                <a:ext cx="487164" cy="487328"/>
              </a:xfrm>
              <a:prstGeom prst="ellipse">
                <a:avLst/>
              </a:prstGeom>
              <a:grp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587DB8"/>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84" name="Freeform 5"/>
              <p:cNvSpPr/>
              <p:nvPr/>
            </p:nvSpPr>
            <p:spPr bwMode="auto">
              <a:xfrm>
                <a:off x="7722493" y="5674677"/>
                <a:ext cx="322039" cy="306266"/>
              </a:xfrm>
              <a:custGeom>
                <a:avLst/>
                <a:gdLst>
                  <a:gd name="T0" fmla="*/ 461 w 472"/>
                  <a:gd name="T1" fmla="*/ 0 h 449"/>
                  <a:gd name="T2" fmla="*/ 472 w 472"/>
                  <a:gd name="T3" fmla="*/ 17 h 449"/>
                  <a:gd name="T4" fmla="*/ 310 w 472"/>
                  <a:gd name="T5" fmla="*/ 186 h 449"/>
                  <a:gd name="T6" fmla="*/ 174 w 472"/>
                  <a:gd name="T7" fmla="*/ 399 h 449"/>
                  <a:gd name="T8" fmla="*/ 149 w 472"/>
                  <a:gd name="T9" fmla="*/ 417 h 449"/>
                  <a:gd name="T10" fmla="*/ 106 w 472"/>
                  <a:gd name="T11" fmla="*/ 449 h 449"/>
                  <a:gd name="T12" fmla="*/ 87 w 472"/>
                  <a:gd name="T13" fmla="*/ 396 h 449"/>
                  <a:gd name="T14" fmla="*/ 77 w 472"/>
                  <a:gd name="T15" fmla="*/ 374 h 449"/>
                  <a:gd name="T16" fmla="*/ 39 w 472"/>
                  <a:gd name="T17" fmla="*/ 304 h 449"/>
                  <a:gd name="T18" fmla="*/ 0 w 472"/>
                  <a:gd name="T19" fmla="*/ 273 h 449"/>
                  <a:gd name="T20" fmla="*/ 67 w 472"/>
                  <a:gd name="T21" fmla="*/ 235 h 449"/>
                  <a:gd name="T22" fmla="*/ 126 w 472"/>
                  <a:gd name="T23" fmla="*/ 306 h 449"/>
                  <a:gd name="T24" fmla="*/ 136 w 472"/>
                  <a:gd name="T25" fmla="*/ 330 h 449"/>
                  <a:gd name="T26" fmla="*/ 284 w 472"/>
                  <a:gd name="T27" fmla="*/ 141 h 449"/>
                  <a:gd name="T28" fmla="*/ 461 w 472"/>
                  <a:gd name="T29" fmla="*/ 0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72" h="449">
                    <a:moveTo>
                      <a:pt x="461" y="0"/>
                    </a:moveTo>
                    <a:cubicBezTo>
                      <a:pt x="472" y="17"/>
                      <a:pt x="472" y="17"/>
                      <a:pt x="472" y="17"/>
                    </a:cubicBezTo>
                    <a:cubicBezTo>
                      <a:pt x="424" y="54"/>
                      <a:pt x="370" y="110"/>
                      <a:pt x="310" y="186"/>
                    </a:cubicBezTo>
                    <a:cubicBezTo>
                      <a:pt x="251" y="262"/>
                      <a:pt x="205" y="333"/>
                      <a:pt x="174" y="399"/>
                    </a:cubicBezTo>
                    <a:cubicBezTo>
                      <a:pt x="149" y="417"/>
                      <a:pt x="149" y="417"/>
                      <a:pt x="149" y="417"/>
                    </a:cubicBezTo>
                    <a:cubicBezTo>
                      <a:pt x="128" y="431"/>
                      <a:pt x="114" y="442"/>
                      <a:pt x="106" y="449"/>
                    </a:cubicBezTo>
                    <a:cubicBezTo>
                      <a:pt x="103" y="438"/>
                      <a:pt x="97" y="421"/>
                      <a:pt x="87" y="396"/>
                    </a:cubicBezTo>
                    <a:cubicBezTo>
                      <a:pt x="77" y="374"/>
                      <a:pt x="77" y="374"/>
                      <a:pt x="77" y="374"/>
                    </a:cubicBezTo>
                    <a:cubicBezTo>
                      <a:pt x="64" y="342"/>
                      <a:pt x="51" y="319"/>
                      <a:pt x="39" y="304"/>
                    </a:cubicBezTo>
                    <a:cubicBezTo>
                      <a:pt x="27" y="289"/>
                      <a:pt x="14" y="278"/>
                      <a:pt x="0" y="273"/>
                    </a:cubicBezTo>
                    <a:cubicBezTo>
                      <a:pt x="24" y="247"/>
                      <a:pt x="47" y="235"/>
                      <a:pt x="67" y="235"/>
                    </a:cubicBezTo>
                    <a:cubicBezTo>
                      <a:pt x="85" y="235"/>
                      <a:pt x="104" y="258"/>
                      <a:pt x="126" y="306"/>
                    </a:cubicBezTo>
                    <a:cubicBezTo>
                      <a:pt x="136" y="330"/>
                      <a:pt x="136" y="330"/>
                      <a:pt x="136" y="330"/>
                    </a:cubicBezTo>
                    <a:cubicBezTo>
                      <a:pt x="175" y="265"/>
                      <a:pt x="224" y="202"/>
                      <a:pt x="284" y="141"/>
                    </a:cubicBezTo>
                    <a:cubicBezTo>
                      <a:pt x="344" y="80"/>
                      <a:pt x="403" y="33"/>
                      <a:pt x="461" y="0"/>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srgbClr val="587DB8"/>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barn(inHorizontal)">
                                      <p:cBhvr>
                                        <p:cTn id="12" dur="500"/>
                                        <p:tgtEl>
                                          <p:spTgt spid="28"/>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fill="hold"/>
                                        <p:tgtEl>
                                          <p:spTgt spid="2"/>
                                        </p:tgtEl>
                                        <p:attrNameLst>
                                          <p:attrName>ppt_x</p:attrName>
                                        </p:attrNameLst>
                                      </p:cBhvr>
                                      <p:tavLst>
                                        <p:tav tm="0">
                                          <p:val>
                                            <p:strVal val="#ppt_x"/>
                                          </p:val>
                                        </p:tav>
                                        <p:tav tm="100000">
                                          <p:val>
                                            <p:strVal val="#ppt_x"/>
                                          </p:val>
                                        </p:tav>
                                      </p:tavLst>
                                    </p:anim>
                                    <p:anim calcmode="lin" valueType="num">
                                      <p:cBhvr additive="base">
                                        <p:cTn id="18" dur="500" fill="hold"/>
                                        <p:tgtEl>
                                          <p:spTgt spid="2"/>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gtEl>
                                        <p:attrNameLst>
                                          <p:attrName>style.visibility</p:attrName>
                                        </p:attrNameLst>
                                      </p:cBhvr>
                                      <p:to>
                                        <p:strVal val="visible"/>
                                      </p:to>
                                    </p:set>
                                    <p:anim calcmode="lin" valueType="num">
                                      <p:cBhvr additive="base">
                                        <p:cTn id="21" dur="500" fill="hold"/>
                                        <p:tgtEl>
                                          <p:spTgt spid="3"/>
                                        </p:tgtEl>
                                        <p:attrNameLst>
                                          <p:attrName>ppt_x</p:attrName>
                                        </p:attrNameLst>
                                      </p:cBhvr>
                                      <p:tavLst>
                                        <p:tav tm="0">
                                          <p:val>
                                            <p:strVal val="#ppt_x"/>
                                          </p:val>
                                        </p:tav>
                                        <p:tav tm="100000">
                                          <p:val>
                                            <p:strVal val="#ppt_x"/>
                                          </p:val>
                                        </p:tav>
                                      </p:tavLst>
                                    </p:anim>
                                    <p:anim calcmode="lin" valueType="num">
                                      <p:cBhvr additive="base">
                                        <p:cTn id="22" dur="500" fill="hold"/>
                                        <p:tgtEl>
                                          <p:spTgt spid="3"/>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ppt_x"/>
                                          </p:val>
                                        </p:tav>
                                        <p:tav tm="100000">
                                          <p:val>
                                            <p:strVal val="#ppt_x"/>
                                          </p:val>
                                        </p:tav>
                                      </p:tavLst>
                                    </p:anim>
                                    <p:anim calcmode="lin" valueType="num">
                                      <p:cBhvr additive="base">
                                        <p:cTn id="26" dur="500" fill="hold"/>
                                        <p:tgtEl>
                                          <p:spTgt spid="4"/>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5"/>
                                        </p:tgtEl>
                                        <p:attrNameLst>
                                          <p:attrName>style.visibility</p:attrName>
                                        </p:attrNameLst>
                                      </p:cBhvr>
                                      <p:to>
                                        <p:strVal val="visible"/>
                                      </p:to>
                                    </p:set>
                                    <p:anim calcmode="lin" valueType="num">
                                      <p:cBhvr additive="base">
                                        <p:cTn id="29" dur="500" fill="hold"/>
                                        <p:tgtEl>
                                          <p:spTgt spid="5"/>
                                        </p:tgtEl>
                                        <p:attrNameLst>
                                          <p:attrName>ppt_x</p:attrName>
                                        </p:attrNameLst>
                                      </p:cBhvr>
                                      <p:tavLst>
                                        <p:tav tm="0">
                                          <p:val>
                                            <p:strVal val="#ppt_x"/>
                                          </p:val>
                                        </p:tav>
                                        <p:tav tm="100000">
                                          <p:val>
                                            <p:strVal val="#ppt_x"/>
                                          </p:val>
                                        </p:tav>
                                      </p:tavLst>
                                    </p:anim>
                                    <p:anim calcmode="lin" valueType="num">
                                      <p:cBhvr additive="base">
                                        <p:cTn id="30" dur="500" fill="hold"/>
                                        <p:tgtEl>
                                          <p:spTgt spid="5"/>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7"/>
                                        </p:tgtEl>
                                        <p:attrNameLst>
                                          <p:attrName>style.visibility</p:attrName>
                                        </p:attrNameLst>
                                      </p:cBhvr>
                                      <p:to>
                                        <p:strVal val="visible"/>
                                      </p:to>
                                    </p:set>
                                    <p:anim calcmode="lin" valueType="num">
                                      <p:cBhvr additive="base">
                                        <p:cTn id="33" dur="500" fill="hold"/>
                                        <p:tgtEl>
                                          <p:spTgt spid="7"/>
                                        </p:tgtEl>
                                        <p:attrNameLst>
                                          <p:attrName>ppt_x</p:attrName>
                                        </p:attrNameLst>
                                      </p:cBhvr>
                                      <p:tavLst>
                                        <p:tav tm="0">
                                          <p:val>
                                            <p:strVal val="#ppt_x"/>
                                          </p:val>
                                        </p:tav>
                                        <p:tav tm="100000">
                                          <p:val>
                                            <p:strVal val="#ppt_x"/>
                                          </p:val>
                                        </p:tav>
                                      </p:tavLst>
                                    </p:anim>
                                    <p:anim calcmode="lin" valueType="num">
                                      <p:cBhvr additive="base">
                                        <p:cTn id="34" dur="500" fill="hold"/>
                                        <p:tgtEl>
                                          <p:spTgt spid="7"/>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500" fill="hold"/>
                                        <p:tgtEl>
                                          <p:spTgt spid="8"/>
                                        </p:tgtEl>
                                        <p:attrNameLst>
                                          <p:attrName>ppt_x</p:attrName>
                                        </p:attrNameLst>
                                      </p:cBhvr>
                                      <p:tavLst>
                                        <p:tav tm="0">
                                          <p:val>
                                            <p:strVal val="#ppt_x"/>
                                          </p:val>
                                        </p:tav>
                                        <p:tav tm="100000">
                                          <p:val>
                                            <p:strVal val="#ppt_x"/>
                                          </p:val>
                                        </p:tav>
                                      </p:tavLst>
                                    </p:anim>
                                    <p:anim calcmode="lin" valueType="num">
                                      <p:cBhvr additive="base">
                                        <p:cTn id="38" dur="500" fill="hold"/>
                                        <p:tgtEl>
                                          <p:spTgt spid="8"/>
                                        </p:tgtEl>
                                        <p:attrNameLst>
                                          <p:attrName>ppt_y</p:attrName>
                                        </p:attrNameLst>
                                      </p:cBhvr>
                                      <p:tavLst>
                                        <p:tav tm="0">
                                          <p:val>
                                            <p:strVal val="1+#ppt_h/2"/>
                                          </p:val>
                                        </p:tav>
                                        <p:tav tm="100000">
                                          <p:val>
                                            <p:strVal val="#ppt_y"/>
                                          </p:val>
                                        </p:tav>
                                      </p:tavLst>
                                    </p:anim>
                                  </p:childTnLst>
                                </p:cTn>
                              </p:par>
                            </p:childTnLst>
                          </p:cTn>
                        </p:par>
                        <p:par>
                          <p:cTn id="39" fill="hold">
                            <p:stCondLst>
                              <p:cond delay="500"/>
                            </p:stCondLst>
                            <p:childTnLst>
                              <p:par>
                                <p:cTn id="40" presetID="53" presetClass="entr" presetSubtype="16" fill="hold" grpId="0" nodeType="afterEffect">
                                  <p:stCondLst>
                                    <p:cond delay="0"/>
                                  </p:stCondLst>
                                  <p:childTnLst>
                                    <p:set>
                                      <p:cBhvr>
                                        <p:cTn id="41" dur="1" fill="hold">
                                          <p:stCondLst>
                                            <p:cond delay="0"/>
                                          </p:stCondLst>
                                        </p:cTn>
                                        <p:tgtEl>
                                          <p:spTgt spid="33"/>
                                        </p:tgtEl>
                                        <p:attrNameLst>
                                          <p:attrName>style.visibility</p:attrName>
                                        </p:attrNameLst>
                                      </p:cBhvr>
                                      <p:to>
                                        <p:strVal val="visible"/>
                                      </p:to>
                                    </p:set>
                                    <p:anim calcmode="lin" valueType="num">
                                      <p:cBhvr>
                                        <p:cTn id="42" dur="500" fill="hold"/>
                                        <p:tgtEl>
                                          <p:spTgt spid="33"/>
                                        </p:tgtEl>
                                        <p:attrNameLst>
                                          <p:attrName>ppt_w</p:attrName>
                                        </p:attrNameLst>
                                      </p:cBhvr>
                                      <p:tavLst>
                                        <p:tav tm="0">
                                          <p:val>
                                            <p:fltVal val="0"/>
                                          </p:val>
                                        </p:tav>
                                        <p:tav tm="100000">
                                          <p:val>
                                            <p:strVal val="#ppt_w"/>
                                          </p:val>
                                        </p:tav>
                                      </p:tavLst>
                                    </p:anim>
                                    <p:anim calcmode="lin" valueType="num">
                                      <p:cBhvr>
                                        <p:cTn id="43" dur="500" fill="hold"/>
                                        <p:tgtEl>
                                          <p:spTgt spid="33"/>
                                        </p:tgtEl>
                                        <p:attrNameLst>
                                          <p:attrName>ppt_h</p:attrName>
                                        </p:attrNameLst>
                                      </p:cBhvr>
                                      <p:tavLst>
                                        <p:tav tm="0">
                                          <p:val>
                                            <p:fltVal val="0"/>
                                          </p:val>
                                        </p:tav>
                                        <p:tav tm="100000">
                                          <p:val>
                                            <p:strVal val="#ppt_h"/>
                                          </p:val>
                                        </p:tav>
                                      </p:tavLst>
                                    </p:anim>
                                    <p:animEffect transition="in" filter="fade">
                                      <p:cBhvr>
                                        <p:cTn id="44" dur="500"/>
                                        <p:tgtEl>
                                          <p:spTgt spid="33"/>
                                        </p:tgtEl>
                                      </p:cBhvr>
                                    </p:animEffect>
                                  </p:childTnLst>
                                </p:cTn>
                              </p:par>
                            </p:childTnLst>
                          </p:cTn>
                        </p:par>
                        <p:par>
                          <p:cTn id="45" fill="hold">
                            <p:stCondLst>
                              <p:cond delay="1000"/>
                            </p:stCondLst>
                            <p:childTnLst>
                              <p:par>
                                <p:cTn id="46" presetID="42" presetClass="entr" presetSubtype="0" fill="hold" grpId="0" nodeType="afterEffect">
                                  <p:stCondLst>
                                    <p:cond delay="0"/>
                                  </p:stCondLst>
                                  <p:childTnLst>
                                    <p:set>
                                      <p:cBhvr>
                                        <p:cTn id="47" dur="1" fill="hold">
                                          <p:stCondLst>
                                            <p:cond delay="0"/>
                                          </p:stCondLst>
                                        </p:cTn>
                                        <p:tgtEl>
                                          <p:spTgt spid="34"/>
                                        </p:tgtEl>
                                        <p:attrNameLst>
                                          <p:attrName>style.visibility</p:attrName>
                                        </p:attrNameLst>
                                      </p:cBhvr>
                                      <p:to>
                                        <p:strVal val="visible"/>
                                      </p:to>
                                    </p:set>
                                    <p:animEffect transition="in" filter="fade">
                                      <p:cBhvr>
                                        <p:cTn id="48" dur="500"/>
                                        <p:tgtEl>
                                          <p:spTgt spid="34"/>
                                        </p:tgtEl>
                                      </p:cBhvr>
                                    </p:animEffect>
                                    <p:anim calcmode="lin" valueType="num">
                                      <p:cBhvr>
                                        <p:cTn id="49" dur="500" fill="hold"/>
                                        <p:tgtEl>
                                          <p:spTgt spid="34"/>
                                        </p:tgtEl>
                                        <p:attrNameLst>
                                          <p:attrName>ppt_x</p:attrName>
                                        </p:attrNameLst>
                                      </p:cBhvr>
                                      <p:tavLst>
                                        <p:tav tm="0">
                                          <p:val>
                                            <p:strVal val="#ppt_x"/>
                                          </p:val>
                                        </p:tav>
                                        <p:tav tm="100000">
                                          <p:val>
                                            <p:strVal val="#ppt_x"/>
                                          </p:val>
                                        </p:tav>
                                      </p:tavLst>
                                    </p:anim>
                                    <p:anim calcmode="lin" valueType="num">
                                      <p:cBhvr>
                                        <p:cTn id="50" dur="500" fill="hold"/>
                                        <p:tgtEl>
                                          <p:spTgt spid="34"/>
                                        </p:tgtEl>
                                        <p:attrNameLst>
                                          <p:attrName>ppt_y</p:attrName>
                                        </p:attrNameLst>
                                      </p:cBhvr>
                                      <p:tavLst>
                                        <p:tav tm="0">
                                          <p:val>
                                            <p:strVal val="#ppt_y+.1"/>
                                          </p:val>
                                        </p:tav>
                                        <p:tav tm="100000">
                                          <p:val>
                                            <p:strVal val="#ppt_y"/>
                                          </p:val>
                                        </p:tav>
                                      </p:tavLst>
                                    </p:anim>
                                  </p:childTnLst>
                                </p:cTn>
                              </p:par>
                              <p:par>
                                <p:cTn id="51" presetID="42" presetClass="entr" presetSubtype="0" fill="hold" grpId="0" nodeType="withEffect">
                                  <p:stCondLst>
                                    <p:cond delay="200"/>
                                  </p:stCondLst>
                                  <p:childTnLst>
                                    <p:set>
                                      <p:cBhvr>
                                        <p:cTn id="52" dur="1" fill="hold">
                                          <p:stCondLst>
                                            <p:cond delay="0"/>
                                          </p:stCondLst>
                                        </p:cTn>
                                        <p:tgtEl>
                                          <p:spTgt spid="35"/>
                                        </p:tgtEl>
                                        <p:attrNameLst>
                                          <p:attrName>style.visibility</p:attrName>
                                        </p:attrNameLst>
                                      </p:cBhvr>
                                      <p:to>
                                        <p:strVal val="visible"/>
                                      </p:to>
                                    </p:set>
                                    <p:animEffect transition="in" filter="fade">
                                      <p:cBhvr>
                                        <p:cTn id="53" dur="500"/>
                                        <p:tgtEl>
                                          <p:spTgt spid="35"/>
                                        </p:tgtEl>
                                      </p:cBhvr>
                                    </p:animEffect>
                                    <p:anim calcmode="lin" valueType="num">
                                      <p:cBhvr>
                                        <p:cTn id="54" dur="500" fill="hold"/>
                                        <p:tgtEl>
                                          <p:spTgt spid="35"/>
                                        </p:tgtEl>
                                        <p:attrNameLst>
                                          <p:attrName>ppt_x</p:attrName>
                                        </p:attrNameLst>
                                      </p:cBhvr>
                                      <p:tavLst>
                                        <p:tav tm="0">
                                          <p:val>
                                            <p:strVal val="#ppt_x"/>
                                          </p:val>
                                        </p:tav>
                                        <p:tav tm="100000">
                                          <p:val>
                                            <p:strVal val="#ppt_x"/>
                                          </p:val>
                                        </p:tav>
                                      </p:tavLst>
                                    </p:anim>
                                    <p:anim calcmode="lin" valueType="num">
                                      <p:cBhvr>
                                        <p:cTn id="55" dur="500" fill="hold"/>
                                        <p:tgtEl>
                                          <p:spTgt spid="35"/>
                                        </p:tgtEl>
                                        <p:attrNameLst>
                                          <p:attrName>ppt_y</p:attrName>
                                        </p:attrNameLst>
                                      </p:cBhvr>
                                      <p:tavLst>
                                        <p:tav tm="0">
                                          <p:val>
                                            <p:strVal val="#ppt_y+.1"/>
                                          </p:val>
                                        </p:tav>
                                        <p:tav tm="100000">
                                          <p:val>
                                            <p:strVal val="#ppt_y"/>
                                          </p:val>
                                        </p:tav>
                                      </p:tavLst>
                                    </p:anim>
                                  </p:childTnLst>
                                </p:cTn>
                              </p:par>
                              <p:par>
                                <p:cTn id="56" presetID="42" presetClass="entr" presetSubtype="0" fill="hold" grpId="0" nodeType="withEffect">
                                  <p:stCondLst>
                                    <p:cond delay="400"/>
                                  </p:stCondLst>
                                  <p:childTnLst>
                                    <p:set>
                                      <p:cBhvr>
                                        <p:cTn id="57" dur="1" fill="hold">
                                          <p:stCondLst>
                                            <p:cond delay="0"/>
                                          </p:stCondLst>
                                        </p:cTn>
                                        <p:tgtEl>
                                          <p:spTgt spid="36"/>
                                        </p:tgtEl>
                                        <p:attrNameLst>
                                          <p:attrName>style.visibility</p:attrName>
                                        </p:attrNameLst>
                                      </p:cBhvr>
                                      <p:to>
                                        <p:strVal val="visible"/>
                                      </p:to>
                                    </p:set>
                                    <p:animEffect transition="in" filter="fade">
                                      <p:cBhvr>
                                        <p:cTn id="58" dur="500"/>
                                        <p:tgtEl>
                                          <p:spTgt spid="36"/>
                                        </p:tgtEl>
                                      </p:cBhvr>
                                    </p:animEffect>
                                    <p:anim calcmode="lin" valueType="num">
                                      <p:cBhvr>
                                        <p:cTn id="59" dur="500" fill="hold"/>
                                        <p:tgtEl>
                                          <p:spTgt spid="36"/>
                                        </p:tgtEl>
                                        <p:attrNameLst>
                                          <p:attrName>ppt_x</p:attrName>
                                        </p:attrNameLst>
                                      </p:cBhvr>
                                      <p:tavLst>
                                        <p:tav tm="0">
                                          <p:val>
                                            <p:strVal val="#ppt_x"/>
                                          </p:val>
                                        </p:tav>
                                        <p:tav tm="100000">
                                          <p:val>
                                            <p:strVal val="#ppt_x"/>
                                          </p:val>
                                        </p:tav>
                                      </p:tavLst>
                                    </p:anim>
                                    <p:anim calcmode="lin" valueType="num">
                                      <p:cBhvr>
                                        <p:cTn id="60" dur="500" fill="hold"/>
                                        <p:tgtEl>
                                          <p:spTgt spid="36"/>
                                        </p:tgtEl>
                                        <p:attrNameLst>
                                          <p:attrName>ppt_y</p:attrName>
                                        </p:attrNameLst>
                                      </p:cBhvr>
                                      <p:tavLst>
                                        <p:tav tm="0">
                                          <p:val>
                                            <p:strVal val="#ppt_y+.1"/>
                                          </p:val>
                                        </p:tav>
                                        <p:tav tm="100000">
                                          <p:val>
                                            <p:strVal val="#ppt_y"/>
                                          </p:val>
                                        </p:tav>
                                      </p:tavLst>
                                    </p:anim>
                                  </p:childTnLst>
                                </p:cTn>
                              </p:par>
                            </p:childTnLst>
                          </p:cTn>
                        </p:par>
                        <p:par>
                          <p:cTn id="61" fill="hold">
                            <p:stCondLst>
                              <p:cond delay="1500"/>
                            </p:stCondLst>
                            <p:childTnLst>
                              <p:par>
                                <p:cTn id="62" presetID="16" presetClass="entr" presetSubtype="21" fill="hold" nodeType="afterEffect">
                                  <p:stCondLst>
                                    <p:cond delay="0"/>
                                  </p:stCondLst>
                                  <p:childTnLst>
                                    <p:set>
                                      <p:cBhvr>
                                        <p:cTn id="63" dur="1" fill="hold">
                                          <p:stCondLst>
                                            <p:cond delay="0"/>
                                          </p:stCondLst>
                                        </p:cTn>
                                        <p:tgtEl>
                                          <p:spTgt spid="31"/>
                                        </p:tgtEl>
                                        <p:attrNameLst>
                                          <p:attrName>style.visibility</p:attrName>
                                        </p:attrNameLst>
                                      </p:cBhvr>
                                      <p:to>
                                        <p:strVal val="visible"/>
                                      </p:to>
                                    </p:set>
                                    <p:animEffect transition="in" filter="barn(inVertical)">
                                      <p:cBhvr>
                                        <p:cTn id="64" dur="500"/>
                                        <p:tgtEl>
                                          <p:spTgt spid="31"/>
                                        </p:tgtEl>
                                      </p:cBhvr>
                                    </p:animEffect>
                                  </p:childTnLst>
                                </p:cTn>
                              </p:par>
                            </p:childTnLst>
                          </p:cTn>
                        </p:par>
                        <p:par>
                          <p:cTn id="65" fill="hold">
                            <p:stCondLst>
                              <p:cond delay="2000"/>
                            </p:stCondLst>
                            <p:childTnLst>
                              <p:par>
                                <p:cTn id="66" presetID="22" presetClass="entr" presetSubtype="8" fill="hold" grpId="0" nodeType="afterEffect">
                                  <p:stCondLst>
                                    <p:cond delay="0"/>
                                  </p:stCondLst>
                                  <p:childTnLst>
                                    <p:set>
                                      <p:cBhvr>
                                        <p:cTn id="67" dur="1" fill="hold">
                                          <p:stCondLst>
                                            <p:cond delay="0"/>
                                          </p:stCondLst>
                                        </p:cTn>
                                        <p:tgtEl>
                                          <p:spTgt spid="37"/>
                                        </p:tgtEl>
                                        <p:attrNameLst>
                                          <p:attrName>style.visibility</p:attrName>
                                        </p:attrNameLst>
                                      </p:cBhvr>
                                      <p:to>
                                        <p:strVal val="visible"/>
                                      </p:to>
                                    </p:set>
                                    <p:animEffect transition="in" filter="wipe(left)">
                                      <p:cBhvr>
                                        <p:cTn id="68" dur="3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4" grpId="0" animBg="1"/>
      <p:bldP spid="35" grpId="0" animBg="1"/>
      <p:bldP spid="36" grpId="0" animBg="1"/>
      <p:bldP spid="3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6" name="组合 75"/>
          <p:cNvGrpSpPr/>
          <p:nvPr/>
        </p:nvGrpSpPr>
        <p:grpSpPr>
          <a:xfrm>
            <a:off x="1" y="-2"/>
            <a:ext cx="12191999" cy="6858000"/>
            <a:chOff x="1" y="-2"/>
            <a:chExt cx="12191999" cy="6858000"/>
          </a:xfrm>
        </p:grpSpPr>
        <p:pic>
          <p:nvPicPr>
            <p:cNvPr id="77" name="图片 76"/>
            <p:cNvPicPr>
              <a:picLocks noChangeAspect="1"/>
            </p:cNvPicPr>
            <p:nvPr/>
          </p:nvPicPr>
          <p:blipFill>
            <a:blip r:embed="rId1">
              <a:extLst>
                <a:ext uri="{BEBA8EAE-BF5A-486C-A8C5-ECC9F3942E4B}">
                  <a14:imgProps xmlns:a14="http://schemas.microsoft.com/office/drawing/2010/main">
                    <a14:imgLayer r:embed="rId2">
                      <a14:imgEffect>
                        <a14:brightnessContrast contrast="40000"/>
                      </a14:imgEffect>
                      <a14:imgEffect>
                        <a14:saturation sat="400000"/>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1" y="-2"/>
              <a:ext cx="12191999" cy="6858000"/>
            </a:xfrm>
            <a:prstGeom prst="rect">
              <a:avLst/>
            </a:prstGeom>
          </p:spPr>
        </p:pic>
        <p:sp>
          <p:nvSpPr>
            <p:cNvPr id="78" name="矩形 77"/>
            <p:cNvSpPr/>
            <p:nvPr/>
          </p:nvSpPr>
          <p:spPr>
            <a:xfrm>
              <a:off x="250371" y="267786"/>
              <a:ext cx="11691258" cy="632242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lumMod val="75000"/>
                    <a:lumOff val="25000"/>
                  </a:schemeClr>
                </a:solidFill>
                <a:latin typeface="思源黑体" panose="020B0500000000000000" pitchFamily="34" charset="-122"/>
                <a:ea typeface="思源黑体" panose="020B0500000000000000" pitchFamily="34" charset="-122"/>
              </a:endParaRPr>
            </a:p>
          </p:txBody>
        </p:sp>
      </p:grpSp>
      <p:grpSp>
        <p:nvGrpSpPr>
          <p:cNvPr id="6" name="组合 5"/>
          <p:cNvGrpSpPr/>
          <p:nvPr/>
        </p:nvGrpSpPr>
        <p:grpSpPr>
          <a:xfrm>
            <a:off x="942702" y="876582"/>
            <a:ext cx="2483440" cy="677108"/>
            <a:chOff x="250371" y="432445"/>
            <a:chExt cx="2483440" cy="677108"/>
          </a:xfrm>
        </p:grpSpPr>
        <p:sp>
          <p:nvSpPr>
            <p:cNvPr id="58" name="1"/>
            <p:cNvSpPr/>
            <p:nvPr/>
          </p:nvSpPr>
          <p:spPr>
            <a:xfrm flipV="1">
              <a:off x="250371" y="503428"/>
              <a:ext cx="144000" cy="527747"/>
            </a:xfrm>
            <a:prstGeom prst="rect">
              <a:avLst/>
            </a:prstGeom>
            <a:solidFill>
              <a:srgbClr val="587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panose="020B0500000000000000" pitchFamily="34" charset="-122"/>
                <a:ea typeface="思源黑体" panose="020B0500000000000000" pitchFamily="34" charset="-122"/>
              </a:endParaRPr>
            </a:p>
          </p:txBody>
        </p:sp>
        <p:sp>
          <p:nvSpPr>
            <p:cNvPr id="63" name="文本框 62"/>
            <p:cNvSpPr txBox="1"/>
            <p:nvPr/>
          </p:nvSpPr>
          <p:spPr>
            <a:xfrm>
              <a:off x="468735" y="432445"/>
              <a:ext cx="2265076" cy="523220"/>
            </a:xfrm>
            <a:prstGeom prst="rect">
              <a:avLst/>
            </a:prstGeom>
            <a:noFill/>
          </p:spPr>
          <p:txBody>
            <a:bodyPr wrap="square" rtlCol="0">
              <a:spAutoFit/>
            </a:bodyPr>
            <a:lstStyle/>
            <a:p>
              <a:r>
                <a:rPr lang="en-US" altLang="zh-CN" sz="2800" b="1" dirty="0">
                  <a:solidFill>
                    <a:srgbClr val="2E5596"/>
                  </a:solidFill>
                  <a:latin typeface="思源黑体" panose="020B0500000000000000" pitchFamily="34" charset="-122"/>
                  <a:ea typeface="思源黑体" panose="020B0500000000000000" pitchFamily="34" charset="-122"/>
                </a:rPr>
                <a:t>04/</a:t>
              </a:r>
              <a:r>
                <a:rPr lang="zh-CN" altLang="en-US" sz="2800" b="1" dirty="0">
                  <a:solidFill>
                    <a:srgbClr val="2E5596"/>
                  </a:solidFill>
                  <a:latin typeface="思源黑体" panose="020B0500000000000000" pitchFamily="34" charset="-122"/>
                  <a:ea typeface="思源黑体" panose="020B0500000000000000" pitchFamily="34" charset="-122"/>
                </a:rPr>
                <a:t>工作不足</a:t>
              </a:r>
              <a:endParaRPr lang="zh-CN" altLang="en-US" sz="2800" b="1" dirty="0">
                <a:solidFill>
                  <a:srgbClr val="2E5596"/>
                </a:solidFill>
                <a:latin typeface="思源黑体" panose="020B0500000000000000" pitchFamily="34" charset="-122"/>
                <a:ea typeface="思源黑体" panose="020B0500000000000000" pitchFamily="34" charset="-122"/>
              </a:endParaRPr>
            </a:p>
          </p:txBody>
        </p:sp>
        <p:sp>
          <p:nvSpPr>
            <p:cNvPr id="64" name="文本框 63"/>
            <p:cNvSpPr txBox="1"/>
            <p:nvPr/>
          </p:nvSpPr>
          <p:spPr>
            <a:xfrm>
              <a:off x="468735" y="801776"/>
              <a:ext cx="2265076" cy="307777"/>
            </a:xfrm>
            <a:prstGeom prst="rect">
              <a:avLst/>
            </a:prstGeom>
            <a:noFill/>
          </p:spPr>
          <p:txBody>
            <a:bodyPr wrap="square" rtlCol="0">
              <a:spAutoFit/>
            </a:bodyPr>
            <a:lstStyle/>
            <a:p>
              <a:r>
                <a:rPr lang="en-US" altLang="zh-CN" sz="1400" dirty="0">
                  <a:solidFill>
                    <a:schemeClr val="tx1">
                      <a:lumMod val="65000"/>
                      <a:lumOff val="35000"/>
                    </a:schemeClr>
                  </a:solidFill>
                  <a:latin typeface="思源黑体" panose="020B0500000000000000" pitchFamily="34" charset="-122"/>
                  <a:ea typeface="思源黑体" panose="020B0500000000000000" pitchFamily="34" charset="-122"/>
                </a:rPr>
                <a:t>Mid year work summary</a:t>
              </a:r>
              <a:endParaRPr lang="en-US" altLang="zh-CN" sz="1400" dirty="0">
                <a:solidFill>
                  <a:schemeClr val="tx1">
                    <a:lumMod val="65000"/>
                    <a:lumOff val="35000"/>
                  </a:schemeClr>
                </a:solidFill>
                <a:latin typeface="思源黑体" panose="020B0500000000000000" pitchFamily="34" charset="-122"/>
                <a:ea typeface="思源黑体" panose="020B0500000000000000" pitchFamily="34" charset="-122"/>
              </a:endParaRPr>
            </a:p>
          </p:txBody>
        </p:sp>
      </p:grpSp>
      <p:grpSp>
        <p:nvGrpSpPr>
          <p:cNvPr id="12" name="组合 11"/>
          <p:cNvGrpSpPr/>
          <p:nvPr/>
        </p:nvGrpSpPr>
        <p:grpSpPr>
          <a:xfrm>
            <a:off x="5457146" y="1881267"/>
            <a:ext cx="4607090" cy="1727660"/>
            <a:chOff x="5457146" y="1881267"/>
            <a:chExt cx="4607090" cy="1727660"/>
          </a:xfrm>
        </p:grpSpPr>
        <p:sp>
          <p:nvSpPr>
            <p:cNvPr id="49" name="圆角矩形 7"/>
            <p:cNvSpPr/>
            <p:nvPr/>
          </p:nvSpPr>
          <p:spPr>
            <a:xfrm>
              <a:off x="5457146" y="2121221"/>
              <a:ext cx="4607090" cy="1487706"/>
            </a:xfrm>
            <a:prstGeom prst="roundRect">
              <a:avLst>
                <a:gd name="adj" fmla="val 3888"/>
              </a:avLst>
            </a:prstGeom>
            <a:noFill/>
            <a:ln w="12700">
              <a:solidFill>
                <a:schemeClr val="bg1">
                  <a:lumMod val="75000"/>
                </a:schemeClr>
              </a:solidFill>
            </a:ln>
            <a:effectLst>
              <a:outerShdw blurRad="25400" dist="25400" dir="8100000" algn="tr" rotWithShape="0">
                <a:schemeClr val="bg1">
                  <a:alpha val="6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50" name="圆角矩形 9"/>
            <p:cNvSpPr/>
            <p:nvPr/>
          </p:nvSpPr>
          <p:spPr>
            <a:xfrm>
              <a:off x="6129013" y="1881267"/>
              <a:ext cx="3263355" cy="479905"/>
            </a:xfrm>
            <a:prstGeom prst="roundRect">
              <a:avLst/>
            </a:prstGeom>
            <a:solidFill>
              <a:srgbClr val="2E5596"/>
            </a:solidFill>
            <a:ln>
              <a:noFill/>
            </a:ln>
            <a:effectLst>
              <a:outerShdw blurRad="1905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r>
                <a:rPr lang="zh-CN" altLang="en-US" sz="1865" b="1" dirty="0">
                  <a:latin typeface="思源黑体" panose="020B0500000000000000" pitchFamily="34" charset="-122"/>
                  <a:ea typeface="思源黑体" panose="020B0500000000000000" pitchFamily="34" charset="-122"/>
                  <a:sym typeface="思源黑体" panose="020B0500000000000000" pitchFamily="34" charset="-122"/>
                </a:rPr>
                <a:t>改进之处</a:t>
              </a:r>
              <a:endParaRPr lang="zh-CN" altLang="en-US" sz="1865" b="1"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53" name="Rectangle 12"/>
            <p:cNvSpPr/>
            <p:nvPr/>
          </p:nvSpPr>
          <p:spPr>
            <a:xfrm>
              <a:off x="5633900" y="2508074"/>
              <a:ext cx="4142393" cy="884858"/>
            </a:xfrm>
            <a:prstGeom prst="rect">
              <a:avLst/>
            </a:prstGeom>
          </p:spPr>
          <p:txBody>
            <a:bodyPr wrap="square">
              <a:spAutoFit/>
            </a:bodyPr>
            <a:lstStyle/>
            <a:p>
              <a:pPr algn="ctr">
                <a:lnSpc>
                  <a:spcPct val="150000"/>
                </a:lnSpc>
                <a:spcAft>
                  <a:spcPts val="600"/>
                </a:spcAft>
                <a:defRPr/>
              </a:pPr>
              <a:r>
                <a:rPr lang="zh-CN" altLang="en-US" sz="12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您的内容打在这里，或者通过复制您的文本后，在此框中选择粘贴，并选择只保留文字。您的内容打在这里或者通过复制您的文本后</a:t>
              </a:r>
              <a:endParaRPr lang="zh-CN" altLang="en-US" sz="12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grpSp>
        <p:nvGrpSpPr>
          <p:cNvPr id="11" name="组合 10"/>
          <p:cNvGrpSpPr/>
          <p:nvPr/>
        </p:nvGrpSpPr>
        <p:grpSpPr>
          <a:xfrm>
            <a:off x="5457146" y="4088830"/>
            <a:ext cx="4607090" cy="1730455"/>
            <a:chOff x="5457146" y="4088830"/>
            <a:chExt cx="4607090" cy="1730455"/>
          </a:xfrm>
        </p:grpSpPr>
        <p:sp>
          <p:nvSpPr>
            <p:cNvPr id="51" name="圆角矩形 10"/>
            <p:cNvSpPr/>
            <p:nvPr/>
          </p:nvSpPr>
          <p:spPr>
            <a:xfrm>
              <a:off x="5457146" y="4331579"/>
              <a:ext cx="4607090" cy="1487706"/>
            </a:xfrm>
            <a:prstGeom prst="roundRect">
              <a:avLst>
                <a:gd name="adj" fmla="val 6016"/>
              </a:avLst>
            </a:prstGeom>
            <a:noFill/>
            <a:ln w="12700">
              <a:solidFill>
                <a:schemeClr val="bg1">
                  <a:lumMod val="75000"/>
                </a:schemeClr>
              </a:solidFill>
            </a:ln>
            <a:effectLst>
              <a:outerShdw blurRad="25400" dist="25400" dir="8100000" algn="tr" rotWithShape="0">
                <a:schemeClr val="bg1">
                  <a:alpha val="6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52" name="圆角矩形 11"/>
            <p:cNvSpPr/>
            <p:nvPr/>
          </p:nvSpPr>
          <p:spPr>
            <a:xfrm>
              <a:off x="6129013" y="4088830"/>
              <a:ext cx="3263355" cy="479905"/>
            </a:xfrm>
            <a:prstGeom prst="roundRect">
              <a:avLst/>
            </a:prstGeom>
            <a:solidFill>
              <a:srgbClr val="587DB8"/>
            </a:solidFill>
            <a:ln>
              <a:noFill/>
            </a:ln>
            <a:effectLst>
              <a:outerShdw blurRad="1905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r>
                <a:rPr lang="zh-CN" altLang="en-US" sz="1865" b="1" dirty="0">
                  <a:latin typeface="思源黑体" panose="020B0500000000000000" pitchFamily="34" charset="-122"/>
                  <a:ea typeface="思源黑体" panose="020B0500000000000000" pitchFamily="34" charset="-122"/>
                  <a:sym typeface="思源黑体" panose="020B0500000000000000" pitchFamily="34" charset="-122"/>
                </a:rPr>
                <a:t>改进之处</a:t>
              </a:r>
              <a:endParaRPr lang="zh-CN" altLang="en-US" sz="1865" b="1" dirty="0">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54" name="Rectangle 12"/>
            <p:cNvSpPr/>
            <p:nvPr/>
          </p:nvSpPr>
          <p:spPr>
            <a:xfrm>
              <a:off x="5633900" y="4702942"/>
              <a:ext cx="4142393" cy="884858"/>
            </a:xfrm>
            <a:prstGeom prst="rect">
              <a:avLst/>
            </a:prstGeom>
          </p:spPr>
          <p:txBody>
            <a:bodyPr wrap="square">
              <a:spAutoFit/>
            </a:bodyPr>
            <a:lstStyle/>
            <a:p>
              <a:pPr algn="ctr">
                <a:lnSpc>
                  <a:spcPct val="150000"/>
                </a:lnSpc>
                <a:spcAft>
                  <a:spcPts val="600"/>
                </a:spcAft>
              </a:pPr>
              <a:r>
                <a:rPr lang="zh-CN" altLang="en-US" sz="12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rPr>
                <a:t>您的内容打在这里，或者通过复制您的文本后，在此框中选择粘贴，并选择只保留文字。您的内容打在这里或者通过复制您的文本后</a:t>
              </a:r>
              <a:endParaRPr lang="zh-CN" altLang="en-US" sz="1200" dirty="0">
                <a:solidFill>
                  <a:schemeClr val="tx1">
                    <a:lumMod val="50000"/>
                    <a:lumOff val="50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pic>
        <p:nvPicPr>
          <p:cNvPr id="10" name="图片 9"/>
          <p:cNvPicPr>
            <a:picLocks noChangeAspect="1"/>
          </p:cNvPicPr>
          <p:nvPr/>
        </p:nvPicPr>
        <p:blipFill rotWithShape="1">
          <a:blip r:embed="rId3" cstate="print">
            <a:extLst>
              <a:ext uri="{28A0092B-C50C-407E-A947-70E740481C1C}">
                <a14:useLocalDpi xmlns:a14="http://schemas.microsoft.com/office/drawing/2010/main" val="0"/>
              </a:ext>
            </a:extLst>
          </a:blip>
          <a:srcRect l="17887" r="16181"/>
          <a:stretch>
            <a:fillRect/>
          </a:stretch>
        </p:blipFill>
        <p:spPr>
          <a:xfrm>
            <a:off x="1558015" y="2143936"/>
            <a:ext cx="3263355" cy="3299684"/>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down)">
                                      <p:cBhvr>
                                        <p:cTn id="12" dur="500"/>
                                        <p:tgtEl>
                                          <p:spTgt spid="10"/>
                                        </p:tgtEl>
                                      </p:cBhvr>
                                    </p:animEffect>
                                  </p:childTnLst>
                                </p:cTn>
                              </p:par>
                            </p:childTnLst>
                          </p:cTn>
                        </p:par>
                        <p:par>
                          <p:cTn id="13" fill="hold">
                            <p:stCondLst>
                              <p:cond delay="500"/>
                            </p:stCondLst>
                            <p:childTnLst>
                              <p:par>
                                <p:cTn id="14" presetID="53" presetClass="entr" presetSubtype="16" fill="hold" nodeType="afterEffect">
                                  <p:stCondLst>
                                    <p:cond delay="0"/>
                                  </p:stCondLst>
                                  <p:childTnLst>
                                    <p:set>
                                      <p:cBhvr>
                                        <p:cTn id="15" dur="1" fill="hold">
                                          <p:stCondLst>
                                            <p:cond delay="0"/>
                                          </p:stCondLst>
                                        </p:cTn>
                                        <p:tgtEl>
                                          <p:spTgt spid="12"/>
                                        </p:tgtEl>
                                        <p:attrNameLst>
                                          <p:attrName>style.visibility</p:attrName>
                                        </p:attrNameLst>
                                      </p:cBhvr>
                                      <p:to>
                                        <p:strVal val="visible"/>
                                      </p:to>
                                    </p:set>
                                    <p:anim calcmode="lin" valueType="num">
                                      <p:cBhvr>
                                        <p:cTn id="16" dur="500" fill="hold"/>
                                        <p:tgtEl>
                                          <p:spTgt spid="12"/>
                                        </p:tgtEl>
                                        <p:attrNameLst>
                                          <p:attrName>ppt_w</p:attrName>
                                        </p:attrNameLst>
                                      </p:cBhvr>
                                      <p:tavLst>
                                        <p:tav tm="0">
                                          <p:val>
                                            <p:fltVal val="0"/>
                                          </p:val>
                                        </p:tav>
                                        <p:tav tm="100000">
                                          <p:val>
                                            <p:strVal val="#ppt_w"/>
                                          </p:val>
                                        </p:tav>
                                      </p:tavLst>
                                    </p:anim>
                                    <p:anim calcmode="lin" valueType="num">
                                      <p:cBhvr>
                                        <p:cTn id="17" dur="500" fill="hold"/>
                                        <p:tgtEl>
                                          <p:spTgt spid="12"/>
                                        </p:tgtEl>
                                        <p:attrNameLst>
                                          <p:attrName>ppt_h</p:attrName>
                                        </p:attrNameLst>
                                      </p:cBhvr>
                                      <p:tavLst>
                                        <p:tav tm="0">
                                          <p:val>
                                            <p:fltVal val="0"/>
                                          </p:val>
                                        </p:tav>
                                        <p:tav tm="100000">
                                          <p:val>
                                            <p:strVal val="#ppt_h"/>
                                          </p:val>
                                        </p:tav>
                                      </p:tavLst>
                                    </p:anim>
                                    <p:animEffect transition="in" filter="fade">
                                      <p:cBhvr>
                                        <p:cTn id="18" dur="500"/>
                                        <p:tgtEl>
                                          <p:spTgt spid="12"/>
                                        </p:tgtEl>
                                      </p:cBhvr>
                                    </p:animEffect>
                                  </p:childTnLst>
                                </p:cTn>
                              </p:par>
                            </p:childTnLst>
                          </p:cTn>
                        </p:par>
                        <p:par>
                          <p:cTn id="19" fill="hold">
                            <p:stCondLst>
                              <p:cond delay="1000"/>
                            </p:stCondLst>
                            <p:childTnLst>
                              <p:par>
                                <p:cTn id="20" presetID="53" presetClass="entr" presetSubtype="16" fill="hold" nodeType="afterEffect">
                                  <p:stCondLst>
                                    <p:cond delay="0"/>
                                  </p:stCondLst>
                                  <p:childTnLst>
                                    <p:set>
                                      <p:cBhvr>
                                        <p:cTn id="21" dur="1" fill="hold">
                                          <p:stCondLst>
                                            <p:cond delay="0"/>
                                          </p:stCondLst>
                                        </p:cTn>
                                        <p:tgtEl>
                                          <p:spTgt spid="11"/>
                                        </p:tgtEl>
                                        <p:attrNameLst>
                                          <p:attrName>style.visibility</p:attrName>
                                        </p:attrNameLst>
                                      </p:cBhvr>
                                      <p:to>
                                        <p:strVal val="visible"/>
                                      </p:to>
                                    </p:set>
                                    <p:anim calcmode="lin" valueType="num">
                                      <p:cBhvr>
                                        <p:cTn id="22" dur="500" fill="hold"/>
                                        <p:tgtEl>
                                          <p:spTgt spid="11"/>
                                        </p:tgtEl>
                                        <p:attrNameLst>
                                          <p:attrName>ppt_w</p:attrName>
                                        </p:attrNameLst>
                                      </p:cBhvr>
                                      <p:tavLst>
                                        <p:tav tm="0">
                                          <p:val>
                                            <p:fltVal val="0"/>
                                          </p:val>
                                        </p:tav>
                                        <p:tav tm="100000">
                                          <p:val>
                                            <p:strVal val="#ppt_w"/>
                                          </p:val>
                                        </p:tav>
                                      </p:tavLst>
                                    </p:anim>
                                    <p:anim calcmode="lin" valueType="num">
                                      <p:cBhvr>
                                        <p:cTn id="23" dur="500" fill="hold"/>
                                        <p:tgtEl>
                                          <p:spTgt spid="11"/>
                                        </p:tgtEl>
                                        <p:attrNameLst>
                                          <p:attrName>ppt_h</p:attrName>
                                        </p:attrNameLst>
                                      </p:cBhvr>
                                      <p:tavLst>
                                        <p:tav tm="0">
                                          <p:val>
                                            <p:fltVal val="0"/>
                                          </p:val>
                                        </p:tav>
                                        <p:tav tm="100000">
                                          <p:val>
                                            <p:strVal val="#ppt_h"/>
                                          </p:val>
                                        </p:tav>
                                      </p:tavLst>
                                    </p:anim>
                                    <p:animEffect transition="in" filter="fade">
                                      <p:cBhvr>
                                        <p:cTn id="24"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6" name="组合 75"/>
          <p:cNvGrpSpPr/>
          <p:nvPr/>
        </p:nvGrpSpPr>
        <p:grpSpPr>
          <a:xfrm>
            <a:off x="1" y="-2"/>
            <a:ext cx="12191999" cy="6858000"/>
            <a:chOff x="1" y="-2"/>
            <a:chExt cx="12191999" cy="6858000"/>
          </a:xfrm>
        </p:grpSpPr>
        <p:pic>
          <p:nvPicPr>
            <p:cNvPr id="77" name="图片 76"/>
            <p:cNvPicPr>
              <a:picLocks noChangeAspect="1"/>
            </p:cNvPicPr>
            <p:nvPr/>
          </p:nvPicPr>
          <p:blipFill>
            <a:blip r:embed="rId1">
              <a:extLst>
                <a:ext uri="{BEBA8EAE-BF5A-486C-A8C5-ECC9F3942E4B}">
                  <a14:imgProps xmlns:a14="http://schemas.microsoft.com/office/drawing/2010/main">
                    <a14:imgLayer r:embed="rId2">
                      <a14:imgEffect>
                        <a14:brightnessContrast contrast="40000"/>
                      </a14:imgEffect>
                      <a14:imgEffect>
                        <a14:saturation sat="400000"/>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1" y="-2"/>
              <a:ext cx="12191999" cy="6858000"/>
            </a:xfrm>
            <a:prstGeom prst="rect">
              <a:avLst/>
            </a:prstGeom>
          </p:spPr>
        </p:pic>
        <p:sp>
          <p:nvSpPr>
            <p:cNvPr id="78" name="矩形 77"/>
            <p:cNvSpPr/>
            <p:nvPr/>
          </p:nvSpPr>
          <p:spPr>
            <a:xfrm>
              <a:off x="250371" y="267786"/>
              <a:ext cx="11691258" cy="632242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lumMod val="75000"/>
                    <a:lumOff val="25000"/>
                  </a:schemeClr>
                </a:solidFill>
                <a:latin typeface="思源黑体" panose="020B0500000000000000" pitchFamily="34" charset="-122"/>
                <a:ea typeface="思源黑体" panose="020B0500000000000000" pitchFamily="34" charset="-122"/>
              </a:endParaRPr>
            </a:p>
          </p:txBody>
        </p:sp>
      </p:grpSp>
      <p:grpSp>
        <p:nvGrpSpPr>
          <p:cNvPr id="6" name="组合 5"/>
          <p:cNvGrpSpPr/>
          <p:nvPr/>
        </p:nvGrpSpPr>
        <p:grpSpPr>
          <a:xfrm>
            <a:off x="942702" y="876582"/>
            <a:ext cx="2483440" cy="677108"/>
            <a:chOff x="250371" y="432445"/>
            <a:chExt cx="2483440" cy="677108"/>
          </a:xfrm>
        </p:grpSpPr>
        <p:sp>
          <p:nvSpPr>
            <p:cNvPr id="58" name="1"/>
            <p:cNvSpPr/>
            <p:nvPr/>
          </p:nvSpPr>
          <p:spPr>
            <a:xfrm flipV="1">
              <a:off x="250371" y="503428"/>
              <a:ext cx="144000" cy="527747"/>
            </a:xfrm>
            <a:prstGeom prst="rect">
              <a:avLst/>
            </a:prstGeom>
            <a:solidFill>
              <a:srgbClr val="587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panose="020B0500000000000000" pitchFamily="34" charset="-122"/>
                <a:ea typeface="思源黑体" panose="020B0500000000000000" pitchFamily="34" charset="-122"/>
              </a:endParaRPr>
            </a:p>
          </p:txBody>
        </p:sp>
        <p:sp>
          <p:nvSpPr>
            <p:cNvPr id="63" name="文本框 62"/>
            <p:cNvSpPr txBox="1"/>
            <p:nvPr/>
          </p:nvSpPr>
          <p:spPr>
            <a:xfrm>
              <a:off x="468735" y="432445"/>
              <a:ext cx="2265076" cy="523220"/>
            </a:xfrm>
            <a:prstGeom prst="rect">
              <a:avLst/>
            </a:prstGeom>
            <a:noFill/>
          </p:spPr>
          <p:txBody>
            <a:bodyPr wrap="square" rtlCol="0">
              <a:spAutoFit/>
            </a:bodyPr>
            <a:lstStyle/>
            <a:p>
              <a:r>
                <a:rPr lang="en-US" altLang="zh-CN" sz="2800" b="1" dirty="0">
                  <a:solidFill>
                    <a:srgbClr val="2E5596"/>
                  </a:solidFill>
                  <a:latin typeface="思源黑体" panose="020B0500000000000000" pitchFamily="34" charset="-122"/>
                  <a:ea typeface="思源黑体" panose="020B0500000000000000" pitchFamily="34" charset="-122"/>
                </a:rPr>
                <a:t>04/</a:t>
              </a:r>
              <a:r>
                <a:rPr lang="zh-CN" altLang="en-US" sz="2800" b="1" dirty="0">
                  <a:solidFill>
                    <a:srgbClr val="2E5596"/>
                  </a:solidFill>
                  <a:latin typeface="思源黑体" panose="020B0500000000000000" pitchFamily="34" charset="-122"/>
                  <a:ea typeface="思源黑体" panose="020B0500000000000000" pitchFamily="34" charset="-122"/>
                </a:rPr>
                <a:t>工作不足</a:t>
              </a:r>
              <a:endParaRPr lang="zh-CN" altLang="en-US" sz="2800" b="1" dirty="0">
                <a:solidFill>
                  <a:srgbClr val="2E5596"/>
                </a:solidFill>
                <a:latin typeface="思源黑体" panose="020B0500000000000000" pitchFamily="34" charset="-122"/>
                <a:ea typeface="思源黑体" panose="020B0500000000000000" pitchFamily="34" charset="-122"/>
              </a:endParaRPr>
            </a:p>
          </p:txBody>
        </p:sp>
        <p:sp>
          <p:nvSpPr>
            <p:cNvPr id="64" name="文本框 63"/>
            <p:cNvSpPr txBox="1"/>
            <p:nvPr/>
          </p:nvSpPr>
          <p:spPr>
            <a:xfrm>
              <a:off x="468735" y="801776"/>
              <a:ext cx="2265076" cy="307777"/>
            </a:xfrm>
            <a:prstGeom prst="rect">
              <a:avLst/>
            </a:prstGeom>
            <a:noFill/>
          </p:spPr>
          <p:txBody>
            <a:bodyPr wrap="square" rtlCol="0">
              <a:spAutoFit/>
            </a:bodyPr>
            <a:lstStyle/>
            <a:p>
              <a:r>
                <a:rPr lang="en-US" altLang="zh-CN" sz="1400" dirty="0">
                  <a:solidFill>
                    <a:schemeClr val="tx1">
                      <a:lumMod val="65000"/>
                      <a:lumOff val="35000"/>
                    </a:schemeClr>
                  </a:solidFill>
                  <a:latin typeface="思源黑体" panose="020B0500000000000000" pitchFamily="34" charset="-122"/>
                  <a:ea typeface="思源黑体" panose="020B0500000000000000" pitchFamily="34" charset="-122"/>
                </a:rPr>
                <a:t>Mid year work summary</a:t>
              </a:r>
              <a:endParaRPr lang="en-US" altLang="zh-CN" sz="1400" dirty="0">
                <a:solidFill>
                  <a:schemeClr val="tx1">
                    <a:lumMod val="65000"/>
                    <a:lumOff val="35000"/>
                  </a:schemeClr>
                </a:solidFill>
                <a:latin typeface="思源黑体" panose="020B0500000000000000" pitchFamily="34" charset="-122"/>
                <a:ea typeface="思源黑体" panose="020B0500000000000000" pitchFamily="34" charset="-122"/>
              </a:endParaRPr>
            </a:p>
          </p:txBody>
        </p:sp>
      </p:grpSp>
      <p:sp>
        <p:nvSpPr>
          <p:cNvPr id="46" name="矩形 45"/>
          <p:cNvSpPr>
            <a:spLocks noChangeArrowheads="1"/>
          </p:cNvSpPr>
          <p:nvPr/>
        </p:nvSpPr>
        <p:spPr bwMode="auto">
          <a:xfrm>
            <a:off x="5232005" y="1836387"/>
            <a:ext cx="1702971" cy="593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10549" tIns="55273" rIns="110549" bIns="55273">
            <a:spAutoFit/>
          </a:bodyPr>
          <a:lstStyle>
            <a:lvl1pPr>
              <a:spcBef>
                <a:spcPct val="20000"/>
              </a:spcBef>
              <a:buFont typeface="Arial" panose="020B0604020202090204" pitchFamily="34" charset="0"/>
              <a:buChar char="•"/>
              <a:defRPr sz="3200">
                <a:solidFill>
                  <a:schemeClr val="tx1"/>
                </a:solidFill>
                <a:latin typeface="微软雅黑" charset="-122"/>
                <a:ea typeface="微软雅黑" charset="-122"/>
                <a:sym typeface="Calibri" panose="020F0502020204030204" pitchFamily="34" charset="0"/>
              </a:defRPr>
            </a:lvl1pPr>
            <a:lvl2pPr marL="742950" indent="-285750">
              <a:spcBef>
                <a:spcPct val="20000"/>
              </a:spcBef>
              <a:buFont typeface="Arial" panose="020B0604020202090204" pitchFamily="34" charset="0"/>
              <a:buChar char="–"/>
              <a:defRPr sz="2800">
                <a:solidFill>
                  <a:schemeClr val="tx1"/>
                </a:solidFill>
                <a:latin typeface="微软雅黑" charset="-122"/>
                <a:ea typeface="微软雅黑" charset="-122"/>
                <a:sym typeface="Calibri" panose="020F0502020204030204" pitchFamily="34" charset="0"/>
              </a:defRPr>
            </a:lvl2pPr>
            <a:lvl3pPr marL="1143000" indent="-228600">
              <a:spcBef>
                <a:spcPct val="20000"/>
              </a:spcBef>
              <a:buFont typeface="Arial" panose="020B0604020202090204" pitchFamily="34" charset="0"/>
              <a:buChar char="•"/>
              <a:defRPr sz="2400">
                <a:solidFill>
                  <a:schemeClr val="tx1"/>
                </a:solidFill>
                <a:latin typeface="微软雅黑" charset="-122"/>
                <a:ea typeface="微软雅黑" charset="-122"/>
                <a:sym typeface="Calibri" panose="020F0502020204030204" pitchFamily="34" charset="0"/>
              </a:defRPr>
            </a:lvl3pPr>
            <a:lvl4pPr marL="1600200" indent="-228600">
              <a:spcBef>
                <a:spcPct val="20000"/>
              </a:spcBef>
              <a:buFont typeface="Arial" panose="020B0604020202090204" pitchFamily="34" charset="0"/>
              <a:buChar char="–"/>
              <a:defRPr sz="2000">
                <a:solidFill>
                  <a:schemeClr val="tx1"/>
                </a:solidFill>
                <a:latin typeface="微软雅黑" charset="-122"/>
                <a:ea typeface="微软雅黑" charset="-122"/>
                <a:sym typeface="Calibri" panose="020F0502020204030204" pitchFamily="34" charset="0"/>
              </a:defRPr>
            </a:lvl4pPr>
            <a:lvl5pPr marL="2057400" indent="-228600">
              <a:spcBef>
                <a:spcPct val="20000"/>
              </a:spcBef>
              <a:buFont typeface="Arial" panose="020B0604020202090204" pitchFamily="34" charset="0"/>
              <a:buChar char="»"/>
              <a:defRPr sz="2000">
                <a:solidFill>
                  <a:schemeClr val="tx1"/>
                </a:solidFill>
                <a:latin typeface="微软雅黑" charset="-122"/>
                <a:ea typeface="微软雅黑" charset="-122"/>
                <a:sym typeface="Calibri" panose="020F0502020204030204" pitchFamily="34" charset="0"/>
              </a:defRPr>
            </a:lvl5pPr>
            <a:lvl6pPr marL="2514600" indent="-228600" eaLnBrk="0" fontAlgn="base" hangingPunct="0">
              <a:spcBef>
                <a:spcPct val="20000"/>
              </a:spcBef>
              <a:spcAft>
                <a:spcPct val="0"/>
              </a:spcAft>
              <a:buFont typeface="Arial" panose="020B0604020202090204" pitchFamily="34" charset="0"/>
              <a:buChar char="»"/>
              <a:defRPr sz="2000">
                <a:solidFill>
                  <a:schemeClr val="tx1"/>
                </a:solidFill>
                <a:latin typeface="微软雅黑" charset="-122"/>
                <a:ea typeface="微软雅黑" charset="-122"/>
                <a:sym typeface="Calibri" panose="020F0502020204030204" pitchFamily="34" charset="0"/>
              </a:defRPr>
            </a:lvl6pPr>
            <a:lvl7pPr marL="2971800" indent="-228600" eaLnBrk="0" fontAlgn="base" hangingPunct="0">
              <a:spcBef>
                <a:spcPct val="20000"/>
              </a:spcBef>
              <a:spcAft>
                <a:spcPct val="0"/>
              </a:spcAft>
              <a:buFont typeface="Arial" panose="020B0604020202090204" pitchFamily="34" charset="0"/>
              <a:buChar char="»"/>
              <a:defRPr sz="2000">
                <a:solidFill>
                  <a:schemeClr val="tx1"/>
                </a:solidFill>
                <a:latin typeface="微软雅黑" charset="-122"/>
                <a:ea typeface="微软雅黑" charset="-122"/>
                <a:sym typeface="Calibri" panose="020F0502020204030204" pitchFamily="34" charset="0"/>
              </a:defRPr>
            </a:lvl7pPr>
            <a:lvl8pPr marL="3429000" indent="-228600" eaLnBrk="0" fontAlgn="base" hangingPunct="0">
              <a:spcBef>
                <a:spcPct val="20000"/>
              </a:spcBef>
              <a:spcAft>
                <a:spcPct val="0"/>
              </a:spcAft>
              <a:buFont typeface="Arial" panose="020B0604020202090204" pitchFamily="34" charset="0"/>
              <a:buChar char="»"/>
              <a:defRPr sz="2000">
                <a:solidFill>
                  <a:schemeClr val="tx1"/>
                </a:solidFill>
                <a:latin typeface="微软雅黑" charset="-122"/>
                <a:ea typeface="微软雅黑" charset="-122"/>
                <a:sym typeface="Calibri" panose="020F0502020204030204" pitchFamily="34" charset="0"/>
              </a:defRPr>
            </a:lvl8pPr>
            <a:lvl9pPr marL="3886200" indent="-228600" eaLnBrk="0" fontAlgn="base" hangingPunct="0">
              <a:spcBef>
                <a:spcPct val="20000"/>
              </a:spcBef>
              <a:spcAft>
                <a:spcPct val="0"/>
              </a:spcAft>
              <a:buFont typeface="Arial" panose="020B0604020202090204" pitchFamily="34" charset="0"/>
              <a:buChar char="»"/>
              <a:defRPr sz="2000">
                <a:solidFill>
                  <a:schemeClr val="tx1"/>
                </a:solidFill>
                <a:latin typeface="微软雅黑" charset="-122"/>
                <a:ea typeface="微软雅黑" charset="-122"/>
                <a:sym typeface="Calibri" panose="020F0502020204030204" pitchFamily="34" charset="0"/>
              </a:defRPr>
            </a:lvl9pPr>
          </a:lstStyle>
          <a:p>
            <a:pPr algn="ctr">
              <a:lnSpc>
                <a:spcPct val="130000"/>
              </a:lnSpc>
              <a:spcBef>
                <a:spcPct val="0"/>
              </a:spcBef>
              <a:buNone/>
              <a:defRPr/>
            </a:pPr>
            <a:r>
              <a:rPr lang="zh-CN" altLang="en-US" sz="2665" b="1" kern="0" dirty="0">
                <a:solidFill>
                  <a:schemeClr val="tx1">
                    <a:lumMod val="85000"/>
                    <a:lumOff val="15000"/>
                  </a:schemeClr>
                </a:solidFill>
                <a:latin typeface="思源黑体" panose="020B0500000000000000" pitchFamily="34" charset="-122"/>
                <a:ea typeface="思源黑体" panose="020B0500000000000000" pitchFamily="34" charset="-122"/>
                <a:cs typeface="+mn-ea"/>
                <a:sym typeface="思源黑体" panose="020B0500000000000000" pitchFamily="34" charset="-122"/>
              </a:rPr>
              <a:t>原因分析</a:t>
            </a:r>
            <a:endParaRPr lang="zh-CN" altLang="en-US" sz="2665" b="1" kern="0" dirty="0">
              <a:solidFill>
                <a:schemeClr val="tx1">
                  <a:lumMod val="85000"/>
                  <a:lumOff val="15000"/>
                </a:schemeClr>
              </a:solidFill>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grpSp>
        <p:nvGrpSpPr>
          <p:cNvPr id="47" name="组合 35"/>
          <p:cNvGrpSpPr/>
          <p:nvPr/>
        </p:nvGrpSpPr>
        <p:grpSpPr>
          <a:xfrm>
            <a:off x="2259830" y="2506196"/>
            <a:ext cx="7909992" cy="2669685"/>
            <a:chOff x="1732987" y="1572178"/>
            <a:chExt cx="5935356" cy="2002882"/>
          </a:xfrm>
          <a:effectLst>
            <a:outerShdw blurRad="101600" dist="38100" dir="2700000" algn="tl" rotWithShape="0">
              <a:prstClr val="black">
                <a:alpha val="30000"/>
              </a:prstClr>
            </a:outerShdw>
          </a:effectLst>
        </p:grpSpPr>
        <p:grpSp>
          <p:nvGrpSpPr>
            <p:cNvPr id="48" name="组合 36"/>
            <p:cNvGrpSpPr/>
            <p:nvPr/>
          </p:nvGrpSpPr>
          <p:grpSpPr>
            <a:xfrm>
              <a:off x="1732987" y="1572178"/>
              <a:ext cx="3034931" cy="965501"/>
              <a:chOff x="1732987" y="1572178"/>
              <a:chExt cx="3034931" cy="965501"/>
            </a:xfrm>
          </p:grpSpPr>
          <p:sp>
            <p:nvSpPr>
              <p:cNvPr id="86" name="Oval 12"/>
              <p:cNvSpPr/>
              <p:nvPr/>
            </p:nvSpPr>
            <p:spPr>
              <a:xfrm>
                <a:off x="2195736" y="1616224"/>
                <a:ext cx="72008" cy="72008"/>
              </a:xfrm>
              <a:prstGeom prst="ellipse">
                <a:avLst/>
              </a:prstGeom>
              <a:solidFill>
                <a:srgbClr val="3D3743"/>
              </a:solidFill>
              <a:ln w="25400" cap="flat" cmpd="sng" algn="ctr">
                <a:noFill/>
                <a:prstDash val="solid"/>
              </a:ln>
              <a:effectLst/>
            </p:spPr>
            <p:txBody>
              <a:bodyPr rtlCol="0" anchor="ctr"/>
              <a:lstStyle/>
              <a:p>
                <a:pPr algn="ctr" defTabSz="1218565">
                  <a:lnSpc>
                    <a:spcPct val="130000"/>
                  </a:lnSpc>
                  <a:defRPr/>
                </a:pPr>
                <a:endParaRPr lang="bg-BG" sz="2400" kern="0" dirty="0">
                  <a:solidFill>
                    <a:sysClr val="window" lastClr="FFFFFF"/>
                  </a:solidFill>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sp>
            <p:nvSpPr>
              <p:cNvPr id="87" name="Arc 17"/>
              <p:cNvSpPr/>
              <p:nvPr/>
            </p:nvSpPr>
            <p:spPr>
              <a:xfrm rot="152113" flipH="1">
                <a:off x="1732987" y="1572178"/>
                <a:ext cx="3034931" cy="965501"/>
              </a:xfrm>
              <a:prstGeom prst="arc">
                <a:avLst>
                  <a:gd name="adj1" fmla="val 12596661"/>
                  <a:gd name="adj2" fmla="val 20489397"/>
                </a:avLst>
              </a:prstGeom>
              <a:noFill/>
              <a:ln w="12700" cap="flat" cmpd="sng" algn="ctr">
                <a:solidFill>
                  <a:srgbClr val="3D3743"/>
                </a:solidFill>
                <a:prstDash val="sysDot"/>
              </a:ln>
              <a:effectLst/>
            </p:spPr>
            <p:txBody>
              <a:bodyPr rtlCol="0" anchor="ctr"/>
              <a:lstStyle/>
              <a:p>
                <a:pPr algn="ctr" defTabSz="1218565">
                  <a:lnSpc>
                    <a:spcPct val="130000"/>
                  </a:lnSpc>
                  <a:defRPr/>
                </a:pPr>
                <a:endParaRPr lang="bg-BG" sz="2400" kern="0" dirty="0">
                  <a:solidFill>
                    <a:sysClr val="windowText" lastClr="000000"/>
                  </a:solidFill>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grpSp>
        <p:grpSp>
          <p:nvGrpSpPr>
            <p:cNvPr id="49" name="组合 37"/>
            <p:cNvGrpSpPr/>
            <p:nvPr/>
          </p:nvGrpSpPr>
          <p:grpSpPr>
            <a:xfrm>
              <a:off x="2648544" y="1696268"/>
              <a:ext cx="1844553" cy="965501"/>
              <a:chOff x="2648544" y="1696268"/>
              <a:chExt cx="1844553" cy="965501"/>
            </a:xfrm>
          </p:grpSpPr>
          <p:sp>
            <p:nvSpPr>
              <p:cNvPr id="83" name="Oval 70"/>
              <p:cNvSpPr/>
              <p:nvPr/>
            </p:nvSpPr>
            <p:spPr>
              <a:xfrm>
                <a:off x="2648544" y="2264296"/>
                <a:ext cx="72008" cy="72008"/>
              </a:xfrm>
              <a:prstGeom prst="ellipse">
                <a:avLst/>
              </a:prstGeom>
              <a:solidFill>
                <a:srgbClr val="3D3743"/>
              </a:solidFill>
              <a:ln w="25400" cap="flat" cmpd="sng" algn="ctr">
                <a:noFill/>
                <a:prstDash val="solid"/>
              </a:ln>
              <a:effectLst/>
            </p:spPr>
            <p:txBody>
              <a:bodyPr rtlCol="0" anchor="ctr"/>
              <a:lstStyle/>
              <a:p>
                <a:pPr algn="ctr" defTabSz="1218565">
                  <a:lnSpc>
                    <a:spcPct val="130000"/>
                  </a:lnSpc>
                  <a:defRPr/>
                </a:pPr>
                <a:endParaRPr lang="bg-BG" sz="2400" kern="0" dirty="0">
                  <a:solidFill>
                    <a:sysClr val="window" lastClr="FFFFFF"/>
                  </a:solidFill>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sp>
            <p:nvSpPr>
              <p:cNvPr id="85" name="Arc 75"/>
              <p:cNvSpPr/>
              <p:nvPr/>
            </p:nvSpPr>
            <p:spPr>
              <a:xfrm rot="20899889" flipH="1">
                <a:off x="2680044" y="1696268"/>
                <a:ext cx="1813053" cy="965501"/>
              </a:xfrm>
              <a:prstGeom prst="arc">
                <a:avLst>
                  <a:gd name="adj1" fmla="val 12596661"/>
                  <a:gd name="adj2" fmla="val 21380040"/>
                </a:avLst>
              </a:prstGeom>
              <a:noFill/>
              <a:ln w="12700" cap="flat" cmpd="sng" algn="ctr">
                <a:solidFill>
                  <a:srgbClr val="3D3743"/>
                </a:solidFill>
                <a:prstDash val="sysDot"/>
              </a:ln>
              <a:effectLst/>
            </p:spPr>
            <p:txBody>
              <a:bodyPr rtlCol="0" anchor="ctr"/>
              <a:lstStyle/>
              <a:p>
                <a:pPr algn="ctr" defTabSz="1218565">
                  <a:lnSpc>
                    <a:spcPct val="130000"/>
                  </a:lnSpc>
                  <a:defRPr/>
                </a:pPr>
                <a:endParaRPr lang="bg-BG" sz="2400" kern="0" dirty="0">
                  <a:solidFill>
                    <a:sysClr val="windowText" lastClr="000000"/>
                  </a:solidFill>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grpSp>
        <p:grpSp>
          <p:nvGrpSpPr>
            <p:cNvPr id="50" name="组合 38"/>
            <p:cNvGrpSpPr/>
            <p:nvPr/>
          </p:nvGrpSpPr>
          <p:grpSpPr>
            <a:xfrm>
              <a:off x="3341552" y="1682559"/>
              <a:ext cx="1347849" cy="1826310"/>
              <a:chOff x="3341552" y="1682559"/>
              <a:chExt cx="1347849" cy="1826310"/>
            </a:xfrm>
          </p:grpSpPr>
          <p:sp>
            <p:nvSpPr>
              <p:cNvPr id="81" name="Oval 71"/>
              <p:cNvSpPr/>
              <p:nvPr/>
            </p:nvSpPr>
            <p:spPr>
              <a:xfrm>
                <a:off x="3347864" y="2840360"/>
                <a:ext cx="72008" cy="72008"/>
              </a:xfrm>
              <a:prstGeom prst="ellipse">
                <a:avLst/>
              </a:prstGeom>
              <a:solidFill>
                <a:srgbClr val="3D3743"/>
              </a:solidFill>
              <a:ln w="25400" cap="flat" cmpd="sng" algn="ctr">
                <a:noFill/>
                <a:prstDash val="solid"/>
              </a:ln>
              <a:effectLst/>
            </p:spPr>
            <p:txBody>
              <a:bodyPr rtlCol="0" anchor="ctr"/>
              <a:lstStyle/>
              <a:p>
                <a:pPr algn="ctr" defTabSz="1218565">
                  <a:lnSpc>
                    <a:spcPct val="130000"/>
                  </a:lnSpc>
                  <a:defRPr/>
                </a:pPr>
                <a:endParaRPr lang="bg-BG" sz="2400" kern="0" dirty="0">
                  <a:solidFill>
                    <a:sysClr val="window" lastClr="FFFFFF"/>
                  </a:solidFill>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sp>
            <p:nvSpPr>
              <p:cNvPr id="82" name="Arc 76"/>
              <p:cNvSpPr/>
              <p:nvPr/>
            </p:nvSpPr>
            <p:spPr>
              <a:xfrm rot="20899889" flipH="1">
                <a:off x="3341552" y="1682559"/>
                <a:ext cx="1347849" cy="1826310"/>
              </a:xfrm>
              <a:prstGeom prst="arc">
                <a:avLst>
                  <a:gd name="adj1" fmla="val 13745913"/>
                  <a:gd name="adj2" fmla="val 525263"/>
                </a:avLst>
              </a:prstGeom>
              <a:noFill/>
              <a:ln w="12700" cap="flat" cmpd="sng" algn="ctr">
                <a:solidFill>
                  <a:srgbClr val="3D3743"/>
                </a:solidFill>
                <a:prstDash val="sysDot"/>
              </a:ln>
              <a:effectLst/>
            </p:spPr>
            <p:txBody>
              <a:bodyPr rtlCol="0" anchor="ctr"/>
              <a:lstStyle/>
              <a:p>
                <a:pPr algn="ctr" defTabSz="1218565">
                  <a:lnSpc>
                    <a:spcPct val="130000"/>
                  </a:lnSpc>
                  <a:defRPr/>
                </a:pPr>
                <a:endParaRPr lang="bg-BG" sz="2400" kern="0" dirty="0">
                  <a:solidFill>
                    <a:sysClr val="windowText" lastClr="000000"/>
                  </a:solidFill>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grpSp>
        <p:grpSp>
          <p:nvGrpSpPr>
            <p:cNvPr id="51" name="组合 39"/>
            <p:cNvGrpSpPr/>
            <p:nvPr/>
          </p:nvGrpSpPr>
          <p:grpSpPr>
            <a:xfrm>
              <a:off x="4621504" y="1616224"/>
              <a:ext cx="3046839" cy="942037"/>
              <a:chOff x="4621504" y="1616224"/>
              <a:chExt cx="3046839" cy="942037"/>
            </a:xfrm>
          </p:grpSpPr>
          <p:sp>
            <p:nvSpPr>
              <p:cNvPr id="79" name="Oval 74"/>
              <p:cNvSpPr/>
              <p:nvPr/>
            </p:nvSpPr>
            <p:spPr>
              <a:xfrm>
                <a:off x="6806016" y="1631321"/>
                <a:ext cx="72008" cy="72008"/>
              </a:xfrm>
              <a:prstGeom prst="ellipse">
                <a:avLst/>
              </a:prstGeom>
              <a:solidFill>
                <a:srgbClr val="3D3743"/>
              </a:solidFill>
              <a:ln w="25400" cap="flat" cmpd="sng" algn="ctr">
                <a:noFill/>
                <a:prstDash val="solid"/>
              </a:ln>
              <a:effectLst/>
            </p:spPr>
            <p:txBody>
              <a:bodyPr rtlCol="0" anchor="ctr"/>
              <a:lstStyle/>
              <a:p>
                <a:pPr algn="ctr" defTabSz="1218565">
                  <a:lnSpc>
                    <a:spcPct val="130000"/>
                  </a:lnSpc>
                  <a:defRPr/>
                </a:pPr>
                <a:endParaRPr lang="bg-BG" sz="2400" kern="0" dirty="0">
                  <a:solidFill>
                    <a:sysClr val="window" lastClr="FFFFFF"/>
                  </a:solidFill>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sp>
            <p:nvSpPr>
              <p:cNvPr id="80" name="Arc 80"/>
              <p:cNvSpPr/>
              <p:nvPr/>
            </p:nvSpPr>
            <p:spPr>
              <a:xfrm flipH="1">
                <a:off x="4621504" y="1616224"/>
                <a:ext cx="3046839" cy="942037"/>
              </a:xfrm>
              <a:prstGeom prst="arc">
                <a:avLst>
                  <a:gd name="adj1" fmla="val 12596661"/>
                  <a:gd name="adj2" fmla="val 20457581"/>
                </a:avLst>
              </a:prstGeom>
              <a:noFill/>
              <a:ln w="12700" cap="flat" cmpd="sng" algn="ctr">
                <a:solidFill>
                  <a:srgbClr val="3D3743"/>
                </a:solidFill>
                <a:prstDash val="sysDot"/>
              </a:ln>
              <a:effectLst/>
            </p:spPr>
            <p:txBody>
              <a:bodyPr rtlCol="0" anchor="ctr"/>
              <a:lstStyle/>
              <a:p>
                <a:pPr algn="ctr" defTabSz="1218565">
                  <a:lnSpc>
                    <a:spcPct val="130000"/>
                  </a:lnSpc>
                  <a:defRPr/>
                </a:pPr>
                <a:endParaRPr lang="bg-BG" sz="2400" kern="0" dirty="0">
                  <a:solidFill>
                    <a:sysClr val="windowText" lastClr="000000"/>
                  </a:solidFill>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grpSp>
        <p:grpSp>
          <p:nvGrpSpPr>
            <p:cNvPr id="52" name="组合 40"/>
            <p:cNvGrpSpPr/>
            <p:nvPr/>
          </p:nvGrpSpPr>
          <p:grpSpPr>
            <a:xfrm>
              <a:off x="4619376" y="1762024"/>
              <a:ext cx="1873213" cy="965501"/>
              <a:chOff x="4619376" y="1762024"/>
              <a:chExt cx="1873213" cy="965501"/>
            </a:xfrm>
          </p:grpSpPr>
          <p:sp>
            <p:nvSpPr>
              <p:cNvPr id="68" name="Oval 73"/>
              <p:cNvSpPr/>
              <p:nvPr/>
            </p:nvSpPr>
            <p:spPr>
              <a:xfrm>
                <a:off x="6420581" y="2261460"/>
                <a:ext cx="72008" cy="72008"/>
              </a:xfrm>
              <a:prstGeom prst="ellipse">
                <a:avLst/>
              </a:prstGeom>
              <a:solidFill>
                <a:srgbClr val="3D3743"/>
              </a:solidFill>
              <a:ln w="25400" cap="flat" cmpd="sng" algn="ctr">
                <a:noFill/>
                <a:prstDash val="solid"/>
              </a:ln>
              <a:effectLst/>
            </p:spPr>
            <p:txBody>
              <a:bodyPr rtlCol="0" anchor="ctr"/>
              <a:lstStyle/>
              <a:p>
                <a:pPr algn="ctr" defTabSz="1218565">
                  <a:lnSpc>
                    <a:spcPct val="130000"/>
                  </a:lnSpc>
                  <a:defRPr/>
                </a:pPr>
                <a:endParaRPr lang="bg-BG" sz="2400" kern="0" dirty="0">
                  <a:solidFill>
                    <a:sysClr val="window" lastClr="FFFFFF"/>
                  </a:solidFill>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sp>
            <p:nvSpPr>
              <p:cNvPr id="73" name="Arc 81"/>
              <p:cNvSpPr/>
              <p:nvPr/>
            </p:nvSpPr>
            <p:spPr>
              <a:xfrm rot="700111">
                <a:off x="4619376" y="1762024"/>
                <a:ext cx="1851447" cy="965501"/>
              </a:xfrm>
              <a:prstGeom prst="arc">
                <a:avLst>
                  <a:gd name="adj1" fmla="val 12596661"/>
                  <a:gd name="adj2" fmla="val 20993129"/>
                </a:avLst>
              </a:prstGeom>
              <a:noFill/>
              <a:ln w="12700" cap="flat" cmpd="sng" algn="ctr">
                <a:solidFill>
                  <a:srgbClr val="3D3743"/>
                </a:solidFill>
                <a:prstDash val="sysDot"/>
              </a:ln>
              <a:effectLst/>
            </p:spPr>
            <p:txBody>
              <a:bodyPr rtlCol="0" anchor="ctr"/>
              <a:lstStyle/>
              <a:p>
                <a:pPr algn="ctr" defTabSz="1218565">
                  <a:lnSpc>
                    <a:spcPct val="130000"/>
                  </a:lnSpc>
                  <a:defRPr/>
                </a:pPr>
                <a:endParaRPr lang="bg-BG" sz="2400" kern="0" dirty="0">
                  <a:solidFill>
                    <a:sysClr val="windowText" lastClr="000000"/>
                  </a:solidFill>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grpSp>
        <p:grpSp>
          <p:nvGrpSpPr>
            <p:cNvPr id="53" name="组合 41"/>
            <p:cNvGrpSpPr/>
            <p:nvPr/>
          </p:nvGrpSpPr>
          <p:grpSpPr>
            <a:xfrm>
              <a:off x="4454725" y="1748750"/>
              <a:ext cx="1347849" cy="1826310"/>
              <a:chOff x="4454725" y="1748750"/>
              <a:chExt cx="1347849" cy="1826310"/>
            </a:xfrm>
          </p:grpSpPr>
          <p:sp>
            <p:nvSpPr>
              <p:cNvPr id="54" name="Oval 72"/>
              <p:cNvSpPr/>
              <p:nvPr/>
            </p:nvSpPr>
            <p:spPr>
              <a:xfrm>
                <a:off x="5726609" y="2840360"/>
                <a:ext cx="72008" cy="72008"/>
              </a:xfrm>
              <a:prstGeom prst="ellipse">
                <a:avLst/>
              </a:prstGeom>
              <a:solidFill>
                <a:srgbClr val="3D3743"/>
              </a:solidFill>
              <a:ln w="25400" cap="flat" cmpd="sng" algn="ctr">
                <a:noFill/>
                <a:prstDash val="solid"/>
              </a:ln>
              <a:effectLst/>
            </p:spPr>
            <p:txBody>
              <a:bodyPr rtlCol="0" anchor="ctr"/>
              <a:lstStyle/>
              <a:p>
                <a:pPr algn="ctr" defTabSz="1218565">
                  <a:lnSpc>
                    <a:spcPct val="130000"/>
                  </a:lnSpc>
                  <a:defRPr/>
                </a:pPr>
                <a:endParaRPr lang="bg-BG" sz="2400" kern="0" dirty="0">
                  <a:solidFill>
                    <a:sysClr val="window" lastClr="FFFFFF"/>
                  </a:solidFill>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sp>
            <p:nvSpPr>
              <p:cNvPr id="56" name="Arc 82"/>
              <p:cNvSpPr/>
              <p:nvPr/>
            </p:nvSpPr>
            <p:spPr>
              <a:xfrm rot="700111">
                <a:off x="4454725" y="1748750"/>
                <a:ext cx="1347849" cy="1826310"/>
              </a:xfrm>
              <a:prstGeom prst="arc">
                <a:avLst>
                  <a:gd name="adj1" fmla="val 13745913"/>
                  <a:gd name="adj2" fmla="val 525263"/>
                </a:avLst>
              </a:prstGeom>
              <a:noFill/>
              <a:ln w="12700" cap="flat" cmpd="sng" algn="ctr">
                <a:solidFill>
                  <a:srgbClr val="3D3743"/>
                </a:solidFill>
                <a:prstDash val="sysDot"/>
              </a:ln>
              <a:effectLst/>
            </p:spPr>
            <p:txBody>
              <a:bodyPr rtlCol="0" anchor="ctr"/>
              <a:lstStyle/>
              <a:p>
                <a:pPr algn="ctr" defTabSz="1218565">
                  <a:lnSpc>
                    <a:spcPct val="130000"/>
                  </a:lnSpc>
                  <a:defRPr/>
                </a:pPr>
                <a:endParaRPr lang="bg-BG" sz="2400" kern="0" dirty="0">
                  <a:solidFill>
                    <a:sysClr val="windowText" lastClr="000000"/>
                  </a:solidFill>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grpSp>
      </p:grpSp>
      <p:sp>
        <p:nvSpPr>
          <p:cNvPr id="88" name="Isosceles Triangle 5"/>
          <p:cNvSpPr/>
          <p:nvPr/>
        </p:nvSpPr>
        <p:spPr>
          <a:xfrm rot="10800000">
            <a:off x="5821263" y="2811889"/>
            <a:ext cx="527804" cy="316737"/>
          </a:xfrm>
          <a:prstGeom prst="triangle">
            <a:avLst/>
          </a:prstGeom>
          <a:solidFill>
            <a:srgbClr val="587DB8"/>
          </a:solidFill>
          <a:ln w="25400" cap="flat" cmpd="sng" algn="ctr">
            <a:noFill/>
            <a:prstDash val="solid"/>
          </a:ln>
          <a:effectLst/>
        </p:spPr>
        <p:txBody>
          <a:bodyPr rtlCol="0" anchor="ctr"/>
          <a:lstStyle/>
          <a:p>
            <a:pPr algn="ctr" defTabSz="1218565">
              <a:lnSpc>
                <a:spcPct val="130000"/>
              </a:lnSpc>
              <a:defRPr/>
            </a:pPr>
            <a:endParaRPr lang="bg-BG" sz="2400" kern="0" dirty="0">
              <a:solidFill>
                <a:srgbClr val="F2F2F2"/>
              </a:solidFill>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sp>
        <p:nvSpPr>
          <p:cNvPr id="95" name="文本框 13"/>
          <p:cNvSpPr txBox="1"/>
          <p:nvPr/>
        </p:nvSpPr>
        <p:spPr>
          <a:xfrm>
            <a:off x="5003553" y="3359630"/>
            <a:ext cx="2234123" cy="1048856"/>
          </a:xfrm>
          <a:prstGeom prst="rect">
            <a:avLst/>
          </a:prstGeom>
          <a:noFill/>
        </p:spPr>
        <p:txBody>
          <a:bodyPr wrap="square" lIns="87739" tIns="43868" rIns="87739" bIns="43868" rtlCol="0">
            <a:spAutoFit/>
          </a:bodyPr>
          <a:lstStyle/>
          <a:p>
            <a:pPr algn="ctr">
              <a:lnSpc>
                <a:spcPct val="130000"/>
              </a:lnSpc>
              <a:spcBef>
                <a:spcPct val="0"/>
              </a:spcBef>
              <a:buNone/>
            </a:pPr>
            <a:r>
              <a:rPr lang="zh-CN" altLang="en-US" sz="1200" dirty="0">
                <a:solidFill>
                  <a:schemeClr val="tx1">
                    <a:lumMod val="50000"/>
                    <a:lumOff val="50000"/>
                  </a:schemeClr>
                </a:solidFill>
                <a:latin typeface="思源黑体" panose="020B0500000000000000" pitchFamily="34" charset="-122"/>
                <a:ea typeface="思源黑体" panose="020B0500000000000000" pitchFamily="34" charset="-122"/>
                <a:cs typeface="+mn-ea"/>
                <a:sym typeface="思源黑体" panose="020B0500000000000000" pitchFamily="34" charset="-122"/>
              </a:rPr>
              <a:t>在此录入上述图表的综合描述说明，在此录入上述图表的综合描述说明，在此录入上述图表的综合描述说明</a:t>
            </a:r>
            <a:endParaRPr lang="zh-CN" altLang="en-US" sz="1200" dirty="0">
              <a:solidFill>
                <a:schemeClr val="tx1">
                  <a:lumMod val="50000"/>
                  <a:lumOff val="50000"/>
                </a:schemeClr>
              </a:solidFill>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grpSp>
        <p:nvGrpSpPr>
          <p:cNvPr id="8" name="组合 7"/>
          <p:cNvGrpSpPr/>
          <p:nvPr/>
        </p:nvGrpSpPr>
        <p:grpSpPr>
          <a:xfrm>
            <a:off x="1583858" y="2312479"/>
            <a:ext cx="1000207" cy="924506"/>
            <a:chOff x="1521125" y="2205669"/>
            <a:chExt cx="1314688" cy="1215185"/>
          </a:xfrm>
        </p:grpSpPr>
        <p:sp>
          <p:nvSpPr>
            <p:cNvPr id="89" name="同心圆 56"/>
            <p:cNvSpPr/>
            <p:nvPr/>
          </p:nvSpPr>
          <p:spPr>
            <a:xfrm>
              <a:off x="1521125" y="2205669"/>
              <a:ext cx="1314688" cy="1215185"/>
            </a:xfrm>
            <a:prstGeom prst="hexagon">
              <a:avLst/>
            </a:prstGeom>
            <a:solidFill>
              <a:srgbClr val="587DB8"/>
            </a:solidFill>
            <a:ln w="25400" cap="flat" cmpd="sng" algn="ctr">
              <a:noFill/>
              <a:prstDash val="solid"/>
            </a:ln>
            <a:effectLst>
              <a:outerShdw blurRad="190500" dist="63500" dir="2700000" algn="tl" rotWithShape="0">
                <a:prstClr val="black">
                  <a:alpha val="20000"/>
                </a:prstClr>
              </a:outerShdw>
            </a:effectLst>
          </p:spPr>
          <p:txBody>
            <a:bodyPr rtlCol="0" anchor="ctr"/>
            <a:lstStyle/>
            <a:p>
              <a:pPr algn="ctr" defTabSz="1218565">
                <a:lnSpc>
                  <a:spcPct val="130000"/>
                </a:lnSpc>
                <a:defRPr/>
              </a:pPr>
              <a:endParaRPr lang="zh-CN" altLang="en-US" sz="2400" kern="0" dirty="0">
                <a:solidFill>
                  <a:sysClr val="windowText" lastClr="000000"/>
                </a:solidFill>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sp>
          <p:nvSpPr>
            <p:cNvPr id="96" name="Freeform 177"/>
            <p:cNvSpPr>
              <a:spLocks noEditPoints="1"/>
            </p:cNvSpPr>
            <p:nvPr/>
          </p:nvSpPr>
          <p:spPr bwMode="auto">
            <a:xfrm>
              <a:off x="1993530" y="2629285"/>
              <a:ext cx="395048" cy="340973"/>
            </a:xfrm>
            <a:custGeom>
              <a:avLst/>
              <a:gdLst>
                <a:gd name="T0" fmla="*/ 246 w 288"/>
                <a:gd name="T1" fmla="*/ 26 h 247"/>
                <a:gd name="T2" fmla="*/ 144 w 288"/>
                <a:gd name="T3" fmla="*/ 0 h 247"/>
                <a:gd name="T4" fmla="*/ 41 w 288"/>
                <a:gd name="T5" fmla="*/ 26 h 247"/>
                <a:gd name="T6" fmla="*/ 0 w 288"/>
                <a:gd name="T7" fmla="*/ 98 h 247"/>
                <a:gd name="T8" fmla="*/ 144 w 288"/>
                <a:gd name="T9" fmla="*/ 247 h 247"/>
                <a:gd name="T10" fmla="*/ 288 w 288"/>
                <a:gd name="T11" fmla="*/ 98 h 247"/>
                <a:gd name="T12" fmla="*/ 246 w 288"/>
                <a:gd name="T13" fmla="*/ 26 h 247"/>
                <a:gd name="T14" fmla="*/ 245 w 288"/>
                <a:gd name="T15" fmla="*/ 115 h 247"/>
                <a:gd name="T16" fmla="*/ 201 w 288"/>
                <a:gd name="T17" fmla="*/ 71 h 247"/>
                <a:gd name="T18" fmla="*/ 234 w 288"/>
                <a:gd name="T19" fmla="*/ 41 h 247"/>
                <a:gd name="T20" fmla="*/ 245 w 288"/>
                <a:gd name="T21" fmla="*/ 115 h 247"/>
                <a:gd name="T22" fmla="*/ 227 w 288"/>
                <a:gd name="T23" fmla="*/ 40 h 247"/>
                <a:gd name="T24" fmla="*/ 143 w 288"/>
                <a:gd name="T25" fmla="*/ 72 h 247"/>
                <a:gd name="T26" fmla="*/ 59 w 288"/>
                <a:gd name="T27" fmla="*/ 40 h 247"/>
                <a:gd name="T28" fmla="*/ 62 w 288"/>
                <a:gd name="T29" fmla="*/ 32 h 247"/>
                <a:gd name="T30" fmla="*/ 144 w 288"/>
                <a:gd name="T31" fmla="*/ 15 h 247"/>
                <a:gd name="T32" fmla="*/ 223 w 288"/>
                <a:gd name="T33" fmla="*/ 30 h 247"/>
                <a:gd name="T34" fmla="*/ 227 w 288"/>
                <a:gd name="T35" fmla="*/ 40 h 247"/>
                <a:gd name="T36" fmla="*/ 183 w 288"/>
                <a:gd name="T37" fmla="*/ 76 h 247"/>
                <a:gd name="T38" fmla="*/ 144 w 288"/>
                <a:gd name="T39" fmla="*/ 143 h 247"/>
                <a:gd name="T40" fmla="*/ 105 w 288"/>
                <a:gd name="T41" fmla="*/ 76 h 247"/>
                <a:gd name="T42" fmla="*/ 143 w 288"/>
                <a:gd name="T43" fmla="*/ 80 h 247"/>
                <a:gd name="T44" fmla="*/ 183 w 288"/>
                <a:gd name="T45" fmla="*/ 76 h 247"/>
                <a:gd name="T46" fmla="*/ 52 w 288"/>
                <a:gd name="T47" fmla="*/ 43 h 247"/>
                <a:gd name="T48" fmla="*/ 89 w 288"/>
                <a:gd name="T49" fmla="*/ 72 h 247"/>
                <a:gd name="T50" fmla="*/ 44 w 288"/>
                <a:gd name="T51" fmla="*/ 117 h 247"/>
                <a:gd name="T52" fmla="*/ 52 w 288"/>
                <a:gd name="T53" fmla="*/ 43 h 247"/>
                <a:gd name="T54" fmla="*/ 96 w 288"/>
                <a:gd name="T55" fmla="*/ 76 h 247"/>
                <a:gd name="T56" fmla="*/ 136 w 288"/>
                <a:gd name="T57" fmla="*/ 145 h 247"/>
                <a:gd name="T58" fmla="*/ 49 w 288"/>
                <a:gd name="T59" fmla="*/ 122 h 247"/>
                <a:gd name="T60" fmla="*/ 96 w 288"/>
                <a:gd name="T61" fmla="*/ 76 h 247"/>
                <a:gd name="T62" fmla="*/ 144 w 288"/>
                <a:gd name="T63" fmla="*/ 153 h 247"/>
                <a:gd name="T64" fmla="*/ 187 w 288"/>
                <a:gd name="T65" fmla="*/ 149 h 247"/>
                <a:gd name="T66" fmla="*/ 144 w 288"/>
                <a:gd name="T67" fmla="*/ 224 h 247"/>
                <a:gd name="T68" fmla="*/ 101 w 288"/>
                <a:gd name="T69" fmla="*/ 149 h 247"/>
                <a:gd name="T70" fmla="*/ 144 w 288"/>
                <a:gd name="T71" fmla="*/ 153 h 247"/>
                <a:gd name="T72" fmla="*/ 151 w 288"/>
                <a:gd name="T73" fmla="*/ 145 h 247"/>
                <a:gd name="T74" fmla="*/ 193 w 288"/>
                <a:gd name="T75" fmla="*/ 73 h 247"/>
                <a:gd name="T76" fmla="*/ 241 w 288"/>
                <a:gd name="T77" fmla="*/ 121 h 247"/>
                <a:gd name="T78" fmla="*/ 151 w 288"/>
                <a:gd name="T79" fmla="*/ 145 h 247"/>
                <a:gd name="T80" fmla="*/ 273 w 288"/>
                <a:gd name="T81" fmla="*/ 94 h 247"/>
                <a:gd name="T82" fmla="*/ 253 w 288"/>
                <a:gd name="T83" fmla="*/ 113 h 247"/>
                <a:gd name="T84" fmla="*/ 242 w 288"/>
                <a:gd name="T85" fmla="*/ 41 h 247"/>
                <a:gd name="T86" fmla="*/ 273 w 288"/>
                <a:gd name="T87" fmla="*/ 94 h 247"/>
                <a:gd name="T88" fmla="*/ 44 w 288"/>
                <a:gd name="T89" fmla="*/ 42 h 247"/>
                <a:gd name="T90" fmla="*/ 36 w 288"/>
                <a:gd name="T91" fmla="*/ 114 h 247"/>
                <a:gd name="T92" fmla="*/ 15 w 288"/>
                <a:gd name="T93" fmla="*/ 93 h 247"/>
                <a:gd name="T94" fmla="*/ 44 w 288"/>
                <a:gd name="T95" fmla="*/ 42 h 247"/>
                <a:gd name="T96" fmla="*/ 47 w 288"/>
                <a:gd name="T97" fmla="*/ 130 h 247"/>
                <a:gd name="T98" fmla="*/ 91 w 288"/>
                <a:gd name="T99" fmla="*/ 147 h 247"/>
                <a:gd name="T100" fmla="*/ 127 w 288"/>
                <a:gd name="T101" fmla="*/ 209 h 247"/>
                <a:gd name="T102" fmla="*/ 47 w 288"/>
                <a:gd name="T103" fmla="*/ 130 h 247"/>
                <a:gd name="T104" fmla="*/ 161 w 288"/>
                <a:gd name="T105" fmla="*/ 209 h 247"/>
                <a:gd name="T106" fmla="*/ 197 w 288"/>
                <a:gd name="T107" fmla="*/ 147 h 247"/>
                <a:gd name="T108" fmla="*/ 241 w 288"/>
                <a:gd name="T109" fmla="*/ 130 h 247"/>
                <a:gd name="T110" fmla="*/ 161 w 288"/>
                <a:gd name="T111" fmla="*/ 209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88" h="247">
                  <a:moveTo>
                    <a:pt x="246" y="26"/>
                  </a:moveTo>
                  <a:cubicBezTo>
                    <a:pt x="219" y="12"/>
                    <a:pt x="212" y="0"/>
                    <a:pt x="144" y="0"/>
                  </a:cubicBezTo>
                  <a:cubicBezTo>
                    <a:pt x="76" y="0"/>
                    <a:pt x="68" y="12"/>
                    <a:pt x="41" y="26"/>
                  </a:cubicBezTo>
                  <a:cubicBezTo>
                    <a:pt x="11" y="43"/>
                    <a:pt x="0" y="75"/>
                    <a:pt x="0" y="98"/>
                  </a:cubicBezTo>
                  <a:cubicBezTo>
                    <a:pt x="0" y="110"/>
                    <a:pt x="144" y="247"/>
                    <a:pt x="144" y="247"/>
                  </a:cubicBezTo>
                  <a:cubicBezTo>
                    <a:pt x="144" y="247"/>
                    <a:pt x="288" y="110"/>
                    <a:pt x="288" y="98"/>
                  </a:cubicBezTo>
                  <a:cubicBezTo>
                    <a:pt x="288" y="76"/>
                    <a:pt x="277" y="43"/>
                    <a:pt x="246" y="26"/>
                  </a:cubicBezTo>
                  <a:close/>
                  <a:moveTo>
                    <a:pt x="245" y="115"/>
                  </a:moveTo>
                  <a:cubicBezTo>
                    <a:pt x="201" y="71"/>
                    <a:pt x="201" y="71"/>
                    <a:pt x="201" y="71"/>
                  </a:cubicBezTo>
                  <a:cubicBezTo>
                    <a:pt x="221" y="64"/>
                    <a:pt x="233" y="53"/>
                    <a:pt x="234" y="41"/>
                  </a:cubicBezTo>
                  <a:lnTo>
                    <a:pt x="245" y="115"/>
                  </a:lnTo>
                  <a:close/>
                  <a:moveTo>
                    <a:pt x="227" y="40"/>
                  </a:moveTo>
                  <a:cubicBezTo>
                    <a:pt x="227" y="55"/>
                    <a:pt x="193" y="72"/>
                    <a:pt x="143" y="72"/>
                  </a:cubicBezTo>
                  <a:cubicBezTo>
                    <a:pt x="93" y="72"/>
                    <a:pt x="59" y="55"/>
                    <a:pt x="59" y="40"/>
                  </a:cubicBezTo>
                  <a:cubicBezTo>
                    <a:pt x="59" y="37"/>
                    <a:pt x="60" y="34"/>
                    <a:pt x="62" y="32"/>
                  </a:cubicBezTo>
                  <a:cubicBezTo>
                    <a:pt x="79" y="21"/>
                    <a:pt x="92" y="15"/>
                    <a:pt x="144" y="15"/>
                  </a:cubicBezTo>
                  <a:cubicBezTo>
                    <a:pt x="193" y="15"/>
                    <a:pt x="207" y="21"/>
                    <a:pt x="223" y="30"/>
                  </a:cubicBezTo>
                  <a:cubicBezTo>
                    <a:pt x="225" y="33"/>
                    <a:pt x="227" y="36"/>
                    <a:pt x="227" y="40"/>
                  </a:cubicBezTo>
                  <a:close/>
                  <a:moveTo>
                    <a:pt x="183" y="76"/>
                  </a:moveTo>
                  <a:cubicBezTo>
                    <a:pt x="144" y="143"/>
                    <a:pt x="144" y="143"/>
                    <a:pt x="144" y="143"/>
                  </a:cubicBezTo>
                  <a:cubicBezTo>
                    <a:pt x="105" y="76"/>
                    <a:pt x="105" y="76"/>
                    <a:pt x="105" y="76"/>
                  </a:cubicBezTo>
                  <a:cubicBezTo>
                    <a:pt x="117" y="78"/>
                    <a:pt x="129" y="80"/>
                    <a:pt x="143" y="80"/>
                  </a:cubicBezTo>
                  <a:cubicBezTo>
                    <a:pt x="158" y="80"/>
                    <a:pt x="171" y="78"/>
                    <a:pt x="183" y="76"/>
                  </a:cubicBezTo>
                  <a:close/>
                  <a:moveTo>
                    <a:pt x="52" y="43"/>
                  </a:moveTo>
                  <a:cubicBezTo>
                    <a:pt x="54" y="55"/>
                    <a:pt x="68" y="65"/>
                    <a:pt x="89" y="72"/>
                  </a:cubicBezTo>
                  <a:cubicBezTo>
                    <a:pt x="44" y="117"/>
                    <a:pt x="44" y="117"/>
                    <a:pt x="44" y="117"/>
                  </a:cubicBezTo>
                  <a:lnTo>
                    <a:pt x="52" y="43"/>
                  </a:lnTo>
                  <a:close/>
                  <a:moveTo>
                    <a:pt x="96" y="76"/>
                  </a:moveTo>
                  <a:cubicBezTo>
                    <a:pt x="136" y="145"/>
                    <a:pt x="136" y="145"/>
                    <a:pt x="136" y="145"/>
                  </a:cubicBezTo>
                  <a:cubicBezTo>
                    <a:pt x="97" y="144"/>
                    <a:pt x="69" y="134"/>
                    <a:pt x="49" y="122"/>
                  </a:cubicBezTo>
                  <a:lnTo>
                    <a:pt x="96" y="76"/>
                  </a:lnTo>
                  <a:close/>
                  <a:moveTo>
                    <a:pt x="144" y="153"/>
                  </a:moveTo>
                  <a:cubicBezTo>
                    <a:pt x="160" y="153"/>
                    <a:pt x="174" y="152"/>
                    <a:pt x="187" y="149"/>
                  </a:cubicBezTo>
                  <a:cubicBezTo>
                    <a:pt x="144" y="224"/>
                    <a:pt x="144" y="224"/>
                    <a:pt x="144" y="224"/>
                  </a:cubicBezTo>
                  <a:cubicBezTo>
                    <a:pt x="101" y="149"/>
                    <a:pt x="101" y="149"/>
                    <a:pt x="101" y="149"/>
                  </a:cubicBezTo>
                  <a:cubicBezTo>
                    <a:pt x="114" y="152"/>
                    <a:pt x="128" y="153"/>
                    <a:pt x="144" y="153"/>
                  </a:cubicBezTo>
                  <a:close/>
                  <a:moveTo>
                    <a:pt x="151" y="145"/>
                  </a:moveTo>
                  <a:cubicBezTo>
                    <a:pt x="193" y="73"/>
                    <a:pt x="193" y="73"/>
                    <a:pt x="193" y="73"/>
                  </a:cubicBezTo>
                  <a:cubicBezTo>
                    <a:pt x="241" y="121"/>
                    <a:pt x="241" y="121"/>
                    <a:pt x="241" y="121"/>
                  </a:cubicBezTo>
                  <a:cubicBezTo>
                    <a:pt x="221" y="133"/>
                    <a:pt x="192" y="144"/>
                    <a:pt x="151" y="145"/>
                  </a:cubicBezTo>
                  <a:close/>
                  <a:moveTo>
                    <a:pt x="273" y="94"/>
                  </a:moveTo>
                  <a:cubicBezTo>
                    <a:pt x="269" y="98"/>
                    <a:pt x="262" y="105"/>
                    <a:pt x="253" y="113"/>
                  </a:cubicBezTo>
                  <a:cubicBezTo>
                    <a:pt x="242" y="41"/>
                    <a:pt x="242" y="41"/>
                    <a:pt x="242" y="41"/>
                  </a:cubicBezTo>
                  <a:cubicBezTo>
                    <a:pt x="264" y="55"/>
                    <a:pt x="271" y="78"/>
                    <a:pt x="273" y="94"/>
                  </a:cubicBezTo>
                  <a:close/>
                  <a:moveTo>
                    <a:pt x="44" y="42"/>
                  </a:moveTo>
                  <a:cubicBezTo>
                    <a:pt x="36" y="114"/>
                    <a:pt x="36" y="114"/>
                    <a:pt x="36" y="114"/>
                  </a:cubicBezTo>
                  <a:cubicBezTo>
                    <a:pt x="26" y="106"/>
                    <a:pt x="19" y="98"/>
                    <a:pt x="15" y="93"/>
                  </a:cubicBezTo>
                  <a:cubicBezTo>
                    <a:pt x="16" y="76"/>
                    <a:pt x="26" y="55"/>
                    <a:pt x="44" y="42"/>
                  </a:cubicBezTo>
                  <a:close/>
                  <a:moveTo>
                    <a:pt x="47" y="130"/>
                  </a:moveTo>
                  <a:cubicBezTo>
                    <a:pt x="59" y="137"/>
                    <a:pt x="73" y="143"/>
                    <a:pt x="91" y="147"/>
                  </a:cubicBezTo>
                  <a:cubicBezTo>
                    <a:pt x="127" y="209"/>
                    <a:pt x="127" y="209"/>
                    <a:pt x="127" y="209"/>
                  </a:cubicBezTo>
                  <a:cubicBezTo>
                    <a:pt x="97" y="180"/>
                    <a:pt x="68" y="152"/>
                    <a:pt x="47" y="130"/>
                  </a:cubicBezTo>
                  <a:close/>
                  <a:moveTo>
                    <a:pt x="161" y="209"/>
                  </a:moveTo>
                  <a:cubicBezTo>
                    <a:pt x="197" y="147"/>
                    <a:pt x="197" y="147"/>
                    <a:pt x="197" y="147"/>
                  </a:cubicBezTo>
                  <a:cubicBezTo>
                    <a:pt x="215" y="143"/>
                    <a:pt x="230" y="137"/>
                    <a:pt x="241" y="130"/>
                  </a:cubicBezTo>
                  <a:cubicBezTo>
                    <a:pt x="220" y="152"/>
                    <a:pt x="191" y="180"/>
                    <a:pt x="161" y="209"/>
                  </a:cubicBezTo>
                  <a:close/>
                </a:path>
              </a:pathLst>
            </a:custGeom>
            <a:solidFill>
              <a:schemeClr val="bg1"/>
            </a:solidFill>
            <a:ln>
              <a:noFill/>
            </a:ln>
          </p:spPr>
          <p:txBody>
            <a:bodyPr vert="horz" wrap="square" lIns="91179" tIns="45589" rIns="91179" bIns="45589" numCol="1" anchor="t" anchorCtr="0" compatLnSpc="1"/>
            <a:lstStyle/>
            <a:p>
              <a:pPr>
                <a:lnSpc>
                  <a:spcPct val="130000"/>
                </a:lnSpc>
              </a:pPr>
              <a:endParaRPr lang="zh-CN" altLang="en-US" sz="2400" dirty="0">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grpSp>
      <p:grpSp>
        <p:nvGrpSpPr>
          <p:cNvPr id="7" name="组合 6"/>
          <p:cNvGrpSpPr/>
          <p:nvPr/>
        </p:nvGrpSpPr>
        <p:grpSpPr>
          <a:xfrm>
            <a:off x="2404892" y="3573812"/>
            <a:ext cx="1000207" cy="924506"/>
            <a:chOff x="2342159" y="3467002"/>
            <a:chExt cx="1314688" cy="1215185"/>
          </a:xfrm>
        </p:grpSpPr>
        <p:sp>
          <p:nvSpPr>
            <p:cNvPr id="90" name="同心圆 59"/>
            <p:cNvSpPr/>
            <p:nvPr/>
          </p:nvSpPr>
          <p:spPr>
            <a:xfrm>
              <a:off x="2342159" y="3467002"/>
              <a:ext cx="1314688" cy="1215185"/>
            </a:xfrm>
            <a:prstGeom prst="hexagon">
              <a:avLst/>
            </a:prstGeom>
            <a:solidFill>
              <a:srgbClr val="2E5596"/>
            </a:solidFill>
            <a:ln w="25400" cap="flat" cmpd="sng" algn="ctr">
              <a:noFill/>
              <a:prstDash val="solid"/>
            </a:ln>
            <a:effectLst>
              <a:outerShdw blurRad="190500" dist="63500" dir="2700000" algn="tl" rotWithShape="0">
                <a:prstClr val="black">
                  <a:alpha val="20000"/>
                </a:prstClr>
              </a:outerShdw>
            </a:effectLst>
          </p:spPr>
          <p:txBody>
            <a:bodyPr rtlCol="0" anchor="ctr"/>
            <a:lstStyle/>
            <a:p>
              <a:pPr algn="ctr" defTabSz="1218565">
                <a:lnSpc>
                  <a:spcPct val="130000"/>
                </a:lnSpc>
                <a:defRPr/>
              </a:pPr>
              <a:endParaRPr lang="zh-CN" altLang="en-US" sz="2400" kern="0" dirty="0">
                <a:solidFill>
                  <a:sysClr val="windowText" lastClr="000000"/>
                </a:solidFill>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grpSp>
          <p:nvGrpSpPr>
            <p:cNvPr id="97" name="组合 75"/>
            <p:cNvGrpSpPr/>
            <p:nvPr/>
          </p:nvGrpSpPr>
          <p:grpSpPr>
            <a:xfrm>
              <a:off x="2826841" y="3870694"/>
              <a:ext cx="333243" cy="333407"/>
              <a:chOff x="4699046" y="3950523"/>
              <a:chExt cx="250052" cy="250132"/>
            </a:xfrm>
            <a:solidFill>
              <a:schemeClr val="bg1"/>
            </a:solidFill>
          </p:grpSpPr>
          <p:sp>
            <p:nvSpPr>
              <p:cNvPr id="98" name="Freeform 816"/>
              <p:cNvSpPr/>
              <p:nvPr/>
            </p:nvSpPr>
            <p:spPr bwMode="auto">
              <a:xfrm>
                <a:off x="4737131" y="4110140"/>
                <a:ext cx="79786" cy="90515"/>
              </a:xfrm>
              <a:custGeom>
                <a:avLst/>
                <a:gdLst>
                  <a:gd name="T0" fmla="*/ 0 w 92"/>
                  <a:gd name="T1" fmla="*/ 0 h 104"/>
                  <a:gd name="T2" fmla="*/ 18 w 92"/>
                  <a:gd name="T3" fmla="*/ 24 h 104"/>
                  <a:gd name="T4" fmla="*/ 18 w 92"/>
                  <a:gd name="T5" fmla="*/ 89 h 104"/>
                  <a:gd name="T6" fmla="*/ 33 w 92"/>
                  <a:gd name="T7" fmla="*/ 104 h 104"/>
                  <a:gd name="T8" fmla="*/ 76 w 92"/>
                  <a:gd name="T9" fmla="*/ 104 h 104"/>
                  <a:gd name="T10" fmla="*/ 92 w 92"/>
                  <a:gd name="T11" fmla="*/ 89 h 104"/>
                  <a:gd name="T12" fmla="*/ 74 w 92"/>
                  <a:gd name="T13" fmla="*/ 24 h 104"/>
                  <a:gd name="T14" fmla="*/ 84 w 92"/>
                  <a:gd name="T15" fmla="*/ 9 h 104"/>
                  <a:gd name="T16" fmla="*/ 22 w 92"/>
                  <a:gd name="T17" fmla="*/ 2 h 104"/>
                  <a:gd name="T18" fmla="*/ 0 w 92"/>
                  <a:gd name="T19" fmla="*/ 0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 h="104">
                    <a:moveTo>
                      <a:pt x="0" y="0"/>
                    </a:moveTo>
                    <a:cubicBezTo>
                      <a:pt x="18" y="24"/>
                      <a:pt x="18" y="24"/>
                      <a:pt x="18" y="24"/>
                    </a:cubicBezTo>
                    <a:cubicBezTo>
                      <a:pt x="18" y="89"/>
                      <a:pt x="18" y="89"/>
                      <a:pt x="18" y="89"/>
                    </a:cubicBezTo>
                    <a:cubicBezTo>
                      <a:pt x="18" y="97"/>
                      <a:pt x="25" y="104"/>
                      <a:pt x="33" y="104"/>
                    </a:cubicBezTo>
                    <a:cubicBezTo>
                      <a:pt x="76" y="104"/>
                      <a:pt x="76" y="104"/>
                      <a:pt x="76" y="104"/>
                    </a:cubicBezTo>
                    <a:cubicBezTo>
                      <a:pt x="85" y="104"/>
                      <a:pt x="92" y="97"/>
                      <a:pt x="92" y="89"/>
                    </a:cubicBezTo>
                    <a:cubicBezTo>
                      <a:pt x="74" y="24"/>
                      <a:pt x="74" y="24"/>
                      <a:pt x="74" y="24"/>
                    </a:cubicBezTo>
                    <a:cubicBezTo>
                      <a:pt x="84" y="9"/>
                      <a:pt x="84" y="9"/>
                      <a:pt x="84" y="9"/>
                    </a:cubicBezTo>
                    <a:cubicBezTo>
                      <a:pt x="62" y="5"/>
                      <a:pt x="40" y="2"/>
                      <a:pt x="22" y="2"/>
                    </a:cubicBezTo>
                    <a:cubicBezTo>
                      <a:pt x="14" y="2"/>
                      <a:pt x="7" y="1"/>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179" tIns="45589" rIns="91179" bIns="45589" numCol="1" anchor="t" anchorCtr="0" compatLnSpc="1"/>
              <a:lstStyle/>
              <a:p>
                <a:pPr>
                  <a:lnSpc>
                    <a:spcPct val="130000"/>
                  </a:lnSpc>
                </a:pPr>
                <a:endParaRPr lang="zh-CN" altLang="en-US" sz="2400" dirty="0">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sp>
            <p:nvSpPr>
              <p:cNvPr id="99" name="Freeform 817"/>
              <p:cNvSpPr/>
              <p:nvPr/>
            </p:nvSpPr>
            <p:spPr bwMode="auto">
              <a:xfrm>
                <a:off x="4777618" y="3950523"/>
                <a:ext cx="171480" cy="190559"/>
              </a:xfrm>
              <a:custGeom>
                <a:avLst/>
                <a:gdLst>
                  <a:gd name="T0" fmla="*/ 0 w 198"/>
                  <a:gd name="T1" fmla="*/ 160 h 219"/>
                  <a:gd name="T2" fmla="*/ 198 w 198"/>
                  <a:gd name="T3" fmla="*/ 219 h 219"/>
                  <a:gd name="T4" fmla="*/ 198 w 198"/>
                  <a:gd name="T5" fmla="*/ 0 h 219"/>
                  <a:gd name="T6" fmla="*/ 0 w 198"/>
                  <a:gd name="T7" fmla="*/ 59 h 219"/>
                  <a:gd name="T8" fmla="*/ 0 w 198"/>
                  <a:gd name="T9" fmla="*/ 160 h 219"/>
                </a:gdLst>
                <a:ahLst/>
                <a:cxnLst>
                  <a:cxn ang="0">
                    <a:pos x="T0" y="T1"/>
                  </a:cxn>
                  <a:cxn ang="0">
                    <a:pos x="T2" y="T3"/>
                  </a:cxn>
                  <a:cxn ang="0">
                    <a:pos x="T4" y="T5"/>
                  </a:cxn>
                  <a:cxn ang="0">
                    <a:pos x="T6" y="T7"/>
                  </a:cxn>
                  <a:cxn ang="0">
                    <a:pos x="T8" y="T9"/>
                  </a:cxn>
                </a:cxnLst>
                <a:rect l="0" t="0" r="r" b="b"/>
                <a:pathLst>
                  <a:path w="198" h="219">
                    <a:moveTo>
                      <a:pt x="0" y="160"/>
                    </a:moveTo>
                    <a:cubicBezTo>
                      <a:pt x="78" y="168"/>
                      <a:pt x="185" y="207"/>
                      <a:pt x="198" y="219"/>
                    </a:cubicBezTo>
                    <a:cubicBezTo>
                      <a:pt x="198" y="0"/>
                      <a:pt x="198" y="0"/>
                      <a:pt x="198" y="0"/>
                    </a:cubicBezTo>
                    <a:cubicBezTo>
                      <a:pt x="182" y="14"/>
                      <a:pt x="77" y="52"/>
                      <a:pt x="0" y="59"/>
                    </a:cubicBezTo>
                    <a:lnTo>
                      <a:pt x="0" y="16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179" tIns="45589" rIns="91179" bIns="45589" numCol="1" anchor="t" anchorCtr="0" compatLnSpc="1"/>
              <a:lstStyle/>
              <a:p>
                <a:pPr>
                  <a:lnSpc>
                    <a:spcPct val="130000"/>
                  </a:lnSpc>
                </a:pPr>
                <a:endParaRPr lang="zh-CN" altLang="en-US" sz="2400" dirty="0">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sp>
            <p:nvSpPr>
              <p:cNvPr id="100" name="Freeform 818"/>
              <p:cNvSpPr/>
              <p:nvPr/>
            </p:nvSpPr>
            <p:spPr bwMode="auto">
              <a:xfrm>
                <a:off x="4699046" y="4002950"/>
                <a:ext cx="50015" cy="85751"/>
              </a:xfrm>
              <a:custGeom>
                <a:avLst/>
                <a:gdLst>
                  <a:gd name="T0" fmla="*/ 57 w 57"/>
                  <a:gd name="T1" fmla="*/ 98 h 98"/>
                  <a:gd name="T2" fmla="*/ 57 w 57"/>
                  <a:gd name="T3" fmla="*/ 0 h 98"/>
                  <a:gd name="T4" fmla="*/ 0 w 57"/>
                  <a:gd name="T5" fmla="*/ 49 h 98"/>
                  <a:gd name="T6" fmla="*/ 57 w 57"/>
                  <a:gd name="T7" fmla="*/ 98 h 98"/>
                </a:gdLst>
                <a:ahLst/>
                <a:cxnLst>
                  <a:cxn ang="0">
                    <a:pos x="T0" y="T1"/>
                  </a:cxn>
                  <a:cxn ang="0">
                    <a:pos x="T2" y="T3"/>
                  </a:cxn>
                  <a:cxn ang="0">
                    <a:pos x="T4" y="T5"/>
                  </a:cxn>
                  <a:cxn ang="0">
                    <a:pos x="T6" y="T7"/>
                  </a:cxn>
                </a:cxnLst>
                <a:rect l="0" t="0" r="r" b="b"/>
                <a:pathLst>
                  <a:path w="57" h="98">
                    <a:moveTo>
                      <a:pt x="57" y="98"/>
                    </a:moveTo>
                    <a:cubicBezTo>
                      <a:pt x="57" y="0"/>
                      <a:pt x="57" y="0"/>
                      <a:pt x="57" y="0"/>
                    </a:cubicBezTo>
                    <a:cubicBezTo>
                      <a:pt x="11" y="3"/>
                      <a:pt x="0" y="31"/>
                      <a:pt x="0" y="49"/>
                    </a:cubicBezTo>
                    <a:cubicBezTo>
                      <a:pt x="0" y="68"/>
                      <a:pt x="10" y="94"/>
                      <a:pt x="57" y="9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179" tIns="45589" rIns="91179" bIns="45589" numCol="1" anchor="t" anchorCtr="0" compatLnSpc="1"/>
              <a:lstStyle/>
              <a:p>
                <a:pPr>
                  <a:lnSpc>
                    <a:spcPct val="130000"/>
                  </a:lnSpc>
                </a:pPr>
                <a:endParaRPr lang="zh-CN" altLang="en-US" sz="2400" dirty="0">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grpSp>
      </p:grpSp>
      <p:grpSp>
        <p:nvGrpSpPr>
          <p:cNvPr id="2" name="组合 1"/>
          <p:cNvGrpSpPr/>
          <p:nvPr/>
        </p:nvGrpSpPr>
        <p:grpSpPr>
          <a:xfrm>
            <a:off x="8605418" y="3491941"/>
            <a:ext cx="1000207" cy="924506"/>
            <a:chOff x="8542685" y="3385131"/>
            <a:chExt cx="1314688" cy="1215185"/>
          </a:xfrm>
        </p:grpSpPr>
        <p:sp>
          <p:nvSpPr>
            <p:cNvPr id="93" name="同心圆 68"/>
            <p:cNvSpPr/>
            <p:nvPr/>
          </p:nvSpPr>
          <p:spPr>
            <a:xfrm>
              <a:off x="8542685" y="3385131"/>
              <a:ext cx="1314688" cy="1215185"/>
            </a:xfrm>
            <a:prstGeom prst="hexagon">
              <a:avLst/>
            </a:prstGeom>
            <a:solidFill>
              <a:srgbClr val="587DB8"/>
            </a:solidFill>
            <a:ln w="25400" cap="flat" cmpd="sng" algn="ctr">
              <a:noFill/>
              <a:prstDash val="solid"/>
            </a:ln>
            <a:effectLst>
              <a:outerShdw blurRad="190500" dist="63500" dir="2700000" algn="tl" rotWithShape="0">
                <a:prstClr val="black">
                  <a:alpha val="20000"/>
                </a:prstClr>
              </a:outerShdw>
            </a:effectLst>
          </p:spPr>
          <p:txBody>
            <a:bodyPr rtlCol="0" anchor="ctr"/>
            <a:lstStyle/>
            <a:p>
              <a:pPr algn="ctr" defTabSz="1218565">
                <a:lnSpc>
                  <a:spcPct val="130000"/>
                </a:lnSpc>
                <a:defRPr/>
              </a:pPr>
              <a:endParaRPr lang="zh-CN" altLang="en-US" sz="2400" kern="0" dirty="0">
                <a:solidFill>
                  <a:sysClr val="windowText" lastClr="000000"/>
                </a:solidFill>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grpSp>
          <p:nvGrpSpPr>
            <p:cNvPr id="101" name="组合 79"/>
            <p:cNvGrpSpPr/>
            <p:nvPr/>
          </p:nvGrpSpPr>
          <p:grpSpPr>
            <a:xfrm>
              <a:off x="8973848" y="3771674"/>
              <a:ext cx="467093" cy="442099"/>
              <a:chOff x="6703195" y="942077"/>
              <a:chExt cx="265554" cy="251300"/>
            </a:xfrm>
            <a:solidFill>
              <a:schemeClr val="bg1"/>
            </a:solidFill>
          </p:grpSpPr>
          <p:sp>
            <p:nvSpPr>
              <p:cNvPr id="102" name="Freeform 695"/>
              <p:cNvSpPr>
                <a:spLocks noEditPoints="1"/>
              </p:cNvSpPr>
              <p:nvPr/>
            </p:nvSpPr>
            <p:spPr bwMode="auto">
              <a:xfrm>
                <a:off x="6850880" y="1088568"/>
                <a:ext cx="103603" cy="104807"/>
              </a:xfrm>
              <a:custGeom>
                <a:avLst/>
                <a:gdLst>
                  <a:gd name="T0" fmla="*/ 0 w 119"/>
                  <a:gd name="T1" fmla="*/ 40 h 121"/>
                  <a:gd name="T2" fmla="*/ 46 w 119"/>
                  <a:gd name="T3" fmla="*/ 85 h 121"/>
                  <a:gd name="T4" fmla="*/ 70 w 119"/>
                  <a:gd name="T5" fmla="*/ 118 h 121"/>
                  <a:gd name="T6" fmla="*/ 83 w 119"/>
                  <a:gd name="T7" fmla="*/ 121 h 121"/>
                  <a:gd name="T8" fmla="*/ 119 w 119"/>
                  <a:gd name="T9" fmla="*/ 85 h 121"/>
                  <a:gd name="T10" fmla="*/ 116 w 119"/>
                  <a:gd name="T11" fmla="*/ 72 h 121"/>
                  <a:gd name="T12" fmla="*/ 83 w 119"/>
                  <a:gd name="T13" fmla="*/ 48 h 121"/>
                  <a:gd name="T14" fmla="*/ 35 w 119"/>
                  <a:gd name="T15" fmla="*/ 0 h 121"/>
                  <a:gd name="T16" fmla="*/ 1 w 119"/>
                  <a:gd name="T17" fmla="*/ 34 h 121"/>
                  <a:gd name="T18" fmla="*/ 0 w 119"/>
                  <a:gd name="T19" fmla="*/ 40 h 121"/>
                  <a:gd name="T20" fmla="*/ 80 w 119"/>
                  <a:gd name="T21" fmla="*/ 67 h 121"/>
                  <a:gd name="T22" fmla="*/ 95 w 119"/>
                  <a:gd name="T23" fmla="*/ 82 h 121"/>
                  <a:gd name="T24" fmla="*/ 80 w 119"/>
                  <a:gd name="T25" fmla="*/ 97 h 121"/>
                  <a:gd name="T26" fmla="*/ 65 w 119"/>
                  <a:gd name="T27" fmla="*/ 82 h 121"/>
                  <a:gd name="T28" fmla="*/ 80 w 119"/>
                  <a:gd name="T29" fmla="*/ 67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9" h="121">
                    <a:moveTo>
                      <a:pt x="0" y="40"/>
                    </a:moveTo>
                    <a:cubicBezTo>
                      <a:pt x="46" y="85"/>
                      <a:pt x="46" y="85"/>
                      <a:pt x="46" y="85"/>
                    </a:cubicBezTo>
                    <a:cubicBezTo>
                      <a:pt x="70" y="118"/>
                      <a:pt x="70" y="118"/>
                      <a:pt x="70" y="118"/>
                    </a:cubicBezTo>
                    <a:cubicBezTo>
                      <a:pt x="83" y="121"/>
                      <a:pt x="83" y="121"/>
                      <a:pt x="83" y="121"/>
                    </a:cubicBezTo>
                    <a:cubicBezTo>
                      <a:pt x="119" y="85"/>
                      <a:pt x="119" y="85"/>
                      <a:pt x="119" y="85"/>
                    </a:cubicBezTo>
                    <a:cubicBezTo>
                      <a:pt x="116" y="72"/>
                      <a:pt x="116" y="72"/>
                      <a:pt x="116" y="72"/>
                    </a:cubicBezTo>
                    <a:cubicBezTo>
                      <a:pt x="83" y="48"/>
                      <a:pt x="83" y="48"/>
                      <a:pt x="83" y="48"/>
                    </a:cubicBezTo>
                    <a:cubicBezTo>
                      <a:pt x="35" y="0"/>
                      <a:pt x="35" y="0"/>
                      <a:pt x="35" y="0"/>
                    </a:cubicBezTo>
                    <a:cubicBezTo>
                      <a:pt x="1" y="34"/>
                      <a:pt x="1" y="34"/>
                      <a:pt x="1" y="34"/>
                    </a:cubicBezTo>
                    <a:cubicBezTo>
                      <a:pt x="1" y="36"/>
                      <a:pt x="1" y="38"/>
                      <a:pt x="0" y="40"/>
                    </a:cubicBezTo>
                    <a:close/>
                    <a:moveTo>
                      <a:pt x="80" y="67"/>
                    </a:moveTo>
                    <a:cubicBezTo>
                      <a:pt x="88" y="67"/>
                      <a:pt x="95" y="73"/>
                      <a:pt x="95" y="82"/>
                    </a:cubicBezTo>
                    <a:cubicBezTo>
                      <a:pt x="95" y="90"/>
                      <a:pt x="88" y="97"/>
                      <a:pt x="80" y="97"/>
                    </a:cubicBezTo>
                    <a:cubicBezTo>
                      <a:pt x="71" y="97"/>
                      <a:pt x="65" y="90"/>
                      <a:pt x="65" y="82"/>
                    </a:cubicBezTo>
                    <a:cubicBezTo>
                      <a:pt x="65" y="73"/>
                      <a:pt x="71" y="67"/>
                      <a:pt x="80" y="6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179" tIns="45589" rIns="91179" bIns="45589" numCol="1" anchor="t" anchorCtr="0" compatLnSpc="1"/>
              <a:lstStyle/>
              <a:p>
                <a:pPr>
                  <a:lnSpc>
                    <a:spcPct val="130000"/>
                  </a:lnSpc>
                </a:pPr>
                <a:endParaRPr lang="zh-CN" altLang="en-US" sz="2400" dirty="0">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sp>
            <p:nvSpPr>
              <p:cNvPr id="103" name="Freeform 696"/>
              <p:cNvSpPr/>
              <p:nvPr/>
            </p:nvSpPr>
            <p:spPr bwMode="auto">
              <a:xfrm>
                <a:off x="6703195" y="942099"/>
                <a:ext cx="130991" cy="129819"/>
              </a:xfrm>
              <a:custGeom>
                <a:avLst/>
                <a:gdLst>
                  <a:gd name="T0" fmla="*/ 151 w 151"/>
                  <a:gd name="T1" fmla="*/ 114 h 149"/>
                  <a:gd name="T2" fmla="*/ 124 w 151"/>
                  <a:gd name="T3" fmla="*/ 87 h 149"/>
                  <a:gd name="T4" fmla="*/ 130 w 151"/>
                  <a:gd name="T5" fmla="*/ 67 h 149"/>
                  <a:gd name="T6" fmla="*/ 62 w 151"/>
                  <a:gd name="T7" fmla="*/ 0 h 149"/>
                  <a:gd name="T8" fmla="*/ 56 w 151"/>
                  <a:gd name="T9" fmla="*/ 6 h 149"/>
                  <a:gd name="T10" fmla="*/ 82 w 151"/>
                  <a:gd name="T11" fmla="*/ 46 h 149"/>
                  <a:gd name="T12" fmla="*/ 46 w 151"/>
                  <a:gd name="T13" fmla="*/ 81 h 149"/>
                  <a:gd name="T14" fmla="*/ 6 w 151"/>
                  <a:gd name="T15" fmla="*/ 56 h 149"/>
                  <a:gd name="T16" fmla="*/ 0 w 151"/>
                  <a:gd name="T17" fmla="*/ 62 h 149"/>
                  <a:gd name="T18" fmla="*/ 67 w 151"/>
                  <a:gd name="T19" fmla="*/ 130 h 149"/>
                  <a:gd name="T20" fmla="*/ 87 w 151"/>
                  <a:gd name="T21" fmla="*/ 124 h 149"/>
                  <a:gd name="T22" fmla="*/ 111 w 151"/>
                  <a:gd name="T23" fmla="*/ 149 h 149"/>
                  <a:gd name="T24" fmla="*/ 117 w 151"/>
                  <a:gd name="T25" fmla="*/ 148 h 149"/>
                  <a:gd name="T26" fmla="*/ 151 w 151"/>
                  <a:gd name="T27" fmla="*/ 114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1" h="149">
                    <a:moveTo>
                      <a:pt x="151" y="114"/>
                    </a:moveTo>
                    <a:cubicBezTo>
                      <a:pt x="124" y="87"/>
                      <a:pt x="124" y="87"/>
                      <a:pt x="124" y="87"/>
                    </a:cubicBezTo>
                    <a:cubicBezTo>
                      <a:pt x="128" y="80"/>
                      <a:pt x="130" y="74"/>
                      <a:pt x="130" y="67"/>
                    </a:cubicBezTo>
                    <a:cubicBezTo>
                      <a:pt x="130" y="33"/>
                      <a:pt x="97" y="0"/>
                      <a:pt x="62" y="0"/>
                    </a:cubicBezTo>
                    <a:cubicBezTo>
                      <a:pt x="62" y="0"/>
                      <a:pt x="58" y="4"/>
                      <a:pt x="56" y="6"/>
                    </a:cubicBezTo>
                    <a:cubicBezTo>
                      <a:pt x="84" y="34"/>
                      <a:pt x="82" y="29"/>
                      <a:pt x="82" y="46"/>
                    </a:cubicBezTo>
                    <a:cubicBezTo>
                      <a:pt x="82" y="60"/>
                      <a:pt x="60" y="81"/>
                      <a:pt x="46" y="81"/>
                    </a:cubicBezTo>
                    <a:cubicBezTo>
                      <a:pt x="29" y="81"/>
                      <a:pt x="34" y="84"/>
                      <a:pt x="6" y="56"/>
                    </a:cubicBezTo>
                    <a:cubicBezTo>
                      <a:pt x="4" y="58"/>
                      <a:pt x="0" y="62"/>
                      <a:pt x="0" y="62"/>
                    </a:cubicBezTo>
                    <a:cubicBezTo>
                      <a:pt x="1" y="97"/>
                      <a:pt x="33" y="130"/>
                      <a:pt x="67" y="130"/>
                    </a:cubicBezTo>
                    <a:cubicBezTo>
                      <a:pt x="74" y="130"/>
                      <a:pt x="80" y="128"/>
                      <a:pt x="87" y="124"/>
                    </a:cubicBezTo>
                    <a:cubicBezTo>
                      <a:pt x="111" y="149"/>
                      <a:pt x="111" y="149"/>
                      <a:pt x="111" y="149"/>
                    </a:cubicBezTo>
                    <a:cubicBezTo>
                      <a:pt x="113" y="148"/>
                      <a:pt x="115" y="148"/>
                      <a:pt x="117" y="148"/>
                    </a:cubicBezTo>
                    <a:lnTo>
                      <a:pt x="151" y="11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179" tIns="45589" rIns="91179" bIns="45589" numCol="1" anchor="t" anchorCtr="0" compatLnSpc="1"/>
              <a:lstStyle/>
              <a:p>
                <a:pPr>
                  <a:lnSpc>
                    <a:spcPct val="130000"/>
                  </a:lnSpc>
                </a:pPr>
                <a:endParaRPr lang="zh-CN" altLang="en-US" sz="2400" dirty="0">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sp>
            <p:nvSpPr>
              <p:cNvPr id="104" name="Freeform 697"/>
              <p:cNvSpPr/>
              <p:nvPr/>
            </p:nvSpPr>
            <p:spPr bwMode="auto">
              <a:xfrm>
                <a:off x="6719865" y="942077"/>
                <a:ext cx="248884" cy="251300"/>
              </a:xfrm>
              <a:custGeom>
                <a:avLst/>
                <a:gdLst>
                  <a:gd name="T0" fmla="*/ 240 w 285"/>
                  <a:gd name="T1" fmla="*/ 172 h 289"/>
                  <a:gd name="T2" fmla="*/ 259 w 285"/>
                  <a:gd name="T3" fmla="*/ 190 h 289"/>
                  <a:gd name="T4" fmla="*/ 254 w 285"/>
                  <a:gd name="T5" fmla="*/ 86 h 289"/>
                  <a:gd name="T6" fmla="*/ 213 w 285"/>
                  <a:gd name="T7" fmla="*/ 45 h 289"/>
                  <a:gd name="T8" fmla="*/ 200 w 285"/>
                  <a:gd name="T9" fmla="*/ 42 h 289"/>
                  <a:gd name="T10" fmla="*/ 191 w 285"/>
                  <a:gd name="T11" fmla="*/ 26 h 289"/>
                  <a:gd name="T12" fmla="*/ 178 w 285"/>
                  <a:gd name="T13" fmla="*/ 9 h 289"/>
                  <a:gd name="T14" fmla="*/ 177 w 285"/>
                  <a:gd name="T15" fmla="*/ 7 h 289"/>
                  <a:gd name="T16" fmla="*/ 167 w 285"/>
                  <a:gd name="T17" fmla="*/ 0 h 289"/>
                  <a:gd name="T18" fmla="*/ 159 w 285"/>
                  <a:gd name="T19" fmla="*/ 6 h 289"/>
                  <a:gd name="T20" fmla="*/ 133 w 285"/>
                  <a:gd name="T21" fmla="*/ 31 h 289"/>
                  <a:gd name="T22" fmla="*/ 134 w 285"/>
                  <a:gd name="T23" fmla="*/ 49 h 289"/>
                  <a:gd name="T24" fmla="*/ 136 w 285"/>
                  <a:gd name="T25" fmla="*/ 51 h 289"/>
                  <a:gd name="T26" fmla="*/ 155 w 285"/>
                  <a:gd name="T27" fmla="*/ 64 h 289"/>
                  <a:gd name="T28" fmla="*/ 156 w 285"/>
                  <a:gd name="T29" fmla="*/ 64 h 289"/>
                  <a:gd name="T30" fmla="*/ 177 w 285"/>
                  <a:gd name="T31" fmla="*/ 77 h 289"/>
                  <a:gd name="T32" fmla="*/ 171 w 285"/>
                  <a:gd name="T33" fmla="*/ 102 h 289"/>
                  <a:gd name="T34" fmla="*/ 104 w 285"/>
                  <a:gd name="T35" fmla="*/ 169 h 289"/>
                  <a:gd name="T36" fmla="*/ 98 w 285"/>
                  <a:gd name="T37" fmla="*/ 168 h 289"/>
                  <a:gd name="T38" fmla="*/ 88 w 285"/>
                  <a:gd name="T39" fmla="*/ 172 h 289"/>
                  <a:gd name="T40" fmla="*/ 86 w 285"/>
                  <a:gd name="T41" fmla="*/ 174 h 289"/>
                  <a:gd name="T42" fmla="*/ 16 w 285"/>
                  <a:gd name="T43" fmla="*/ 244 h 289"/>
                  <a:gd name="T44" fmla="*/ 14 w 285"/>
                  <a:gd name="T45" fmla="*/ 246 h 289"/>
                  <a:gd name="T46" fmla="*/ 43 w 285"/>
                  <a:gd name="T47" fmla="*/ 289 h 289"/>
                  <a:gd name="T48" fmla="*/ 53 w 285"/>
                  <a:gd name="T49" fmla="*/ 285 h 289"/>
                  <a:gd name="T50" fmla="*/ 55 w 285"/>
                  <a:gd name="T51" fmla="*/ 283 h 289"/>
                  <a:gd name="T52" fmla="*/ 125 w 285"/>
                  <a:gd name="T53" fmla="*/ 213 h 289"/>
                  <a:gd name="T54" fmla="*/ 127 w 285"/>
                  <a:gd name="T55" fmla="*/ 211 h 289"/>
                  <a:gd name="T56" fmla="*/ 130 w 285"/>
                  <a:gd name="T57" fmla="*/ 195 h 289"/>
                  <a:gd name="T58" fmla="*/ 205 w 285"/>
                  <a:gd name="T59" fmla="*/ 120 h 289"/>
                  <a:gd name="T60" fmla="*/ 217 w 285"/>
                  <a:gd name="T61" fmla="*/ 112 h 289"/>
                  <a:gd name="T62" fmla="*/ 218 w 285"/>
                  <a:gd name="T63" fmla="*/ 112 h 289"/>
                  <a:gd name="T64" fmla="*/ 240 w 285"/>
                  <a:gd name="T65" fmla="*/ 172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85" h="289">
                    <a:moveTo>
                      <a:pt x="240" y="172"/>
                    </a:moveTo>
                    <a:cubicBezTo>
                      <a:pt x="259" y="190"/>
                      <a:pt x="259" y="190"/>
                      <a:pt x="259" y="190"/>
                    </a:cubicBezTo>
                    <a:cubicBezTo>
                      <a:pt x="259" y="190"/>
                      <a:pt x="285" y="117"/>
                      <a:pt x="254" y="86"/>
                    </a:cubicBezTo>
                    <a:cubicBezTo>
                      <a:pt x="242" y="74"/>
                      <a:pt x="226" y="58"/>
                      <a:pt x="213" y="45"/>
                    </a:cubicBezTo>
                    <a:cubicBezTo>
                      <a:pt x="210" y="42"/>
                      <a:pt x="202" y="44"/>
                      <a:pt x="200" y="42"/>
                    </a:cubicBezTo>
                    <a:cubicBezTo>
                      <a:pt x="194" y="34"/>
                      <a:pt x="192" y="27"/>
                      <a:pt x="191" y="26"/>
                    </a:cubicBezTo>
                    <a:cubicBezTo>
                      <a:pt x="190" y="20"/>
                      <a:pt x="184" y="14"/>
                      <a:pt x="178" y="9"/>
                    </a:cubicBezTo>
                    <a:cubicBezTo>
                      <a:pt x="177" y="7"/>
                      <a:pt x="177" y="7"/>
                      <a:pt x="177" y="7"/>
                    </a:cubicBezTo>
                    <a:cubicBezTo>
                      <a:pt x="172" y="2"/>
                      <a:pt x="170" y="0"/>
                      <a:pt x="167" y="0"/>
                    </a:cubicBezTo>
                    <a:cubicBezTo>
                      <a:pt x="165" y="0"/>
                      <a:pt x="163" y="2"/>
                      <a:pt x="159" y="6"/>
                    </a:cubicBezTo>
                    <a:cubicBezTo>
                      <a:pt x="133" y="31"/>
                      <a:pt x="133" y="31"/>
                      <a:pt x="133" y="31"/>
                    </a:cubicBezTo>
                    <a:cubicBezTo>
                      <a:pt x="124" y="40"/>
                      <a:pt x="126" y="41"/>
                      <a:pt x="134" y="49"/>
                    </a:cubicBezTo>
                    <a:cubicBezTo>
                      <a:pt x="136" y="51"/>
                      <a:pt x="136" y="51"/>
                      <a:pt x="136" y="51"/>
                    </a:cubicBezTo>
                    <a:cubicBezTo>
                      <a:pt x="142" y="57"/>
                      <a:pt x="149" y="64"/>
                      <a:pt x="155" y="64"/>
                    </a:cubicBezTo>
                    <a:cubicBezTo>
                      <a:pt x="156" y="64"/>
                      <a:pt x="156" y="64"/>
                      <a:pt x="156" y="64"/>
                    </a:cubicBezTo>
                    <a:cubicBezTo>
                      <a:pt x="161" y="65"/>
                      <a:pt x="172" y="68"/>
                      <a:pt x="177" y="77"/>
                    </a:cubicBezTo>
                    <a:cubicBezTo>
                      <a:pt x="182" y="89"/>
                      <a:pt x="174" y="97"/>
                      <a:pt x="171" y="102"/>
                    </a:cubicBezTo>
                    <a:cubicBezTo>
                      <a:pt x="104" y="169"/>
                      <a:pt x="104" y="169"/>
                      <a:pt x="104" y="169"/>
                    </a:cubicBezTo>
                    <a:cubicBezTo>
                      <a:pt x="102" y="168"/>
                      <a:pt x="100" y="168"/>
                      <a:pt x="98" y="168"/>
                    </a:cubicBezTo>
                    <a:cubicBezTo>
                      <a:pt x="94" y="168"/>
                      <a:pt x="91" y="169"/>
                      <a:pt x="88" y="172"/>
                    </a:cubicBezTo>
                    <a:cubicBezTo>
                      <a:pt x="87" y="172"/>
                      <a:pt x="87" y="173"/>
                      <a:pt x="86" y="174"/>
                    </a:cubicBezTo>
                    <a:cubicBezTo>
                      <a:pt x="86" y="174"/>
                      <a:pt x="30" y="229"/>
                      <a:pt x="16" y="244"/>
                    </a:cubicBezTo>
                    <a:cubicBezTo>
                      <a:pt x="15" y="245"/>
                      <a:pt x="14" y="245"/>
                      <a:pt x="14" y="246"/>
                    </a:cubicBezTo>
                    <a:cubicBezTo>
                      <a:pt x="0" y="259"/>
                      <a:pt x="25" y="289"/>
                      <a:pt x="43" y="289"/>
                    </a:cubicBezTo>
                    <a:cubicBezTo>
                      <a:pt x="47" y="289"/>
                      <a:pt x="50" y="288"/>
                      <a:pt x="53" y="285"/>
                    </a:cubicBezTo>
                    <a:cubicBezTo>
                      <a:pt x="54" y="285"/>
                      <a:pt x="54" y="284"/>
                      <a:pt x="55" y="283"/>
                    </a:cubicBezTo>
                    <a:cubicBezTo>
                      <a:pt x="70" y="268"/>
                      <a:pt x="125" y="213"/>
                      <a:pt x="125" y="213"/>
                    </a:cubicBezTo>
                    <a:cubicBezTo>
                      <a:pt x="126" y="212"/>
                      <a:pt x="127" y="212"/>
                      <a:pt x="127" y="211"/>
                    </a:cubicBezTo>
                    <a:cubicBezTo>
                      <a:pt x="131" y="207"/>
                      <a:pt x="132" y="201"/>
                      <a:pt x="130" y="195"/>
                    </a:cubicBezTo>
                    <a:cubicBezTo>
                      <a:pt x="205" y="120"/>
                      <a:pt x="205" y="120"/>
                      <a:pt x="205" y="120"/>
                    </a:cubicBezTo>
                    <a:cubicBezTo>
                      <a:pt x="210" y="116"/>
                      <a:pt x="215" y="112"/>
                      <a:pt x="217" y="112"/>
                    </a:cubicBezTo>
                    <a:cubicBezTo>
                      <a:pt x="218" y="112"/>
                      <a:pt x="218" y="112"/>
                      <a:pt x="218" y="112"/>
                    </a:cubicBezTo>
                    <a:cubicBezTo>
                      <a:pt x="246" y="128"/>
                      <a:pt x="240" y="172"/>
                      <a:pt x="240" y="17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179" tIns="45589" rIns="91179" bIns="45589" numCol="1" anchor="t" anchorCtr="0" compatLnSpc="1"/>
              <a:lstStyle/>
              <a:p>
                <a:pPr>
                  <a:lnSpc>
                    <a:spcPct val="130000"/>
                  </a:lnSpc>
                </a:pPr>
                <a:endParaRPr lang="zh-CN" altLang="en-US" sz="2400" dirty="0">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grpSp>
      </p:grpSp>
      <p:grpSp>
        <p:nvGrpSpPr>
          <p:cNvPr id="4" name="组合 3"/>
          <p:cNvGrpSpPr/>
          <p:nvPr/>
        </p:nvGrpSpPr>
        <p:grpSpPr>
          <a:xfrm>
            <a:off x="7468888" y="4342575"/>
            <a:ext cx="1000207" cy="924506"/>
            <a:chOff x="7406155" y="4235765"/>
            <a:chExt cx="1314688" cy="1215185"/>
          </a:xfrm>
        </p:grpSpPr>
        <p:sp>
          <p:nvSpPr>
            <p:cNvPr id="94" name="同心圆 71"/>
            <p:cNvSpPr/>
            <p:nvPr/>
          </p:nvSpPr>
          <p:spPr>
            <a:xfrm>
              <a:off x="7406155" y="4235765"/>
              <a:ext cx="1314688" cy="1215185"/>
            </a:xfrm>
            <a:prstGeom prst="hexagon">
              <a:avLst/>
            </a:prstGeom>
            <a:solidFill>
              <a:srgbClr val="2E5596"/>
            </a:solidFill>
            <a:ln w="25400" cap="flat" cmpd="sng" algn="ctr">
              <a:noFill/>
              <a:prstDash val="solid"/>
            </a:ln>
            <a:effectLst>
              <a:outerShdw blurRad="190500" dist="63500" dir="2700000" algn="tl" rotWithShape="0">
                <a:prstClr val="black">
                  <a:alpha val="20000"/>
                </a:prstClr>
              </a:outerShdw>
            </a:effectLst>
          </p:spPr>
          <p:txBody>
            <a:bodyPr rtlCol="0" anchor="ctr"/>
            <a:lstStyle/>
            <a:p>
              <a:pPr algn="ctr" defTabSz="1218565">
                <a:lnSpc>
                  <a:spcPct val="130000"/>
                </a:lnSpc>
                <a:defRPr/>
              </a:pPr>
              <a:endParaRPr lang="zh-CN" altLang="en-US" sz="2400" kern="0" dirty="0">
                <a:solidFill>
                  <a:sysClr val="windowText" lastClr="000000"/>
                </a:solidFill>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sp>
          <p:nvSpPr>
            <p:cNvPr id="105" name="Freeform 881"/>
            <p:cNvSpPr>
              <a:spLocks noEditPoints="1"/>
            </p:cNvSpPr>
            <p:nvPr/>
          </p:nvSpPr>
          <p:spPr bwMode="auto">
            <a:xfrm>
              <a:off x="7853970" y="4600318"/>
              <a:ext cx="353761" cy="491881"/>
            </a:xfrm>
            <a:custGeom>
              <a:avLst/>
              <a:gdLst>
                <a:gd name="T0" fmla="*/ 112 w 124"/>
                <a:gd name="T1" fmla="*/ 76 h 172"/>
                <a:gd name="T2" fmla="*/ 92 w 124"/>
                <a:gd name="T3" fmla="*/ 39 h 172"/>
                <a:gd name="T4" fmla="*/ 92 w 124"/>
                <a:gd name="T5" fmla="*/ 6 h 172"/>
                <a:gd name="T6" fmla="*/ 59 w 124"/>
                <a:gd name="T7" fmla="*/ 6 h 172"/>
                <a:gd name="T8" fmla="*/ 7 w 124"/>
                <a:gd name="T9" fmla="*/ 58 h 172"/>
                <a:gd name="T10" fmla="*/ 7 w 124"/>
                <a:gd name="T11" fmla="*/ 91 h 172"/>
                <a:gd name="T12" fmla="*/ 32 w 124"/>
                <a:gd name="T13" fmla="*/ 133 h 172"/>
                <a:gd name="T14" fmla="*/ 32 w 124"/>
                <a:gd name="T15" fmla="*/ 166 h 172"/>
                <a:gd name="T16" fmla="*/ 49 w 124"/>
                <a:gd name="T17" fmla="*/ 172 h 172"/>
                <a:gd name="T18" fmla="*/ 65 w 124"/>
                <a:gd name="T19" fmla="*/ 166 h 172"/>
                <a:gd name="T20" fmla="*/ 124 w 124"/>
                <a:gd name="T21" fmla="*/ 97 h 172"/>
                <a:gd name="T22" fmla="*/ 67 w 124"/>
                <a:gd name="T23" fmla="*/ 14 h 172"/>
                <a:gd name="T24" fmla="*/ 84 w 124"/>
                <a:gd name="T25" fmla="*/ 14 h 172"/>
                <a:gd name="T26" fmla="*/ 84 w 124"/>
                <a:gd name="T27" fmla="*/ 31 h 172"/>
                <a:gd name="T28" fmla="*/ 46 w 124"/>
                <a:gd name="T29" fmla="*/ 69 h 172"/>
                <a:gd name="T30" fmla="*/ 29 w 124"/>
                <a:gd name="T31" fmla="*/ 52 h 172"/>
                <a:gd name="T32" fmla="*/ 57 w 124"/>
                <a:gd name="T33" fmla="*/ 158 h 172"/>
                <a:gd name="T34" fmla="*/ 40 w 124"/>
                <a:gd name="T35" fmla="*/ 158 h 172"/>
                <a:gd name="T36" fmla="*/ 40 w 124"/>
                <a:gd name="T37" fmla="*/ 141 h 172"/>
                <a:gd name="T38" fmla="*/ 52 w 124"/>
                <a:gd name="T39" fmla="*/ 136 h 172"/>
                <a:gd name="T40" fmla="*/ 60 w 124"/>
                <a:gd name="T41" fmla="*/ 149 h 172"/>
                <a:gd name="T42" fmla="*/ 109 w 124"/>
                <a:gd name="T43" fmla="*/ 106 h 172"/>
                <a:gd name="T44" fmla="*/ 65 w 124"/>
                <a:gd name="T45" fmla="*/ 133 h 172"/>
                <a:gd name="T46" fmla="*/ 15 w 124"/>
                <a:gd name="T47" fmla="*/ 83 h 172"/>
                <a:gd name="T48" fmla="*/ 15 w 124"/>
                <a:gd name="T49" fmla="*/ 66 h 172"/>
                <a:gd name="T50" fmla="*/ 32 w 124"/>
                <a:gd name="T51" fmla="*/ 66 h 172"/>
                <a:gd name="T52" fmla="*/ 32 w 124"/>
                <a:gd name="T53" fmla="*/ 83 h 172"/>
                <a:gd name="T54" fmla="*/ 75 w 124"/>
                <a:gd name="T55" fmla="*/ 55 h 172"/>
                <a:gd name="T56" fmla="*/ 109 w 124"/>
                <a:gd name="T57" fmla="*/ 89 h 172"/>
                <a:gd name="T58" fmla="*/ 109 w 124"/>
                <a:gd name="T59" fmla="*/ 106 h 172"/>
                <a:gd name="T60" fmla="*/ 43 w 124"/>
                <a:gd name="T61" fmla="*/ 95 h 172"/>
                <a:gd name="T62" fmla="*/ 81 w 124"/>
                <a:gd name="T63" fmla="*/ 73 h 172"/>
                <a:gd name="T64" fmla="*/ 85 w 124"/>
                <a:gd name="T65" fmla="*/ 77 h 172"/>
                <a:gd name="T66" fmla="*/ 63 w 124"/>
                <a:gd name="T67" fmla="*/ 115 h 172"/>
                <a:gd name="T68" fmla="*/ 85 w 124"/>
                <a:gd name="T69" fmla="*/ 77 h 172"/>
                <a:gd name="T70" fmla="*/ 75 w 124"/>
                <a:gd name="T71" fmla="*/ 126 h 172"/>
                <a:gd name="T72" fmla="*/ 96 w 124"/>
                <a:gd name="T73" fmla="*/ 89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4" h="172">
                  <a:moveTo>
                    <a:pt x="117" y="81"/>
                  </a:moveTo>
                  <a:cubicBezTo>
                    <a:pt x="112" y="76"/>
                    <a:pt x="112" y="76"/>
                    <a:pt x="112" y="76"/>
                  </a:cubicBezTo>
                  <a:cubicBezTo>
                    <a:pt x="83" y="47"/>
                    <a:pt x="83" y="47"/>
                    <a:pt x="83" y="47"/>
                  </a:cubicBezTo>
                  <a:cubicBezTo>
                    <a:pt x="92" y="39"/>
                    <a:pt x="92" y="39"/>
                    <a:pt x="92" y="39"/>
                  </a:cubicBezTo>
                  <a:cubicBezTo>
                    <a:pt x="96" y="34"/>
                    <a:pt x="98" y="28"/>
                    <a:pt x="98" y="23"/>
                  </a:cubicBezTo>
                  <a:cubicBezTo>
                    <a:pt x="98" y="17"/>
                    <a:pt x="96" y="11"/>
                    <a:pt x="92" y="6"/>
                  </a:cubicBezTo>
                  <a:cubicBezTo>
                    <a:pt x="87" y="2"/>
                    <a:pt x="81" y="0"/>
                    <a:pt x="75" y="0"/>
                  </a:cubicBezTo>
                  <a:cubicBezTo>
                    <a:pt x="69" y="0"/>
                    <a:pt x="64" y="2"/>
                    <a:pt x="59" y="6"/>
                  </a:cubicBezTo>
                  <a:cubicBezTo>
                    <a:pt x="9" y="57"/>
                    <a:pt x="9" y="57"/>
                    <a:pt x="9" y="57"/>
                  </a:cubicBezTo>
                  <a:cubicBezTo>
                    <a:pt x="8" y="57"/>
                    <a:pt x="8" y="58"/>
                    <a:pt x="7" y="58"/>
                  </a:cubicBezTo>
                  <a:cubicBezTo>
                    <a:pt x="3" y="63"/>
                    <a:pt x="0" y="69"/>
                    <a:pt x="0" y="75"/>
                  </a:cubicBezTo>
                  <a:cubicBezTo>
                    <a:pt x="0" y="81"/>
                    <a:pt x="3" y="86"/>
                    <a:pt x="7" y="91"/>
                  </a:cubicBezTo>
                  <a:cubicBezTo>
                    <a:pt x="41" y="125"/>
                    <a:pt x="41" y="125"/>
                    <a:pt x="41" y="125"/>
                  </a:cubicBezTo>
                  <a:cubicBezTo>
                    <a:pt x="32" y="133"/>
                    <a:pt x="32" y="133"/>
                    <a:pt x="32" y="133"/>
                  </a:cubicBezTo>
                  <a:cubicBezTo>
                    <a:pt x="28" y="138"/>
                    <a:pt x="26" y="144"/>
                    <a:pt x="26" y="149"/>
                  </a:cubicBezTo>
                  <a:cubicBezTo>
                    <a:pt x="26" y="155"/>
                    <a:pt x="28" y="161"/>
                    <a:pt x="32" y="166"/>
                  </a:cubicBezTo>
                  <a:cubicBezTo>
                    <a:pt x="37" y="170"/>
                    <a:pt x="43" y="172"/>
                    <a:pt x="49" y="172"/>
                  </a:cubicBezTo>
                  <a:cubicBezTo>
                    <a:pt x="49" y="172"/>
                    <a:pt x="49" y="172"/>
                    <a:pt x="49" y="172"/>
                  </a:cubicBezTo>
                  <a:cubicBezTo>
                    <a:pt x="55" y="172"/>
                    <a:pt x="60" y="170"/>
                    <a:pt x="65" y="166"/>
                  </a:cubicBezTo>
                  <a:cubicBezTo>
                    <a:pt x="65" y="166"/>
                    <a:pt x="65" y="166"/>
                    <a:pt x="65" y="166"/>
                  </a:cubicBezTo>
                  <a:cubicBezTo>
                    <a:pt x="117" y="114"/>
                    <a:pt x="117" y="114"/>
                    <a:pt x="117" y="114"/>
                  </a:cubicBezTo>
                  <a:cubicBezTo>
                    <a:pt x="121" y="109"/>
                    <a:pt x="124" y="103"/>
                    <a:pt x="124" y="97"/>
                  </a:cubicBezTo>
                  <a:cubicBezTo>
                    <a:pt x="124" y="91"/>
                    <a:pt x="121" y="85"/>
                    <a:pt x="117" y="81"/>
                  </a:cubicBezTo>
                  <a:close/>
                  <a:moveTo>
                    <a:pt x="67" y="14"/>
                  </a:moveTo>
                  <a:cubicBezTo>
                    <a:pt x="69" y="12"/>
                    <a:pt x="72" y="11"/>
                    <a:pt x="75" y="11"/>
                  </a:cubicBezTo>
                  <a:cubicBezTo>
                    <a:pt x="78" y="11"/>
                    <a:pt x="81" y="12"/>
                    <a:pt x="84" y="14"/>
                  </a:cubicBezTo>
                  <a:cubicBezTo>
                    <a:pt x="86" y="17"/>
                    <a:pt x="87" y="20"/>
                    <a:pt x="87" y="23"/>
                  </a:cubicBezTo>
                  <a:cubicBezTo>
                    <a:pt x="87" y="26"/>
                    <a:pt x="86" y="29"/>
                    <a:pt x="84" y="31"/>
                  </a:cubicBezTo>
                  <a:cubicBezTo>
                    <a:pt x="80" y="34"/>
                    <a:pt x="80" y="34"/>
                    <a:pt x="80" y="34"/>
                  </a:cubicBezTo>
                  <a:cubicBezTo>
                    <a:pt x="46" y="69"/>
                    <a:pt x="46" y="69"/>
                    <a:pt x="46" y="69"/>
                  </a:cubicBezTo>
                  <a:cubicBezTo>
                    <a:pt x="45" y="65"/>
                    <a:pt x="43" y="62"/>
                    <a:pt x="39" y="58"/>
                  </a:cubicBezTo>
                  <a:cubicBezTo>
                    <a:pt x="36" y="55"/>
                    <a:pt x="33" y="53"/>
                    <a:pt x="29" y="52"/>
                  </a:cubicBezTo>
                  <a:lnTo>
                    <a:pt x="67" y="14"/>
                  </a:lnTo>
                  <a:close/>
                  <a:moveTo>
                    <a:pt x="57" y="158"/>
                  </a:moveTo>
                  <a:cubicBezTo>
                    <a:pt x="55" y="160"/>
                    <a:pt x="52" y="161"/>
                    <a:pt x="49" y="161"/>
                  </a:cubicBezTo>
                  <a:cubicBezTo>
                    <a:pt x="46" y="161"/>
                    <a:pt x="43" y="160"/>
                    <a:pt x="40" y="158"/>
                  </a:cubicBezTo>
                  <a:cubicBezTo>
                    <a:pt x="38" y="155"/>
                    <a:pt x="37" y="152"/>
                    <a:pt x="37" y="149"/>
                  </a:cubicBezTo>
                  <a:cubicBezTo>
                    <a:pt x="37" y="146"/>
                    <a:pt x="38" y="143"/>
                    <a:pt x="40" y="141"/>
                  </a:cubicBezTo>
                  <a:cubicBezTo>
                    <a:pt x="49" y="133"/>
                    <a:pt x="49" y="133"/>
                    <a:pt x="49" y="133"/>
                  </a:cubicBezTo>
                  <a:cubicBezTo>
                    <a:pt x="52" y="136"/>
                    <a:pt x="52" y="136"/>
                    <a:pt x="52" y="136"/>
                  </a:cubicBezTo>
                  <a:cubicBezTo>
                    <a:pt x="57" y="141"/>
                    <a:pt x="57" y="141"/>
                    <a:pt x="57" y="141"/>
                  </a:cubicBezTo>
                  <a:cubicBezTo>
                    <a:pt x="59" y="143"/>
                    <a:pt x="60" y="146"/>
                    <a:pt x="60" y="149"/>
                  </a:cubicBezTo>
                  <a:cubicBezTo>
                    <a:pt x="60" y="152"/>
                    <a:pt x="59" y="155"/>
                    <a:pt x="57" y="158"/>
                  </a:cubicBezTo>
                  <a:close/>
                  <a:moveTo>
                    <a:pt x="109" y="106"/>
                  </a:moveTo>
                  <a:cubicBezTo>
                    <a:pt x="71" y="144"/>
                    <a:pt x="71" y="144"/>
                    <a:pt x="71" y="144"/>
                  </a:cubicBezTo>
                  <a:cubicBezTo>
                    <a:pt x="70" y="140"/>
                    <a:pt x="68" y="136"/>
                    <a:pt x="65" y="133"/>
                  </a:cubicBezTo>
                  <a:cubicBezTo>
                    <a:pt x="60" y="128"/>
                    <a:pt x="60" y="128"/>
                    <a:pt x="60" y="128"/>
                  </a:cubicBezTo>
                  <a:cubicBezTo>
                    <a:pt x="15" y="83"/>
                    <a:pt x="15" y="83"/>
                    <a:pt x="15" y="83"/>
                  </a:cubicBezTo>
                  <a:cubicBezTo>
                    <a:pt x="13" y="81"/>
                    <a:pt x="11" y="78"/>
                    <a:pt x="11" y="75"/>
                  </a:cubicBezTo>
                  <a:cubicBezTo>
                    <a:pt x="11" y="72"/>
                    <a:pt x="13" y="69"/>
                    <a:pt x="15" y="66"/>
                  </a:cubicBezTo>
                  <a:cubicBezTo>
                    <a:pt x="17" y="64"/>
                    <a:pt x="20" y="63"/>
                    <a:pt x="23" y="63"/>
                  </a:cubicBezTo>
                  <a:cubicBezTo>
                    <a:pt x="26" y="63"/>
                    <a:pt x="29" y="64"/>
                    <a:pt x="32" y="66"/>
                  </a:cubicBezTo>
                  <a:cubicBezTo>
                    <a:pt x="34" y="69"/>
                    <a:pt x="35" y="72"/>
                    <a:pt x="35" y="75"/>
                  </a:cubicBezTo>
                  <a:cubicBezTo>
                    <a:pt x="35" y="78"/>
                    <a:pt x="34" y="81"/>
                    <a:pt x="32" y="83"/>
                  </a:cubicBezTo>
                  <a:cubicBezTo>
                    <a:pt x="39" y="91"/>
                    <a:pt x="39" y="91"/>
                    <a:pt x="39" y="91"/>
                  </a:cubicBezTo>
                  <a:cubicBezTo>
                    <a:pt x="75" y="55"/>
                    <a:pt x="75" y="55"/>
                    <a:pt x="75" y="55"/>
                  </a:cubicBezTo>
                  <a:cubicBezTo>
                    <a:pt x="104" y="84"/>
                    <a:pt x="104" y="84"/>
                    <a:pt x="104" y="84"/>
                  </a:cubicBezTo>
                  <a:cubicBezTo>
                    <a:pt x="109" y="89"/>
                    <a:pt x="109" y="89"/>
                    <a:pt x="109" y="89"/>
                  </a:cubicBezTo>
                  <a:cubicBezTo>
                    <a:pt x="111" y="91"/>
                    <a:pt x="113" y="94"/>
                    <a:pt x="113" y="97"/>
                  </a:cubicBezTo>
                  <a:cubicBezTo>
                    <a:pt x="113" y="100"/>
                    <a:pt x="111" y="103"/>
                    <a:pt x="109" y="106"/>
                  </a:cubicBezTo>
                  <a:close/>
                  <a:moveTo>
                    <a:pt x="73" y="65"/>
                  </a:moveTo>
                  <a:cubicBezTo>
                    <a:pt x="43" y="95"/>
                    <a:pt x="43" y="95"/>
                    <a:pt x="43" y="95"/>
                  </a:cubicBezTo>
                  <a:cubicBezTo>
                    <a:pt x="51" y="103"/>
                    <a:pt x="51" y="103"/>
                    <a:pt x="51" y="103"/>
                  </a:cubicBezTo>
                  <a:cubicBezTo>
                    <a:pt x="81" y="73"/>
                    <a:pt x="81" y="73"/>
                    <a:pt x="81" y="73"/>
                  </a:cubicBezTo>
                  <a:lnTo>
                    <a:pt x="73" y="65"/>
                  </a:lnTo>
                  <a:close/>
                  <a:moveTo>
                    <a:pt x="85" y="77"/>
                  </a:moveTo>
                  <a:cubicBezTo>
                    <a:pt x="55" y="107"/>
                    <a:pt x="55" y="107"/>
                    <a:pt x="55" y="107"/>
                  </a:cubicBezTo>
                  <a:cubicBezTo>
                    <a:pt x="63" y="115"/>
                    <a:pt x="63" y="115"/>
                    <a:pt x="63" y="115"/>
                  </a:cubicBezTo>
                  <a:cubicBezTo>
                    <a:pt x="92" y="85"/>
                    <a:pt x="92" y="85"/>
                    <a:pt x="92" y="85"/>
                  </a:cubicBezTo>
                  <a:lnTo>
                    <a:pt x="85" y="77"/>
                  </a:lnTo>
                  <a:close/>
                  <a:moveTo>
                    <a:pt x="67" y="119"/>
                  </a:moveTo>
                  <a:cubicBezTo>
                    <a:pt x="75" y="126"/>
                    <a:pt x="75" y="126"/>
                    <a:pt x="75" y="126"/>
                  </a:cubicBezTo>
                  <a:cubicBezTo>
                    <a:pt x="104" y="97"/>
                    <a:pt x="104" y="97"/>
                    <a:pt x="104" y="97"/>
                  </a:cubicBezTo>
                  <a:cubicBezTo>
                    <a:pt x="96" y="89"/>
                    <a:pt x="96" y="89"/>
                    <a:pt x="96" y="89"/>
                  </a:cubicBezTo>
                  <a:lnTo>
                    <a:pt x="67" y="119"/>
                  </a:lnTo>
                  <a:close/>
                </a:path>
              </a:pathLst>
            </a:custGeom>
            <a:solidFill>
              <a:schemeClr val="bg1"/>
            </a:solidFill>
            <a:ln>
              <a:noFill/>
            </a:ln>
          </p:spPr>
          <p:txBody>
            <a:bodyPr vert="horz" wrap="square" lIns="91179" tIns="45589" rIns="91179" bIns="45589" numCol="1" anchor="t" anchorCtr="0" compatLnSpc="1"/>
            <a:lstStyle/>
            <a:p>
              <a:pPr>
                <a:lnSpc>
                  <a:spcPct val="130000"/>
                </a:lnSpc>
              </a:pPr>
              <a:endParaRPr lang="zh-CN" altLang="en-US" sz="2400" dirty="0">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grpSp>
      <p:grpSp>
        <p:nvGrpSpPr>
          <p:cNvPr id="3" name="组合 2"/>
          <p:cNvGrpSpPr/>
          <p:nvPr/>
        </p:nvGrpSpPr>
        <p:grpSpPr>
          <a:xfrm>
            <a:off x="9296806" y="2233503"/>
            <a:ext cx="1000207" cy="924506"/>
            <a:chOff x="9234073" y="2126693"/>
            <a:chExt cx="1314688" cy="1215185"/>
          </a:xfrm>
        </p:grpSpPr>
        <p:sp>
          <p:nvSpPr>
            <p:cNvPr id="92" name="同心圆 65"/>
            <p:cNvSpPr/>
            <p:nvPr/>
          </p:nvSpPr>
          <p:spPr>
            <a:xfrm>
              <a:off x="9234073" y="2126693"/>
              <a:ext cx="1314688" cy="1215185"/>
            </a:xfrm>
            <a:prstGeom prst="hexagon">
              <a:avLst/>
            </a:prstGeom>
            <a:solidFill>
              <a:srgbClr val="2E5596"/>
            </a:solidFill>
            <a:ln w="25400" cap="flat" cmpd="sng" algn="ctr">
              <a:noFill/>
              <a:prstDash val="solid"/>
            </a:ln>
            <a:effectLst>
              <a:outerShdw blurRad="190500" dist="63500" dir="2700000" algn="tl" rotWithShape="0">
                <a:prstClr val="black">
                  <a:alpha val="20000"/>
                </a:prstClr>
              </a:outerShdw>
            </a:effectLst>
          </p:spPr>
          <p:txBody>
            <a:bodyPr rtlCol="0" anchor="ctr"/>
            <a:lstStyle/>
            <a:p>
              <a:pPr algn="ctr" defTabSz="1218565">
                <a:lnSpc>
                  <a:spcPct val="130000"/>
                </a:lnSpc>
                <a:defRPr/>
              </a:pPr>
              <a:endParaRPr lang="zh-CN" altLang="en-US" sz="2400" kern="0" dirty="0">
                <a:solidFill>
                  <a:sysClr val="windowText" lastClr="000000"/>
                </a:solidFill>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sp>
          <p:nvSpPr>
            <p:cNvPr id="106" name="Freeform 803"/>
            <p:cNvSpPr/>
            <p:nvPr/>
          </p:nvSpPr>
          <p:spPr bwMode="auto">
            <a:xfrm>
              <a:off x="9660504" y="2440514"/>
              <a:ext cx="445951" cy="423863"/>
            </a:xfrm>
            <a:custGeom>
              <a:avLst/>
              <a:gdLst>
                <a:gd name="T0" fmla="*/ 174 w 174"/>
                <a:gd name="T1" fmla="*/ 139 h 166"/>
                <a:gd name="T2" fmla="*/ 153 w 174"/>
                <a:gd name="T3" fmla="*/ 126 h 166"/>
                <a:gd name="T4" fmla="*/ 126 w 174"/>
                <a:gd name="T5" fmla="*/ 115 h 166"/>
                <a:gd name="T6" fmla="*/ 118 w 174"/>
                <a:gd name="T7" fmla="*/ 112 h 166"/>
                <a:gd name="T8" fmla="*/ 111 w 174"/>
                <a:gd name="T9" fmla="*/ 100 h 166"/>
                <a:gd name="T10" fmla="*/ 106 w 174"/>
                <a:gd name="T11" fmla="*/ 100 h 166"/>
                <a:gd name="T12" fmla="*/ 111 w 174"/>
                <a:gd name="T13" fmla="*/ 90 h 166"/>
                <a:gd name="T14" fmla="*/ 113 w 174"/>
                <a:gd name="T15" fmla="*/ 79 h 166"/>
                <a:gd name="T16" fmla="*/ 118 w 174"/>
                <a:gd name="T17" fmla="*/ 74 h 166"/>
                <a:gd name="T18" fmla="*/ 121 w 174"/>
                <a:gd name="T19" fmla="*/ 67 h 166"/>
                <a:gd name="T20" fmla="*/ 120 w 174"/>
                <a:gd name="T21" fmla="*/ 54 h 166"/>
                <a:gd name="T22" fmla="*/ 118 w 174"/>
                <a:gd name="T23" fmla="*/ 49 h 166"/>
                <a:gd name="T24" fmla="*/ 119 w 174"/>
                <a:gd name="T25" fmla="*/ 32 h 166"/>
                <a:gd name="T26" fmla="*/ 118 w 174"/>
                <a:gd name="T27" fmla="*/ 20 h 166"/>
                <a:gd name="T28" fmla="*/ 113 w 174"/>
                <a:gd name="T29" fmla="*/ 13 h 166"/>
                <a:gd name="T30" fmla="*/ 108 w 174"/>
                <a:gd name="T31" fmla="*/ 12 h 166"/>
                <a:gd name="T32" fmla="*/ 104 w 174"/>
                <a:gd name="T33" fmla="*/ 9 h 166"/>
                <a:gd name="T34" fmla="*/ 67 w 174"/>
                <a:gd name="T35" fmla="*/ 9 h 166"/>
                <a:gd name="T36" fmla="*/ 54 w 174"/>
                <a:gd name="T37" fmla="*/ 48 h 166"/>
                <a:gd name="T38" fmla="*/ 52 w 174"/>
                <a:gd name="T39" fmla="*/ 57 h 166"/>
                <a:gd name="T40" fmla="*/ 57 w 174"/>
                <a:gd name="T41" fmla="*/ 76 h 166"/>
                <a:gd name="T42" fmla="*/ 60 w 174"/>
                <a:gd name="T43" fmla="*/ 77 h 166"/>
                <a:gd name="T44" fmla="*/ 62 w 174"/>
                <a:gd name="T45" fmla="*/ 91 h 166"/>
                <a:gd name="T46" fmla="*/ 67 w 174"/>
                <a:gd name="T47" fmla="*/ 99 h 166"/>
                <a:gd name="T48" fmla="*/ 63 w 174"/>
                <a:gd name="T49" fmla="*/ 100 h 166"/>
                <a:gd name="T50" fmla="*/ 56 w 174"/>
                <a:gd name="T51" fmla="*/ 112 h 166"/>
                <a:gd name="T52" fmla="*/ 48 w 174"/>
                <a:gd name="T53" fmla="*/ 115 h 166"/>
                <a:gd name="T54" fmla="*/ 21 w 174"/>
                <a:gd name="T55" fmla="*/ 126 h 166"/>
                <a:gd name="T56" fmla="*/ 0 w 174"/>
                <a:gd name="T57" fmla="*/ 139 h 166"/>
                <a:gd name="T58" fmla="*/ 0 w 174"/>
                <a:gd name="T59" fmla="*/ 166 h 166"/>
                <a:gd name="T60" fmla="*/ 76 w 174"/>
                <a:gd name="T61" fmla="*/ 166 h 166"/>
                <a:gd name="T62" fmla="*/ 82 w 174"/>
                <a:gd name="T63" fmla="*/ 127 h 166"/>
                <a:gd name="T64" fmla="*/ 77 w 174"/>
                <a:gd name="T65" fmla="*/ 117 h 166"/>
                <a:gd name="T66" fmla="*/ 88 w 174"/>
                <a:gd name="T67" fmla="*/ 112 h 166"/>
                <a:gd name="T68" fmla="*/ 97 w 174"/>
                <a:gd name="T69" fmla="*/ 117 h 166"/>
                <a:gd name="T70" fmla="*/ 92 w 174"/>
                <a:gd name="T71" fmla="*/ 128 h 166"/>
                <a:gd name="T72" fmla="*/ 101 w 174"/>
                <a:gd name="T73" fmla="*/ 166 h 166"/>
                <a:gd name="T74" fmla="*/ 174 w 174"/>
                <a:gd name="T75" fmla="*/ 166 h 166"/>
                <a:gd name="T76" fmla="*/ 174 w 174"/>
                <a:gd name="T77" fmla="*/ 139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74" h="166">
                  <a:moveTo>
                    <a:pt x="174" y="139"/>
                  </a:moveTo>
                  <a:cubicBezTo>
                    <a:pt x="171" y="131"/>
                    <a:pt x="161" y="129"/>
                    <a:pt x="153" y="126"/>
                  </a:cubicBezTo>
                  <a:cubicBezTo>
                    <a:pt x="144" y="122"/>
                    <a:pt x="135" y="118"/>
                    <a:pt x="126" y="115"/>
                  </a:cubicBezTo>
                  <a:cubicBezTo>
                    <a:pt x="123" y="114"/>
                    <a:pt x="121" y="113"/>
                    <a:pt x="118" y="112"/>
                  </a:cubicBezTo>
                  <a:cubicBezTo>
                    <a:pt x="115" y="110"/>
                    <a:pt x="113" y="104"/>
                    <a:pt x="111" y="100"/>
                  </a:cubicBezTo>
                  <a:cubicBezTo>
                    <a:pt x="109" y="100"/>
                    <a:pt x="108" y="100"/>
                    <a:pt x="106" y="100"/>
                  </a:cubicBezTo>
                  <a:cubicBezTo>
                    <a:pt x="106" y="94"/>
                    <a:pt x="110" y="94"/>
                    <a:pt x="111" y="90"/>
                  </a:cubicBezTo>
                  <a:cubicBezTo>
                    <a:pt x="112" y="86"/>
                    <a:pt x="111" y="82"/>
                    <a:pt x="113" y="79"/>
                  </a:cubicBezTo>
                  <a:cubicBezTo>
                    <a:pt x="114" y="76"/>
                    <a:pt x="117" y="76"/>
                    <a:pt x="118" y="74"/>
                  </a:cubicBezTo>
                  <a:cubicBezTo>
                    <a:pt x="120" y="73"/>
                    <a:pt x="120" y="69"/>
                    <a:pt x="121" y="67"/>
                  </a:cubicBezTo>
                  <a:cubicBezTo>
                    <a:pt x="122" y="63"/>
                    <a:pt x="122" y="58"/>
                    <a:pt x="120" y="54"/>
                  </a:cubicBezTo>
                  <a:cubicBezTo>
                    <a:pt x="119" y="52"/>
                    <a:pt x="119" y="51"/>
                    <a:pt x="118" y="49"/>
                  </a:cubicBezTo>
                  <a:cubicBezTo>
                    <a:pt x="118" y="45"/>
                    <a:pt x="119" y="35"/>
                    <a:pt x="119" y="32"/>
                  </a:cubicBezTo>
                  <a:cubicBezTo>
                    <a:pt x="119" y="26"/>
                    <a:pt x="119" y="26"/>
                    <a:pt x="118" y="20"/>
                  </a:cubicBezTo>
                  <a:cubicBezTo>
                    <a:pt x="118" y="20"/>
                    <a:pt x="116" y="14"/>
                    <a:pt x="113" y="13"/>
                  </a:cubicBezTo>
                  <a:cubicBezTo>
                    <a:pt x="108" y="12"/>
                    <a:pt x="108" y="12"/>
                    <a:pt x="108" y="12"/>
                  </a:cubicBezTo>
                  <a:cubicBezTo>
                    <a:pt x="104" y="9"/>
                    <a:pt x="104" y="9"/>
                    <a:pt x="104" y="9"/>
                  </a:cubicBezTo>
                  <a:cubicBezTo>
                    <a:pt x="90" y="0"/>
                    <a:pt x="75" y="6"/>
                    <a:pt x="67" y="9"/>
                  </a:cubicBezTo>
                  <a:cubicBezTo>
                    <a:pt x="56" y="13"/>
                    <a:pt x="49" y="24"/>
                    <a:pt x="54" y="48"/>
                  </a:cubicBezTo>
                  <a:cubicBezTo>
                    <a:pt x="55" y="52"/>
                    <a:pt x="51" y="54"/>
                    <a:pt x="52" y="57"/>
                  </a:cubicBezTo>
                  <a:cubicBezTo>
                    <a:pt x="52" y="61"/>
                    <a:pt x="52" y="73"/>
                    <a:pt x="57" y="76"/>
                  </a:cubicBezTo>
                  <a:cubicBezTo>
                    <a:pt x="57" y="76"/>
                    <a:pt x="61" y="77"/>
                    <a:pt x="60" y="77"/>
                  </a:cubicBezTo>
                  <a:cubicBezTo>
                    <a:pt x="61" y="82"/>
                    <a:pt x="61" y="87"/>
                    <a:pt x="62" y="91"/>
                  </a:cubicBezTo>
                  <a:cubicBezTo>
                    <a:pt x="63" y="94"/>
                    <a:pt x="66" y="95"/>
                    <a:pt x="67" y="99"/>
                  </a:cubicBezTo>
                  <a:cubicBezTo>
                    <a:pt x="63" y="100"/>
                    <a:pt x="63" y="100"/>
                    <a:pt x="63" y="100"/>
                  </a:cubicBezTo>
                  <a:cubicBezTo>
                    <a:pt x="61" y="104"/>
                    <a:pt x="59" y="110"/>
                    <a:pt x="56" y="112"/>
                  </a:cubicBezTo>
                  <a:cubicBezTo>
                    <a:pt x="53" y="113"/>
                    <a:pt x="51" y="114"/>
                    <a:pt x="48" y="115"/>
                  </a:cubicBezTo>
                  <a:cubicBezTo>
                    <a:pt x="39" y="118"/>
                    <a:pt x="30" y="122"/>
                    <a:pt x="21" y="126"/>
                  </a:cubicBezTo>
                  <a:cubicBezTo>
                    <a:pt x="13" y="129"/>
                    <a:pt x="3" y="131"/>
                    <a:pt x="0" y="139"/>
                  </a:cubicBezTo>
                  <a:cubicBezTo>
                    <a:pt x="0" y="145"/>
                    <a:pt x="0" y="158"/>
                    <a:pt x="0" y="166"/>
                  </a:cubicBezTo>
                  <a:cubicBezTo>
                    <a:pt x="76" y="166"/>
                    <a:pt x="76" y="166"/>
                    <a:pt x="76" y="166"/>
                  </a:cubicBezTo>
                  <a:cubicBezTo>
                    <a:pt x="82" y="127"/>
                    <a:pt x="82" y="127"/>
                    <a:pt x="82" y="127"/>
                  </a:cubicBezTo>
                  <a:cubicBezTo>
                    <a:pt x="77" y="117"/>
                    <a:pt x="77" y="117"/>
                    <a:pt x="77" y="117"/>
                  </a:cubicBezTo>
                  <a:cubicBezTo>
                    <a:pt x="88" y="112"/>
                    <a:pt x="88" y="112"/>
                    <a:pt x="88" y="112"/>
                  </a:cubicBezTo>
                  <a:cubicBezTo>
                    <a:pt x="97" y="117"/>
                    <a:pt x="97" y="117"/>
                    <a:pt x="97" y="117"/>
                  </a:cubicBezTo>
                  <a:cubicBezTo>
                    <a:pt x="92" y="128"/>
                    <a:pt x="92" y="128"/>
                    <a:pt x="92" y="128"/>
                  </a:cubicBezTo>
                  <a:cubicBezTo>
                    <a:pt x="101" y="166"/>
                    <a:pt x="101" y="166"/>
                    <a:pt x="101" y="166"/>
                  </a:cubicBezTo>
                  <a:cubicBezTo>
                    <a:pt x="174" y="166"/>
                    <a:pt x="174" y="166"/>
                    <a:pt x="174" y="166"/>
                  </a:cubicBezTo>
                  <a:cubicBezTo>
                    <a:pt x="174" y="158"/>
                    <a:pt x="174" y="145"/>
                    <a:pt x="174" y="139"/>
                  </a:cubicBezTo>
                  <a:close/>
                </a:path>
              </a:pathLst>
            </a:custGeom>
            <a:solidFill>
              <a:schemeClr val="bg1"/>
            </a:solidFill>
            <a:ln>
              <a:noFill/>
            </a:ln>
          </p:spPr>
          <p:txBody>
            <a:bodyPr vert="horz" wrap="square" lIns="91179" tIns="45589" rIns="91179" bIns="45589" numCol="1" anchor="t" anchorCtr="0" compatLnSpc="1"/>
            <a:lstStyle/>
            <a:p>
              <a:pPr>
                <a:lnSpc>
                  <a:spcPct val="130000"/>
                </a:lnSpc>
              </a:pPr>
              <a:endParaRPr lang="zh-CN" altLang="en-US" sz="2400" dirty="0">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grpSp>
      <p:grpSp>
        <p:nvGrpSpPr>
          <p:cNvPr id="5" name="组合 4"/>
          <p:cNvGrpSpPr/>
          <p:nvPr/>
        </p:nvGrpSpPr>
        <p:grpSpPr>
          <a:xfrm>
            <a:off x="3635219" y="4392800"/>
            <a:ext cx="1000207" cy="924506"/>
            <a:chOff x="3572486" y="4285990"/>
            <a:chExt cx="1314688" cy="1215185"/>
          </a:xfrm>
        </p:grpSpPr>
        <p:sp>
          <p:nvSpPr>
            <p:cNvPr id="91" name="同心圆 62"/>
            <p:cNvSpPr/>
            <p:nvPr/>
          </p:nvSpPr>
          <p:spPr>
            <a:xfrm>
              <a:off x="3572486" y="4285990"/>
              <a:ext cx="1314688" cy="1215185"/>
            </a:xfrm>
            <a:prstGeom prst="hexagon">
              <a:avLst/>
            </a:prstGeom>
            <a:solidFill>
              <a:srgbClr val="587DB8"/>
            </a:solidFill>
            <a:ln w="25400" cap="flat" cmpd="sng" algn="ctr">
              <a:noFill/>
              <a:prstDash val="solid"/>
            </a:ln>
            <a:effectLst>
              <a:outerShdw blurRad="190500" dist="63500" dir="2700000" algn="tl" rotWithShape="0">
                <a:prstClr val="black">
                  <a:alpha val="20000"/>
                </a:prstClr>
              </a:outerShdw>
            </a:effectLst>
          </p:spPr>
          <p:txBody>
            <a:bodyPr rtlCol="0" anchor="ctr"/>
            <a:lstStyle/>
            <a:p>
              <a:pPr algn="ctr" defTabSz="1218565">
                <a:lnSpc>
                  <a:spcPct val="130000"/>
                </a:lnSpc>
                <a:defRPr/>
              </a:pPr>
              <a:endParaRPr lang="zh-CN" altLang="en-US" sz="2400" kern="0" dirty="0">
                <a:solidFill>
                  <a:sysClr val="windowText" lastClr="000000"/>
                </a:solidFill>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grpSp>
          <p:nvGrpSpPr>
            <p:cNvPr id="107" name="组合 85"/>
            <p:cNvGrpSpPr/>
            <p:nvPr/>
          </p:nvGrpSpPr>
          <p:grpSpPr>
            <a:xfrm>
              <a:off x="3994885" y="4700021"/>
              <a:ext cx="503581" cy="293645"/>
              <a:chOff x="2743049" y="299103"/>
              <a:chExt cx="2055812" cy="1198563"/>
            </a:xfrm>
            <a:solidFill>
              <a:schemeClr val="bg1"/>
            </a:solidFill>
          </p:grpSpPr>
          <p:sp>
            <p:nvSpPr>
              <p:cNvPr id="108" name="Freeform 221948"/>
              <p:cNvSpPr/>
              <p:nvPr/>
            </p:nvSpPr>
            <p:spPr bwMode="auto">
              <a:xfrm>
                <a:off x="3401861" y="299103"/>
                <a:ext cx="1397000" cy="776288"/>
              </a:xfrm>
              <a:custGeom>
                <a:avLst/>
                <a:gdLst>
                  <a:gd name="T0" fmla="*/ 880 w 880"/>
                  <a:gd name="T1" fmla="*/ 489 h 489"/>
                  <a:gd name="T2" fmla="*/ 880 w 880"/>
                  <a:gd name="T3" fmla="*/ 266 h 489"/>
                  <a:gd name="T4" fmla="*/ 42 w 880"/>
                  <a:gd name="T5" fmla="*/ 266 h 489"/>
                  <a:gd name="T6" fmla="*/ 42 w 880"/>
                  <a:gd name="T7" fmla="*/ 0 h 489"/>
                  <a:gd name="T8" fmla="*/ 0 w 880"/>
                  <a:gd name="T9" fmla="*/ 0 h 489"/>
                  <a:gd name="T10" fmla="*/ 0 w 880"/>
                  <a:gd name="T11" fmla="*/ 489 h 489"/>
                  <a:gd name="T12" fmla="*/ 880 w 880"/>
                  <a:gd name="T13" fmla="*/ 489 h 489"/>
                </a:gdLst>
                <a:ahLst/>
                <a:cxnLst>
                  <a:cxn ang="0">
                    <a:pos x="T0" y="T1"/>
                  </a:cxn>
                  <a:cxn ang="0">
                    <a:pos x="T2" y="T3"/>
                  </a:cxn>
                  <a:cxn ang="0">
                    <a:pos x="T4" y="T5"/>
                  </a:cxn>
                  <a:cxn ang="0">
                    <a:pos x="T6" y="T7"/>
                  </a:cxn>
                  <a:cxn ang="0">
                    <a:pos x="T8" y="T9"/>
                  </a:cxn>
                  <a:cxn ang="0">
                    <a:pos x="T10" y="T11"/>
                  </a:cxn>
                  <a:cxn ang="0">
                    <a:pos x="T12" y="T13"/>
                  </a:cxn>
                </a:cxnLst>
                <a:rect l="0" t="0" r="r" b="b"/>
                <a:pathLst>
                  <a:path w="880" h="489">
                    <a:moveTo>
                      <a:pt x="880" y="489"/>
                    </a:moveTo>
                    <a:lnTo>
                      <a:pt x="880" y="266"/>
                    </a:lnTo>
                    <a:lnTo>
                      <a:pt x="42" y="266"/>
                    </a:lnTo>
                    <a:lnTo>
                      <a:pt x="42" y="0"/>
                    </a:lnTo>
                    <a:lnTo>
                      <a:pt x="0" y="0"/>
                    </a:lnTo>
                    <a:lnTo>
                      <a:pt x="0" y="489"/>
                    </a:lnTo>
                    <a:lnTo>
                      <a:pt x="880" y="48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883" tIns="60941" rIns="121883" bIns="60941" numCol="1" anchor="t" anchorCtr="0" compatLnSpc="1"/>
              <a:lstStyle/>
              <a:p>
                <a:pPr>
                  <a:lnSpc>
                    <a:spcPct val="130000"/>
                  </a:lnSpc>
                </a:pPr>
                <a:endParaRPr lang="zh-CN" altLang="en-US" sz="2400" dirty="0">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sp>
            <p:nvSpPr>
              <p:cNvPr id="109" name="Freeform 221949"/>
              <p:cNvSpPr>
                <a:spLocks noEditPoints="1"/>
              </p:cNvSpPr>
              <p:nvPr/>
            </p:nvSpPr>
            <p:spPr bwMode="auto">
              <a:xfrm>
                <a:off x="2743049" y="299103"/>
                <a:ext cx="628650" cy="979488"/>
              </a:xfrm>
              <a:custGeom>
                <a:avLst/>
                <a:gdLst>
                  <a:gd name="T0" fmla="*/ 203 w 273"/>
                  <a:gd name="T1" fmla="*/ 332 h 425"/>
                  <a:gd name="T2" fmla="*/ 273 w 273"/>
                  <a:gd name="T3" fmla="*/ 362 h 425"/>
                  <a:gd name="T4" fmla="*/ 273 w 273"/>
                  <a:gd name="T5" fmla="*/ 0 h 425"/>
                  <a:gd name="T6" fmla="*/ 109 w 273"/>
                  <a:gd name="T7" fmla="*/ 0 h 425"/>
                  <a:gd name="T8" fmla="*/ 0 w 273"/>
                  <a:gd name="T9" fmla="*/ 246 h 425"/>
                  <a:gd name="T10" fmla="*/ 0 w 273"/>
                  <a:gd name="T11" fmla="*/ 425 h 425"/>
                  <a:gd name="T12" fmla="*/ 107 w 273"/>
                  <a:gd name="T13" fmla="*/ 425 h 425"/>
                  <a:gd name="T14" fmla="*/ 203 w 273"/>
                  <a:gd name="T15" fmla="*/ 332 h 425"/>
                  <a:gd name="T16" fmla="*/ 136 w 273"/>
                  <a:gd name="T17" fmla="*/ 41 h 425"/>
                  <a:gd name="T18" fmla="*/ 234 w 273"/>
                  <a:gd name="T19" fmla="*/ 41 h 425"/>
                  <a:gd name="T20" fmla="*/ 234 w 273"/>
                  <a:gd name="T21" fmla="*/ 213 h 425"/>
                  <a:gd name="T22" fmla="*/ 65 w 273"/>
                  <a:gd name="T23" fmla="*/ 213 h 425"/>
                  <a:gd name="T24" fmla="*/ 136 w 273"/>
                  <a:gd name="T25" fmla="*/ 41 h 4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3" h="425">
                    <a:moveTo>
                      <a:pt x="203" y="332"/>
                    </a:moveTo>
                    <a:cubicBezTo>
                      <a:pt x="230" y="332"/>
                      <a:pt x="255" y="343"/>
                      <a:pt x="273" y="362"/>
                    </a:cubicBezTo>
                    <a:cubicBezTo>
                      <a:pt x="273" y="0"/>
                      <a:pt x="273" y="0"/>
                      <a:pt x="273" y="0"/>
                    </a:cubicBezTo>
                    <a:cubicBezTo>
                      <a:pt x="109" y="0"/>
                      <a:pt x="109" y="0"/>
                      <a:pt x="109" y="0"/>
                    </a:cubicBezTo>
                    <a:cubicBezTo>
                      <a:pt x="0" y="246"/>
                      <a:pt x="0" y="246"/>
                      <a:pt x="0" y="246"/>
                    </a:cubicBezTo>
                    <a:cubicBezTo>
                      <a:pt x="0" y="425"/>
                      <a:pt x="0" y="425"/>
                      <a:pt x="0" y="425"/>
                    </a:cubicBezTo>
                    <a:cubicBezTo>
                      <a:pt x="107" y="425"/>
                      <a:pt x="107" y="425"/>
                      <a:pt x="107" y="425"/>
                    </a:cubicBezTo>
                    <a:cubicBezTo>
                      <a:pt x="108" y="373"/>
                      <a:pt x="150" y="332"/>
                      <a:pt x="203" y="332"/>
                    </a:cubicBezTo>
                    <a:close/>
                    <a:moveTo>
                      <a:pt x="136" y="41"/>
                    </a:moveTo>
                    <a:cubicBezTo>
                      <a:pt x="234" y="41"/>
                      <a:pt x="234" y="41"/>
                      <a:pt x="234" y="41"/>
                    </a:cubicBezTo>
                    <a:cubicBezTo>
                      <a:pt x="234" y="213"/>
                      <a:pt x="234" y="213"/>
                      <a:pt x="234" y="213"/>
                    </a:cubicBezTo>
                    <a:cubicBezTo>
                      <a:pt x="65" y="213"/>
                      <a:pt x="65" y="213"/>
                      <a:pt x="65" y="213"/>
                    </a:cubicBezTo>
                    <a:lnTo>
                      <a:pt x="136" y="4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883" tIns="60941" rIns="121883" bIns="60941" numCol="1" anchor="t" anchorCtr="0" compatLnSpc="1"/>
              <a:lstStyle/>
              <a:p>
                <a:pPr>
                  <a:lnSpc>
                    <a:spcPct val="130000"/>
                  </a:lnSpc>
                </a:pPr>
                <a:endParaRPr lang="zh-CN" altLang="en-US" sz="2400" dirty="0">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sp>
            <p:nvSpPr>
              <p:cNvPr id="110" name="Freeform 221950"/>
              <p:cNvSpPr/>
              <p:nvPr/>
            </p:nvSpPr>
            <p:spPr bwMode="auto">
              <a:xfrm>
                <a:off x="3401861" y="1105553"/>
                <a:ext cx="812800" cy="173038"/>
              </a:xfrm>
              <a:custGeom>
                <a:avLst/>
                <a:gdLst>
                  <a:gd name="T0" fmla="*/ 353 w 353"/>
                  <a:gd name="T1" fmla="*/ 0 h 75"/>
                  <a:gd name="T2" fmla="*/ 0 w 353"/>
                  <a:gd name="T3" fmla="*/ 0 h 75"/>
                  <a:gd name="T4" fmla="*/ 0 w 353"/>
                  <a:gd name="T5" fmla="*/ 30 h 75"/>
                  <a:gd name="T6" fmla="*/ 13 w 353"/>
                  <a:gd name="T7" fmla="*/ 75 h 75"/>
                  <a:gd name="T8" fmla="*/ 299 w 353"/>
                  <a:gd name="T9" fmla="*/ 75 h 75"/>
                  <a:gd name="T10" fmla="*/ 353 w 353"/>
                  <a:gd name="T11" fmla="*/ 0 h 75"/>
                </a:gdLst>
                <a:ahLst/>
                <a:cxnLst>
                  <a:cxn ang="0">
                    <a:pos x="T0" y="T1"/>
                  </a:cxn>
                  <a:cxn ang="0">
                    <a:pos x="T2" y="T3"/>
                  </a:cxn>
                  <a:cxn ang="0">
                    <a:pos x="T4" y="T5"/>
                  </a:cxn>
                  <a:cxn ang="0">
                    <a:pos x="T6" y="T7"/>
                  </a:cxn>
                  <a:cxn ang="0">
                    <a:pos x="T8" y="T9"/>
                  </a:cxn>
                  <a:cxn ang="0">
                    <a:pos x="T10" y="T11"/>
                  </a:cxn>
                </a:cxnLst>
                <a:rect l="0" t="0" r="r" b="b"/>
                <a:pathLst>
                  <a:path w="353" h="75">
                    <a:moveTo>
                      <a:pt x="353" y="0"/>
                    </a:moveTo>
                    <a:cubicBezTo>
                      <a:pt x="0" y="0"/>
                      <a:pt x="0" y="0"/>
                      <a:pt x="0" y="0"/>
                    </a:cubicBezTo>
                    <a:cubicBezTo>
                      <a:pt x="0" y="30"/>
                      <a:pt x="0" y="30"/>
                      <a:pt x="0" y="30"/>
                    </a:cubicBezTo>
                    <a:cubicBezTo>
                      <a:pt x="8" y="43"/>
                      <a:pt x="12" y="59"/>
                      <a:pt x="13" y="75"/>
                    </a:cubicBezTo>
                    <a:cubicBezTo>
                      <a:pt x="299" y="75"/>
                      <a:pt x="299" y="75"/>
                      <a:pt x="299" y="75"/>
                    </a:cubicBezTo>
                    <a:cubicBezTo>
                      <a:pt x="303" y="42"/>
                      <a:pt x="324" y="14"/>
                      <a:pt x="353"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883" tIns="60941" rIns="121883" bIns="60941" numCol="1" anchor="t" anchorCtr="0" compatLnSpc="1"/>
              <a:lstStyle/>
              <a:p>
                <a:pPr>
                  <a:lnSpc>
                    <a:spcPct val="130000"/>
                  </a:lnSpc>
                </a:pPr>
                <a:endParaRPr lang="zh-CN" altLang="en-US" sz="2400" dirty="0">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sp>
            <p:nvSpPr>
              <p:cNvPr id="111" name="Freeform 221951"/>
              <p:cNvSpPr/>
              <p:nvPr/>
            </p:nvSpPr>
            <p:spPr bwMode="auto">
              <a:xfrm>
                <a:off x="4405161" y="1105553"/>
                <a:ext cx="265113" cy="173038"/>
              </a:xfrm>
              <a:custGeom>
                <a:avLst/>
                <a:gdLst>
                  <a:gd name="T0" fmla="*/ 54 w 115"/>
                  <a:gd name="T1" fmla="*/ 75 h 75"/>
                  <a:gd name="T2" fmla="*/ 115 w 115"/>
                  <a:gd name="T3" fmla="*/ 75 h 75"/>
                  <a:gd name="T4" fmla="*/ 115 w 115"/>
                  <a:gd name="T5" fmla="*/ 0 h 75"/>
                  <a:gd name="T6" fmla="*/ 0 w 115"/>
                  <a:gd name="T7" fmla="*/ 0 h 75"/>
                  <a:gd name="T8" fmla="*/ 54 w 115"/>
                  <a:gd name="T9" fmla="*/ 75 h 75"/>
                </a:gdLst>
                <a:ahLst/>
                <a:cxnLst>
                  <a:cxn ang="0">
                    <a:pos x="T0" y="T1"/>
                  </a:cxn>
                  <a:cxn ang="0">
                    <a:pos x="T2" y="T3"/>
                  </a:cxn>
                  <a:cxn ang="0">
                    <a:pos x="T4" y="T5"/>
                  </a:cxn>
                  <a:cxn ang="0">
                    <a:pos x="T6" y="T7"/>
                  </a:cxn>
                  <a:cxn ang="0">
                    <a:pos x="T8" y="T9"/>
                  </a:cxn>
                </a:cxnLst>
                <a:rect l="0" t="0" r="r" b="b"/>
                <a:pathLst>
                  <a:path w="115" h="75">
                    <a:moveTo>
                      <a:pt x="54" y="75"/>
                    </a:moveTo>
                    <a:cubicBezTo>
                      <a:pt x="115" y="75"/>
                      <a:pt x="115" y="75"/>
                      <a:pt x="115" y="75"/>
                    </a:cubicBezTo>
                    <a:cubicBezTo>
                      <a:pt x="115" y="0"/>
                      <a:pt x="115" y="0"/>
                      <a:pt x="115" y="0"/>
                    </a:cubicBezTo>
                    <a:cubicBezTo>
                      <a:pt x="0" y="0"/>
                      <a:pt x="0" y="0"/>
                      <a:pt x="0" y="0"/>
                    </a:cubicBezTo>
                    <a:cubicBezTo>
                      <a:pt x="29" y="14"/>
                      <a:pt x="50" y="42"/>
                      <a:pt x="54" y="7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883" tIns="60941" rIns="121883" bIns="60941" numCol="1" anchor="t" anchorCtr="0" compatLnSpc="1"/>
              <a:lstStyle/>
              <a:p>
                <a:pPr>
                  <a:lnSpc>
                    <a:spcPct val="130000"/>
                  </a:lnSpc>
                </a:pPr>
                <a:endParaRPr lang="zh-CN" altLang="en-US" sz="2400" dirty="0">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sp>
            <p:nvSpPr>
              <p:cNvPr id="112" name="Freeform 221952"/>
              <p:cNvSpPr>
                <a:spLocks noEditPoints="1"/>
              </p:cNvSpPr>
              <p:nvPr/>
            </p:nvSpPr>
            <p:spPr bwMode="auto">
              <a:xfrm>
                <a:off x="4119411" y="1115078"/>
                <a:ext cx="381000" cy="382588"/>
              </a:xfrm>
              <a:custGeom>
                <a:avLst/>
                <a:gdLst>
                  <a:gd name="T0" fmla="*/ 82 w 165"/>
                  <a:gd name="T1" fmla="*/ 0 h 166"/>
                  <a:gd name="T2" fmla="*/ 0 w 165"/>
                  <a:gd name="T3" fmla="*/ 83 h 166"/>
                  <a:gd name="T4" fmla="*/ 82 w 165"/>
                  <a:gd name="T5" fmla="*/ 166 h 166"/>
                  <a:gd name="T6" fmla="*/ 165 w 165"/>
                  <a:gd name="T7" fmla="*/ 83 h 166"/>
                  <a:gd name="T8" fmla="*/ 82 w 165"/>
                  <a:gd name="T9" fmla="*/ 0 h 166"/>
                  <a:gd name="T10" fmla="*/ 124 w 165"/>
                  <a:gd name="T11" fmla="*/ 83 h 166"/>
                  <a:gd name="T12" fmla="*/ 82 w 165"/>
                  <a:gd name="T13" fmla="*/ 125 h 166"/>
                  <a:gd name="T14" fmla="*/ 41 w 165"/>
                  <a:gd name="T15" fmla="*/ 83 h 166"/>
                  <a:gd name="T16" fmla="*/ 82 w 165"/>
                  <a:gd name="T17" fmla="*/ 41 h 166"/>
                  <a:gd name="T18" fmla="*/ 124 w 165"/>
                  <a:gd name="T19" fmla="*/ 83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5" h="166">
                    <a:moveTo>
                      <a:pt x="82" y="0"/>
                    </a:moveTo>
                    <a:cubicBezTo>
                      <a:pt x="37" y="0"/>
                      <a:pt x="0" y="37"/>
                      <a:pt x="0" y="83"/>
                    </a:cubicBezTo>
                    <a:cubicBezTo>
                      <a:pt x="0" y="129"/>
                      <a:pt x="37" y="166"/>
                      <a:pt x="82" y="166"/>
                    </a:cubicBezTo>
                    <a:cubicBezTo>
                      <a:pt x="128" y="166"/>
                      <a:pt x="165" y="129"/>
                      <a:pt x="165" y="83"/>
                    </a:cubicBezTo>
                    <a:cubicBezTo>
                      <a:pt x="165" y="37"/>
                      <a:pt x="128" y="0"/>
                      <a:pt x="82" y="0"/>
                    </a:cubicBezTo>
                    <a:close/>
                    <a:moveTo>
                      <a:pt x="124" y="83"/>
                    </a:moveTo>
                    <a:cubicBezTo>
                      <a:pt x="124" y="106"/>
                      <a:pt x="106" y="125"/>
                      <a:pt x="82" y="125"/>
                    </a:cubicBezTo>
                    <a:cubicBezTo>
                      <a:pt x="59" y="125"/>
                      <a:pt x="41" y="106"/>
                      <a:pt x="41" y="83"/>
                    </a:cubicBezTo>
                    <a:cubicBezTo>
                      <a:pt x="41" y="60"/>
                      <a:pt x="59" y="41"/>
                      <a:pt x="82" y="41"/>
                    </a:cubicBezTo>
                    <a:cubicBezTo>
                      <a:pt x="106" y="41"/>
                      <a:pt x="124" y="60"/>
                      <a:pt x="124" y="8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883" tIns="60941" rIns="121883" bIns="60941" numCol="1" anchor="t" anchorCtr="0" compatLnSpc="1"/>
              <a:lstStyle/>
              <a:p>
                <a:pPr>
                  <a:lnSpc>
                    <a:spcPct val="130000"/>
                  </a:lnSpc>
                </a:pPr>
                <a:endParaRPr lang="zh-CN" altLang="en-US" sz="2400" dirty="0">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sp>
            <p:nvSpPr>
              <p:cNvPr id="113" name="Freeform 221953"/>
              <p:cNvSpPr>
                <a:spLocks noEditPoints="1"/>
              </p:cNvSpPr>
              <p:nvPr/>
            </p:nvSpPr>
            <p:spPr bwMode="auto">
              <a:xfrm>
                <a:off x="3019274" y="1094440"/>
                <a:ext cx="379413" cy="382588"/>
              </a:xfrm>
              <a:custGeom>
                <a:avLst/>
                <a:gdLst>
                  <a:gd name="T0" fmla="*/ 83 w 165"/>
                  <a:gd name="T1" fmla="*/ 0 h 166"/>
                  <a:gd name="T2" fmla="*/ 0 w 165"/>
                  <a:gd name="T3" fmla="*/ 83 h 166"/>
                  <a:gd name="T4" fmla="*/ 83 w 165"/>
                  <a:gd name="T5" fmla="*/ 166 h 166"/>
                  <a:gd name="T6" fmla="*/ 165 w 165"/>
                  <a:gd name="T7" fmla="*/ 83 h 166"/>
                  <a:gd name="T8" fmla="*/ 83 w 165"/>
                  <a:gd name="T9" fmla="*/ 0 h 166"/>
                  <a:gd name="T10" fmla="*/ 83 w 165"/>
                  <a:gd name="T11" fmla="*/ 125 h 166"/>
                  <a:gd name="T12" fmla="*/ 41 w 165"/>
                  <a:gd name="T13" fmla="*/ 83 h 166"/>
                  <a:gd name="T14" fmla="*/ 83 w 165"/>
                  <a:gd name="T15" fmla="*/ 41 h 166"/>
                  <a:gd name="T16" fmla="*/ 125 w 165"/>
                  <a:gd name="T17" fmla="*/ 83 h 166"/>
                  <a:gd name="T18" fmla="*/ 83 w 165"/>
                  <a:gd name="T19" fmla="*/ 125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5" h="166">
                    <a:moveTo>
                      <a:pt x="83" y="0"/>
                    </a:moveTo>
                    <a:cubicBezTo>
                      <a:pt x="37" y="0"/>
                      <a:pt x="0" y="37"/>
                      <a:pt x="0" y="83"/>
                    </a:cubicBezTo>
                    <a:cubicBezTo>
                      <a:pt x="0" y="129"/>
                      <a:pt x="37" y="166"/>
                      <a:pt x="83" y="166"/>
                    </a:cubicBezTo>
                    <a:cubicBezTo>
                      <a:pt x="128" y="166"/>
                      <a:pt x="165" y="129"/>
                      <a:pt x="165" y="83"/>
                    </a:cubicBezTo>
                    <a:cubicBezTo>
                      <a:pt x="165" y="37"/>
                      <a:pt x="128" y="0"/>
                      <a:pt x="83" y="0"/>
                    </a:cubicBezTo>
                    <a:close/>
                    <a:moveTo>
                      <a:pt x="83" y="125"/>
                    </a:moveTo>
                    <a:cubicBezTo>
                      <a:pt x="59" y="125"/>
                      <a:pt x="41" y="106"/>
                      <a:pt x="41" y="83"/>
                    </a:cubicBezTo>
                    <a:cubicBezTo>
                      <a:pt x="41" y="60"/>
                      <a:pt x="59" y="41"/>
                      <a:pt x="83" y="41"/>
                    </a:cubicBezTo>
                    <a:cubicBezTo>
                      <a:pt x="106" y="41"/>
                      <a:pt x="125" y="60"/>
                      <a:pt x="125" y="83"/>
                    </a:cubicBezTo>
                    <a:cubicBezTo>
                      <a:pt x="125" y="106"/>
                      <a:pt x="106" y="125"/>
                      <a:pt x="83" y="12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883" tIns="60941" rIns="121883" bIns="60941" numCol="1" anchor="t" anchorCtr="0" compatLnSpc="1"/>
              <a:lstStyle/>
              <a:p>
                <a:pPr>
                  <a:lnSpc>
                    <a:spcPct val="130000"/>
                  </a:lnSpc>
                </a:pPr>
                <a:endParaRPr lang="zh-CN" altLang="en-US" sz="2400" dirty="0">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grpSp>
      </p:grpSp>
      <p:sp>
        <p:nvSpPr>
          <p:cNvPr id="114" name="矩形 113"/>
          <p:cNvSpPr>
            <a:spLocks noChangeArrowheads="1"/>
          </p:cNvSpPr>
          <p:nvPr/>
        </p:nvSpPr>
        <p:spPr bwMode="auto">
          <a:xfrm>
            <a:off x="1030557" y="3406006"/>
            <a:ext cx="1702971" cy="448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10549" tIns="55273" rIns="110549" bIns="55273">
            <a:spAutoFit/>
          </a:bodyPr>
          <a:lstStyle>
            <a:lvl1pPr>
              <a:spcBef>
                <a:spcPct val="20000"/>
              </a:spcBef>
              <a:buFont typeface="Arial" panose="020B0604020202090204" pitchFamily="34" charset="0"/>
              <a:buChar char="•"/>
              <a:defRPr sz="3200">
                <a:solidFill>
                  <a:schemeClr val="tx1"/>
                </a:solidFill>
                <a:latin typeface="微软雅黑" charset="-122"/>
                <a:ea typeface="微软雅黑" charset="-122"/>
                <a:sym typeface="Calibri" panose="020F0502020204030204" pitchFamily="34" charset="0"/>
              </a:defRPr>
            </a:lvl1pPr>
            <a:lvl2pPr marL="742950" indent="-285750">
              <a:spcBef>
                <a:spcPct val="20000"/>
              </a:spcBef>
              <a:buFont typeface="Arial" panose="020B0604020202090204" pitchFamily="34" charset="0"/>
              <a:buChar char="–"/>
              <a:defRPr sz="2800">
                <a:solidFill>
                  <a:schemeClr val="tx1"/>
                </a:solidFill>
                <a:latin typeface="微软雅黑" charset="-122"/>
                <a:ea typeface="微软雅黑" charset="-122"/>
                <a:sym typeface="Calibri" panose="020F0502020204030204" pitchFamily="34" charset="0"/>
              </a:defRPr>
            </a:lvl2pPr>
            <a:lvl3pPr marL="1143000" indent="-228600">
              <a:spcBef>
                <a:spcPct val="20000"/>
              </a:spcBef>
              <a:buFont typeface="Arial" panose="020B0604020202090204" pitchFamily="34" charset="0"/>
              <a:buChar char="•"/>
              <a:defRPr sz="2400">
                <a:solidFill>
                  <a:schemeClr val="tx1"/>
                </a:solidFill>
                <a:latin typeface="微软雅黑" charset="-122"/>
                <a:ea typeface="微软雅黑" charset="-122"/>
                <a:sym typeface="Calibri" panose="020F0502020204030204" pitchFamily="34" charset="0"/>
              </a:defRPr>
            </a:lvl3pPr>
            <a:lvl4pPr marL="1600200" indent="-228600">
              <a:spcBef>
                <a:spcPct val="20000"/>
              </a:spcBef>
              <a:buFont typeface="Arial" panose="020B0604020202090204" pitchFamily="34" charset="0"/>
              <a:buChar char="–"/>
              <a:defRPr sz="2000">
                <a:solidFill>
                  <a:schemeClr val="tx1"/>
                </a:solidFill>
                <a:latin typeface="微软雅黑" charset="-122"/>
                <a:ea typeface="微软雅黑" charset="-122"/>
                <a:sym typeface="Calibri" panose="020F0502020204030204" pitchFamily="34" charset="0"/>
              </a:defRPr>
            </a:lvl4pPr>
            <a:lvl5pPr marL="2057400" indent="-228600">
              <a:spcBef>
                <a:spcPct val="20000"/>
              </a:spcBef>
              <a:buFont typeface="Arial" panose="020B0604020202090204" pitchFamily="34" charset="0"/>
              <a:buChar char="»"/>
              <a:defRPr sz="2000">
                <a:solidFill>
                  <a:schemeClr val="tx1"/>
                </a:solidFill>
                <a:latin typeface="微软雅黑" charset="-122"/>
                <a:ea typeface="微软雅黑" charset="-122"/>
                <a:sym typeface="Calibri" panose="020F0502020204030204" pitchFamily="34" charset="0"/>
              </a:defRPr>
            </a:lvl5pPr>
            <a:lvl6pPr marL="2514600" indent="-228600" eaLnBrk="0" fontAlgn="base" hangingPunct="0">
              <a:spcBef>
                <a:spcPct val="20000"/>
              </a:spcBef>
              <a:spcAft>
                <a:spcPct val="0"/>
              </a:spcAft>
              <a:buFont typeface="Arial" panose="020B0604020202090204" pitchFamily="34" charset="0"/>
              <a:buChar char="»"/>
              <a:defRPr sz="2000">
                <a:solidFill>
                  <a:schemeClr val="tx1"/>
                </a:solidFill>
                <a:latin typeface="微软雅黑" charset="-122"/>
                <a:ea typeface="微软雅黑" charset="-122"/>
                <a:sym typeface="Calibri" panose="020F0502020204030204" pitchFamily="34" charset="0"/>
              </a:defRPr>
            </a:lvl6pPr>
            <a:lvl7pPr marL="2971800" indent="-228600" eaLnBrk="0" fontAlgn="base" hangingPunct="0">
              <a:spcBef>
                <a:spcPct val="20000"/>
              </a:spcBef>
              <a:spcAft>
                <a:spcPct val="0"/>
              </a:spcAft>
              <a:buFont typeface="Arial" panose="020B0604020202090204" pitchFamily="34" charset="0"/>
              <a:buChar char="»"/>
              <a:defRPr sz="2000">
                <a:solidFill>
                  <a:schemeClr val="tx1"/>
                </a:solidFill>
                <a:latin typeface="微软雅黑" charset="-122"/>
                <a:ea typeface="微软雅黑" charset="-122"/>
                <a:sym typeface="Calibri" panose="020F0502020204030204" pitchFamily="34" charset="0"/>
              </a:defRPr>
            </a:lvl7pPr>
            <a:lvl8pPr marL="3429000" indent="-228600" eaLnBrk="0" fontAlgn="base" hangingPunct="0">
              <a:spcBef>
                <a:spcPct val="20000"/>
              </a:spcBef>
              <a:spcAft>
                <a:spcPct val="0"/>
              </a:spcAft>
              <a:buFont typeface="Arial" panose="020B0604020202090204" pitchFamily="34" charset="0"/>
              <a:buChar char="»"/>
              <a:defRPr sz="2000">
                <a:solidFill>
                  <a:schemeClr val="tx1"/>
                </a:solidFill>
                <a:latin typeface="微软雅黑" charset="-122"/>
                <a:ea typeface="微软雅黑" charset="-122"/>
                <a:sym typeface="Calibri" panose="020F0502020204030204" pitchFamily="34" charset="0"/>
              </a:defRPr>
            </a:lvl8pPr>
            <a:lvl9pPr marL="3886200" indent="-228600" eaLnBrk="0" fontAlgn="base" hangingPunct="0">
              <a:spcBef>
                <a:spcPct val="20000"/>
              </a:spcBef>
              <a:spcAft>
                <a:spcPct val="0"/>
              </a:spcAft>
              <a:buFont typeface="Arial" panose="020B0604020202090204" pitchFamily="34" charset="0"/>
              <a:buChar char="»"/>
              <a:defRPr sz="2000">
                <a:solidFill>
                  <a:schemeClr val="tx1"/>
                </a:solidFill>
                <a:latin typeface="微软雅黑" charset="-122"/>
                <a:ea typeface="微软雅黑" charset="-122"/>
                <a:sym typeface="Calibri" panose="020F0502020204030204" pitchFamily="34" charset="0"/>
              </a:defRPr>
            </a:lvl9pPr>
          </a:lstStyle>
          <a:p>
            <a:pPr algn="ctr">
              <a:lnSpc>
                <a:spcPct val="130000"/>
              </a:lnSpc>
              <a:spcBef>
                <a:spcPct val="0"/>
              </a:spcBef>
              <a:buNone/>
              <a:defRPr/>
            </a:pPr>
            <a:r>
              <a:rPr lang="zh-CN" altLang="en-US" sz="1865" b="1" kern="0" dirty="0">
                <a:solidFill>
                  <a:schemeClr val="tx1">
                    <a:lumMod val="85000"/>
                    <a:lumOff val="15000"/>
                  </a:schemeClr>
                </a:solidFill>
                <a:latin typeface="思源黑体" panose="020B0500000000000000" pitchFamily="34" charset="-122"/>
                <a:ea typeface="思源黑体" panose="020B0500000000000000" pitchFamily="34" charset="-122"/>
                <a:cs typeface="+mn-ea"/>
                <a:sym typeface="思源黑体" panose="020B0500000000000000" pitchFamily="34" charset="-122"/>
              </a:rPr>
              <a:t>管理不足</a:t>
            </a:r>
            <a:endParaRPr lang="zh-CN" altLang="en-US" sz="1865" b="1" kern="0" dirty="0">
              <a:solidFill>
                <a:schemeClr val="tx1">
                  <a:lumMod val="85000"/>
                  <a:lumOff val="15000"/>
                </a:schemeClr>
              </a:solidFill>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sp>
        <p:nvSpPr>
          <p:cNvPr id="115" name="矩形 114"/>
          <p:cNvSpPr>
            <a:spLocks noChangeArrowheads="1"/>
          </p:cNvSpPr>
          <p:nvPr/>
        </p:nvSpPr>
        <p:spPr bwMode="auto">
          <a:xfrm>
            <a:off x="2120799" y="4576646"/>
            <a:ext cx="1702971" cy="448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10549" tIns="55273" rIns="110549" bIns="55273">
            <a:spAutoFit/>
          </a:bodyPr>
          <a:lstStyle>
            <a:lvl1pPr>
              <a:spcBef>
                <a:spcPct val="20000"/>
              </a:spcBef>
              <a:buFont typeface="Arial" panose="020B0604020202090204" pitchFamily="34" charset="0"/>
              <a:buChar char="•"/>
              <a:defRPr sz="3200">
                <a:solidFill>
                  <a:schemeClr val="tx1"/>
                </a:solidFill>
                <a:latin typeface="微软雅黑" charset="-122"/>
                <a:ea typeface="微软雅黑" charset="-122"/>
                <a:sym typeface="Calibri" panose="020F0502020204030204" pitchFamily="34" charset="0"/>
              </a:defRPr>
            </a:lvl1pPr>
            <a:lvl2pPr marL="742950" indent="-285750">
              <a:spcBef>
                <a:spcPct val="20000"/>
              </a:spcBef>
              <a:buFont typeface="Arial" panose="020B0604020202090204" pitchFamily="34" charset="0"/>
              <a:buChar char="–"/>
              <a:defRPr sz="2800">
                <a:solidFill>
                  <a:schemeClr val="tx1"/>
                </a:solidFill>
                <a:latin typeface="微软雅黑" charset="-122"/>
                <a:ea typeface="微软雅黑" charset="-122"/>
                <a:sym typeface="Calibri" panose="020F0502020204030204" pitchFamily="34" charset="0"/>
              </a:defRPr>
            </a:lvl2pPr>
            <a:lvl3pPr marL="1143000" indent="-228600">
              <a:spcBef>
                <a:spcPct val="20000"/>
              </a:spcBef>
              <a:buFont typeface="Arial" panose="020B0604020202090204" pitchFamily="34" charset="0"/>
              <a:buChar char="•"/>
              <a:defRPr sz="2400">
                <a:solidFill>
                  <a:schemeClr val="tx1"/>
                </a:solidFill>
                <a:latin typeface="微软雅黑" charset="-122"/>
                <a:ea typeface="微软雅黑" charset="-122"/>
                <a:sym typeface="Calibri" panose="020F0502020204030204" pitchFamily="34" charset="0"/>
              </a:defRPr>
            </a:lvl3pPr>
            <a:lvl4pPr marL="1600200" indent="-228600">
              <a:spcBef>
                <a:spcPct val="20000"/>
              </a:spcBef>
              <a:buFont typeface="Arial" panose="020B0604020202090204" pitchFamily="34" charset="0"/>
              <a:buChar char="–"/>
              <a:defRPr sz="2000">
                <a:solidFill>
                  <a:schemeClr val="tx1"/>
                </a:solidFill>
                <a:latin typeface="微软雅黑" charset="-122"/>
                <a:ea typeface="微软雅黑" charset="-122"/>
                <a:sym typeface="Calibri" panose="020F0502020204030204" pitchFamily="34" charset="0"/>
              </a:defRPr>
            </a:lvl4pPr>
            <a:lvl5pPr marL="2057400" indent="-228600">
              <a:spcBef>
                <a:spcPct val="20000"/>
              </a:spcBef>
              <a:buFont typeface="Arial" panose="020B0604020202090204" pitchFamily="34" charset="0"/>
              <a:buChar char="»"/>
              <a:defRPr sz="2000">
                <a:solidFill>
                  <a:schemeClr val="tx1"/>
                </a:solidFill>
                <a:latin typeface="微软雅黑" charset="-122"/>
                <a:ea typeface="微软雅黑" charset="-122"/>
                <a:sym typeface="Calibri" panose="020F0502020204030204" pitchFamily="34" charset="0"/>
              </a:defRPr>
            </a:lvl5pPr>
            <a:lvl6pPr marL="2514600" indent="-228600" eaLnBrk="0" fontAlgn="base" hangingPunct="0">
              <a:spcBef>
                <a:spcPct val="20000"/>
              </a:spcBef>
              <a:spcAft>
                <a:spcPct val="0"/>
              </a:spcAft>
              <a:buFont typeface="Arial" panose="020B0604020202090204" pitchFamily="34" charset="0"/>
              <a:buChar char="»"/>
              <a:defRPr sz="2000">
                <a:solidFill>
                  <a:schemeClr val="tx1"/>
                </a:solidFill>
                <a:latin typeface="微软雅黑" charset="-122"/>
                <a:ea typeface="微软雅黑" charset="-122"/>
                <a:sym typeface="Calibri" panose="020F0502020204030204" pitchFamily="34" charset="0"/>
              </a:defRPr>
            </a:lvl6pPr>
            <a:lvl7pPr marL="2971800" indent="-228600" eaLnBrk="0" fontAlgn="base" hangingPunct="0">
              <a:spcBef>
                <a:spcPct val="20000"/>
              </a:spcBef>
              <a:spcAft>
                <a:spcPct val="0"/>
              </a:spcAft>
              <a:buFont typeface="Arial" panose="020B0604020202090204" pitchFamily="34" charset="0"/>
              <a:buChar char="»"/>
              <a:defRPr sz="2000">
                <a:solidFill>
                  <a:schemeClr val="tx1"/>
                </a:solidFill>
                <a:latin typeface="微软雅黑" charset="-122"/>
                <a:ea typeface="微软雅黑" charset="-122"/>
                <a:sym typeface="Calibri" panose="020F0502020204030204" pitchFamily="34" charset="0"/>
              </a:defRPr>
            </a:lvl7pPr>
            <a:lvl8pPr marL="3429000" indent="-228600" eaLnBrk="0" fontAlgn="base" hangingPunct="0">
              <a:spcBef>
                <a:spcPct val="20000"/>
              </a:spcBef>
              <a:spcAft>
                <a:spcPct val="0"/>
              </a:spcAft>
              <a:buFont typeface="Arial" panose="020B0604020202090204" pitchFamily="34" charset="0"/>
              <a:buChar char="»"/>
              <a:defRPr sz="2000">
                <a:solidFill>
                  <a:schemeClr val="tx1"/>
                </a:solidFill>
                <a:latin typeface="微软雅黑" charset="-122"/>
                <a:ea typeface="微软雅黑" charset="-122"/>
                <a:sym typeface="Calibri" panose="020F0502020204030204" pitchFamily="34" charset="0"/>
              </a:defRPr>
            </a:lvl8pPr>
            <a:lvl9pPr marL="3886200" indent="-228600" eaLnBrk="0" fontAlgn="base" hangingPunct="0">
              <a:spcBef>
                <a:spcPct val="20000"/>
              </a:spcBef>
              <a:spcAft>
                <a:spcPct val="0"/>
              </a:spcAft>
              <a:buFont typeface="Arial" panose="020B0604020202090204" pitchFamily="34" charset="0"/>
              <a:buChar char="»"/>
              <a:defRPr sz="2000">
                <a:solidFill>
                  <a:schemeClr val="tx1"/>
                </a:solidFill>
                <a:latin typeface="微软雅黑" charset="-122"/>
                <a:ea typeface="微软雅黑" charset="-122"/>
                <a:sym typeface="Calibri" panose="020F0502020204030204" pitchFamily="34" charset="0"/>
              </a:defRPr>
            </a:lvl9pPr>
          </a:lstStyle>
          <a:p>
            <a:pPr algn="ctr">
              <a:lnSpc>
                <a:spcPct val="130000"/>
              </a:lnSpc>
              <a:spcBef>
                <a:spcPct val="0"/>
              </a:spcBef>
              <a:buNone/>
              <a:defRPr/>
            </a:pPr>
            <a:r>
              <a:rPr lang="zh-CN" altLang="en-US" sz="1865" b="1" kern="0" dirty="0">
                <a:solidFill>
                  <a:schemeClr val="tx1">
                    <a:lumMod val="85000"/>
                    <a:lumOff val="15000"/>
                  </a:schemeClr>
                </a:solidFill>
                <a:latin typeface="思源黑体" panose="020B0500000000000000" pitchFamily="34" charset="-122"/>
                <a:ea typeface="思源黑体" panose="020B0500000000000000" pitchFamily="34" charset="-122"/>
                <a:cs typeface="+mn-ea"/>
                <a:sym typeface="思源黑体" panose="020B0500000000000000" pitchFamily="34" charset="-122"/>
              </a:rPr>
              <a:t>认识不足</a:t>
            </a:r>
            <a:endParaRPr lang="zh-CN" altLang="en-US" sz="1865" b="1" kern="0" dirty="0">
              <a:solidFill>
                <a:schemeClr val="tx1">
                  <a:lumMod val="85000"/>
                  <a:lumOff val="15000"/>
                </a:schemeClr>
              </a:solidFill>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sp>
        <p:nvSpPr>
          <p:cNvPr id="116" name="矩形 115"/>
          <p:cNvSpPr>
            <a:spLocks noChangeArrowheads="1"/>
          </p:cNvSpPr>
          <p:nvPr/>
        </p:nvSpPr>
        <p:spPr bwMode="auto">
          <a:xfrm>
            <a:off x="3283836" y="5430405"/>
            <a:ext cx="1702971" cy="448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10549" tIns="55273" rIns="110549" bIns="55273">
            <a:spAutoFit/>
          </a:bodyPr>
          <a:lstStyle>
            <a:lvl1pPr>
              <a:spcBef>
                <a:spcPct val="20000"/>
              </a:spcBef>
              <a:buFont typeface="Arial" panose="020B0604020202090204" pitchFamily="34" charset="0"/>
              <a:buChar char="•"/>
              <a:defRPr sz="3200">
                <a:solidFill>
                  <a:schemeClr val="tx1"/>
                </a:solidFill>
                <a:latin typeface="微软雅黑" charset="-122"/>
                <a:ea typeface="微软雅黑" charset="-122"/>
                <a:sym typeface="Calibri" panose="020F0502020204030204" pitchFamily="34" charset="0"/>
              </a:defRPr>
            </a:lvl1pPr>
            <a:lvl2pPr marL="742950" indent="-285750">
              <a:spcBef>
                <a:spcPct val="20000"/>
              </a:spcBef>
              <a:buFont typeface="Arial" panose="020B0604020202090204" pitchFamily="34" charset="0"/>
              <a:buChar char="–"/>
              <a:defRPr sz="2800">
                <a:solidFill>
                  <a:schemeClr val="tx1"/>
                </a:solidFill>
                <a:latin typeface="微软雅黑" charset="-122"/>
                <a:ea typeface="微软雅黑" charset="-122"/>
                <a:sym typeface="Calibri" panose="020F0502020204030204" pitchFamily="34" charset="0"/>
              </a:defRPr>
            </a:lvl2pPr>
            <a:lvl3pPr marL="1143000" indent="-228600">
              <a:spcBef>
                <a:spcPct val="20000"/>
              </a:spcBef>
              <a:buFont typeface="Arial" panose="020B0604020202090204" pitchFamily="34" charset="0"/>
              <a:buChar char="•"/>
              <a:defRPr sz="2400">
                <a:solidFill>
                  <a:schemeClr val="tx1"/>
                </a:solidFill>
                <a:latin typeface="微软雅黑" charset="-122"/>
                <a:ea typeface="微软雅黑" charset="-122"/>
                <a:sym typeface="Calibri" panose="020F0502020204030204" pitchFamily="34" charset="0"/>
              </a:defRPr>
            </a:lvl3pPr>
            <a:lvl4pPr marL="1600200" indent="-228600">
              <a:spcBef>
                <a:spcPct val="20000"/>
              </a:spcBef>
              <a:buFont typeface="Arial" panose="020B0604020202090204" pitchFamily="34" charset="0"/>
              <a:buChar char="–"/>
              <a:defRPr sz="2000">
                <a:solidFill>
                  <a:schemeClr val="tx1"/>
                </a:solidFill>
                <a:latin typeface="微软雅黑" charset="-122"/>
                <a:ea typeface="微软雅黑" charset="-122"/>
                <a:sym typeface="Calibri" panose="020F0502020204030204" pitchFamily="34" charset="0"/>
              </a:defRPr>
            </a:lvl4pPr>
            <a:lvl5pPr marL="2057400" indent="-228600">
              <a:spcBef>
                <a:spcPct val="20000"/>
              </a:spcBef>
              <a:buFont typeface="Arial" panose="020B0604020202090204" pitchFamily="34" charset="0"/>
              <a:buChar char="»"/>
              <a:defRPr sz="2000">
                <a:solidFill>
                  <a:schemeClr val="tx1"/>
                </a:solidFill>
                <a:latin typeface="微软雅黑" charset="-122"/>
                <a:ea typeface="微软雅黑" charset="-122"/>
                <a:sym typeface="Calibri" panose="020F0502020204030204" pitchFamily="34" charset="0"/>
              </a:defRPr>
            </a:lvl5pPr>
            <a:lvl6pPr marL="2514600" indent="-228600" eaLnBrk="0" fontAlgn="base" hangingPunct="0">
              <a:spcBef>
                <a:spcPct val="20000"/>
              </a:spcBef>
              <a:spcAft>
                <a:spcPct val="0"/>
              </a:spcAft>
              <a:buFont typeface="Arial" panose="020B0604020202090204" pitchFamily="34" charset="0"/>
              <a:buChar char="»"/>
              <a:defRPr sz="2000">
                <a:solidFill>
                  <a:schemeClr val="tx1"/>
                </a:solidFill>
                <a:latin typeface="微软雅黑" charset="-122"/>
                <a:ea typeface="微软雅黑" charset="-122"/>
                <a:sym typeface="Calibri" panose="020F0502020204030204" pitchFamily="34" charset="0"/>
              </a:defRPr>
            </a:lvl6pPr>
            <a:lvl7pPr marL="2971800" indent="-228600" eaLnBrk="0" fontAlgn="base" hangingPunct="0">
              <a:spcBef>
                <a:spcPct val="20000"/>
              </a:spcBef>
              <a:spcAft>
                <a:spcPct val="0"/>
              </a:spcAft>
              <a:buFont typeface="Arial" panose="020B0604020202090204" pitchFamily="34" charset="0"/>
              <a:buChar char="»"/>
              <a:defRPr sz="2000">
                <a:solidFill>
                  <a:schemeClr val="tx1"/>
                </a:solidFill>
                <a:latin typeface="微软雅黑" charset="-122"/>
                <a:ea typeface="微软雅黑" charset="-122"/>
                <a:sym typeface="Calibri" panose="020F0502020204030204" pitchFamily="34" charset="0"/>
              </a:defRPr>
            </a:lvl7pPr>
            <a:lvl8pPr marL="3429000" indent="-228600" eaLnBrk="0" fontAlgn="base" hangingPunct="0">
              <a:spcBef>
                <a:spcPct val="20000"/>
              </a:spcBef>
              <a:spcAft>
                <a:spcPct val="0"/>
              </a:spcAft>
              <a:buFont typeface="Arial" panose="020B0604020202090204" pitchFamily="34" charset="0"/>
              <a:buChar char="»"/>
              <a:defRPr sz="2000">
                <a:solidFill>
                  <a:schemeClr val="tx1"/>
                </a:solidFill>
                <a:latin typeface="微软雅黑" charset="-122"/>
                <a:ea typeface="微软雅黑" charset="-122"/>
                <a:sym typeface="Calibri" panose="020F0502020204030204" pitchFamily="34" charset="0"/>
              </a:defRPr>
            </a:lvl8pPr>
            <a:lvl9pPr marL="3886200" indent="-228600" eaLnBrk="0" fontAlgn="base" hangingPunct="0">
              <a:spcBef>
                <a:spcPct val="20000"/>
              </a:spcBef>
              <a:spcAft>
                <a:spcPct val="0"/>
              </a:spcAft>
              <a:buFont typeface="Arial" panose="020B0604020202090204" pitchFamily="34" charset="0"/>
              <a:buChar char="»"/>
              <a:defRPr sz="2000">
                <a:solidFill>
                  <a:schemeClr val="tx1"/>
                </a:solidFill>
                <a:latin typeface="微软雅黑" charset="-122"/>
                <a:ea typeface="微软雅黑" charset="-122"/>
                <a:sym typeface="Calibri" panose="020F0502020204030204" pitchFamily="34" charset="0"/>
              </a:defRPr>
            </a:lvl9pPr>
          </a:lstStyle>
          <a:p>
            <a:pPr algn="ctr">
              <a:lnSpc>
                <a:spcPct val="130000"/>
              </a:lnSpc>
              <a:spcBef>
                <a:spcPct val="0"/>
              </a:spcBef>
              <a:buNone/>
              <a:defRPr/>
            </a:pPr>
            <a:r>
              <a:rPr lang="zh-CN" altLang="en-US" sz="1865" b="1" kern="0" dirty="0">
                <a:solidFill>
                  <a:schemeClr val="tx1">
                    <a:lumMod val="85000"/>
                    <a:lumOff val="15000"/>
                  </a:schemeClr>
                </a:solidFill>
                <a:latin typeface="思源黑体" panose="020B0500000000000000" pitchFamily="34" charset="-122"/>
                <a:ea typeface="思源黑体" panose="020B0500000000000000" pitchFamily="34" charset="-122"/>
                <a:cs typeface="+mn-ea"/>
                <a:sym typeface="思源黑体" panose="020B0500000000000000" pitchFamily="34" charset="-122"/>
              </a:rPr>
              <a:t>技能不足</a:t>
            </a:r>
            <a:endParaRPr lang="zh-CN" altLang="en-US" sz="1865" b="1" kern="0" dirty="0">
              <a:solidFill>
                <a:schemeClr val="tx1">
                  <a:lumMod val="85000"/>
                  <a:lumOff val="15000"/>
                </a:schemeClr>
              </a:solidFill>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sp>
        <p:nvSpPr>
          <p:cNvPr id="117" name="矩形 116"/>
          <p:cNvSpPr>
            <a:spLocks noChangeArrowheads="1"/>
          </p:cNvSpPr>
          <p:nvPr/>
        </p:nvSpPr>
        <p:spPr bwMode="auto">
          <a:xfrm>
            <a:off x="6914727" y="5479939"/>
            <a:ext cx="1702971" cy="448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10549" tIns="55273" rIns="110549" bIns="55273">
            <a:spAutoFit/>
          </a:bodyPr>
          <a:lstStyle>
            <a:lvl1pPr>
              <a:spcBef>
                <a:spcPct val="20000"/>
              </a:spcBef>
              <a:buFont typeface="Arial" panose="020B0604020202090204" pitchFamily="34" charset="0"/>
              <a:buChar char="•"/>
              <a:defRPr sz="3200">
                <a:solidFill>
                  <a:schemeClr val="tx1"/>
                </a:solidFill>
                <a:latin typeface="微软雅黑" charset="-122"/>
                <a:ea typeface="微软雅黑" charset="-122"/>
                <a:sym typeface="Calibri" panose="020F0502020204030204" pitchFamily="34" charset="0"/>
              </a:defRPr>
            </a:lvl1pPr>
            <a:lvl2pPr marL="742950" indent="-285750">
              <a:spcBef>
                <a:spcPct val="20000"/>
              </a:spcBef>
              <a:buFont typeface="Arial" panose="020B0604020202090204" pitchFamily="34" charset="0"/>
              <a:buChar char="–"/>
              <a:defRPr sz="2800">
                <a:solidFill>
                  <a:schemeClr val="tx1"/>
                </a:solidFill>
                <a:latin typeface="微软雅黑" charset="-122"/>
                <a:ea typeface="微软雅黑" charset="-122"/>
                <a:sym typeface="Calibri" panose="020F0502020204030204" pitchFamily="34" charset="0"/>
              </a:defRPr>
            </a:lvl2pPr>
            <a:lvl3pPr marL="1143000" indent="-228600">
              <a:spcBef>
                <a:spcPct val="20000"/>
              </a:spcBef>
              <a:buFont typeface="Arial" panose="020B0604020202090204" pitchFamily="34" charset="0"/>
              <a:buChar char="•"/>
              <a:defRPr sz="2400">
                <a:solidFill>
                  <a:schemeClr val="tx1"/>
                </a:solidFill>
                <a:latin typeface="微软雅黑" charset="-122"/>
                <a:ea typeface="微软雅黑" charset="-122"/>
                <a:sym typeface="Calibri" panose="020F0502020204030204" pitchFamily="34" charset="0"/>
              </a:defRPr>
            </a:lvl3pPr>
            <a:lvl4pPr marL="1600200" indent="-228600">
              <a:spcBef>
                <a:spcPct val="20000"/>
              </a:spcBef>
              <a:buFont typeface="Arial" panose="020B0604020202090204" pitchFamily="34" charset="0"/>
              <a:buChar char="–"/>
              <a:defRPr sz="2000">
                <a:solidFill>
                  <a:schemeClr val="tx1"/>
                </a:solidFill>
                <a:latin typeface="微软雅黑" charset="-122"/>
                <a:ea typeface="微软雅黑" charset="-122"/>
                <a:sym typeface="Calibri" panose="020F0502020204030204" pitchFamily="34" charset="0"/>
              </a:defRPr>
            </a:lvl4pPr>
            <a:lvl5pPr marL="2057400" indent="-228600">
              <a:spcBef>
                <a:spcPct val="20000"/>
              </a:spcBef>
              <a:buFont typeface="Arial" panose="020B0604020202090204" pitchFamily="34" charset="0"/>
              <a:buChar char="»"/>
              <a:defRPr sz="2000">
                <a:solidFill>
                  <a:schemeClr val="tx1"/>
                </a:solidFill>
                <a:latin typeface="微软雅黑" charset="-122"/>
                <a:ea typeface="微软雅黑" charset="-122"/>
                <a:sym typeface="Calibri" panose="020F0502020204030204" pitchFamily="34" charset="0"/>
              </a:defRPr>
            </a:lvl5pPr>
            <a:lvl6pPr marL="2514600" indent="-228600" eaLnBrk="0" fontAlgn="base" hangingPunct="0">
              <a:spcBef>
                <a:spcPct val="20000"/>
              </a:spcBef>
              <a:spcAft>
                <a:spcPct val="0"/>
              </a:spcAft>
              <a:buFont typeface="Arial" panose="020B0604020202090204" pitchFamily="34" charset="0"/>
              <a:buChar char="»"/>
              <a:defRPr sz="2000">
                <a:solidFill>
                  <a:schemeClr val="tx1"/>
                </a:solidFill>
                <a:latin typeface="微软雅黑" charset="-122"/>
                <a:ea typeface="微软雅黑" charset="-122"/>
                <a:sym typeface="Calibri" panose="020F0502020204030204" pitchFamily="34" charset="0"/>
              </a:defRPr>
            </a:lvl6pPr>
            <a:lvl7pPr marL="2971800" indent="-228600" eaLnBrk="0" fontAlgn="base" hangingPunct="0">
              <a:spcBef>
                <a:spcPct val="20000"/>
              </a:spcBef>
              <a:spcAft>
                <a:spcPct val="0"/>
              </a:spcAft>
              <a:buFont typeface="Arial" panose="020B0604020202090204" pitchFamily="34" charset="0"/>
              <a:buChar char="»"/>
              <a:defRPr sz="2000">
                <a:solidFill>
                  <a:schemeClr val="tx1"/>
                </a:solidFill>
                <a:latin typeface="微软雅黑" charset="-122"/>
                <a:ea typeface="微软雅黑" charset="-122"/>
                <a:sym typeface="Calibri" panose="020F0502020204030204" pitchFamily="34" charset="0"/>
              </a:defRPr>
            </a:lvl7pPr>
            <a:lvl8pPr marL="3429000" indent="-228600" eaLnBrk="0" fontAlgn="base" hangingPunct="0">
              <a:spcBef>
                <a:spcPct val="20000"/>
              </a:spcBef>
              <a:spcAft>
                <a:spcPct val="0"/>
              </a:spcAft>
              <a:buFont typeface="Arial" panose="020B0604020202090204" pitchFamily="34" charset="0"/>
              <a:buChar char="»"/>
              <a:defRPr sz="2000">
                <a:solidFill>
                  <a:schemeClr val="tx1"/>
                </a:solidFill>
                <a:latin typeface="微软雅黑" charset="-122"/>
                <a:ea typeface="微软雅黑" charset="-122"/>
                <a:sym typeface="Calibri" panose="020F0502020204030204" pitchFamily="34" charset="0"/>
              </a:defRPr>
            </a:lvl8pPr>
            <a:lvl9pPr marL="3886200" indent="-228600" eaLnBrk="0" fontAlgn="base" hangingPunct="0">
              <a:spcBef>
                <a:spcPct val="20000"/>
              </a:spcBef>
              <a:spcAft>
                <a:spcPct val="0"/>
              </a:spcAft>
              <a:buFont typeface="Arial" panose="020B0604020202090204" pitchFamily="34" charset="0"/>
              <a:buChar char="»"/>
              <a:defRPr sz="2000">
                <a:solidFill>
                  <a:schemeClr val="tx1"/>
                </a:solidFill>
                <a:latin typeface="微软雅黑" charset="-122"/>
                <a:ea typeface="微软雅黑" charset="-122"/>
                <a:sym typeface="Calibri" panose="020F0502020204030204" pitchFamily="34" charset="0"/>
              </a:defRPr>
            </a:lvl9pPr>
          </a:lstStyle>
          <a:p>
            <a:pPr algn="ctr">
              <a:lnSpc>
                <a:spcPct val="130000"/>
              </a:lnSpc>
              <a:spcBef>
                <a:spcPct val="0"/>
              </a:spcBef>
              <a:buNone/>
              <a:defRPr/>
            </a:pPr>
            <a:r>
              <a:rPr lang="zh-CN" altLang="en-US" sz="1865" b="1" kern="0" dirty="0">
                <a:solidFill>
                  <a:schemeClr val="tx1">
                    <a:lumMod val="85000"/>
                    <a:lumOff val="15000"/>
                  </a:schemeClr>
                </a:solidFill>
                <a:latin typeface="思源黑体" panose="020B0500000000000000" pitchFamily="34" charset="-122"/>
                <a:ea typeface="思源黑体" panose="020B0500000000000000" pitchFamily="34" charset="-122"/>
                <a:cs typeface="+mn-ea"/>
                <a:sym typeface="思源黑体" panose="020B0500000000000000" pitchFamily="34" charset="-122"/>
              </a:rPr>
              <a:t>营销不足</a:t>
            </a:r>
            <a:endParaRPr lang="zh-CN" altLang="en-US" sz="1865" b="1" kern="0" dirty="0">
              <a:solidFill>
                <a:schemeClr val="tx1">
                  <a:lumMod val="85000"/>
                  <a:lumOff val="15000"/>
                </a:schemeClr>
              </a:solidFill>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sp>
        <p:nvSpPr>
          <p:cNvPr id="118" name="矩形 117"/>
          <p:cNvSpPr>
            <a:spLocks noChangeArrowheads="1"/>
          </p:cNvSpPr>
          <p:nvPr/>
        </p:nvSpPr>
        <p:spPr bwMode="auto">
          <a:xfrm>
            <a:off x="8481330" y="4514666"/>
            <a:ext cx="1702971" cy="448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10549" tIns="55273" rIns="110549" bIns="55273">
            <a:spAutoFit/>
          </a:bodyPr>
          <a:lstStyle>
            <a:lvl1pPr>
              <a:spcBef>
                <a:spcPct val="20000"/>
              </a:spcBef>
              <a:buFont typeface="Arial" panose="020B0604020202090204" pitchFamily="34" charset="0"/>
              <a:buChar char="•"/>
              <a:defRPr sz="3200">
                <a:solidFill>
                  <a:schemeClr val="tx1"/>
                </a:solidFill>
                <a:latin typeface="微软雅黑" charset="-122"/>
                <a:ea typeface="微软雅黑" charset="-122"/>
                <a:sym typeface="Calibri" panose="020F0502020204030204" pitchFamily="34" charset="0"/>
              </a:defRPr>
            </a:lvl1pPr>
            <a:lvl2pPr marL="742950" indent="-285750">
              <a:spcBef>
                <a:spcPct val="20000"/>
              </a:spcBef>
              <a:buFont typeface="Arial" panose="020B0604020202090204" pitchFamily="34" charset="0"/>
              <a:buChar char="–"/>
              <a:defRPr sz="2800">
                <a:solidFill>
                  <a:schemeClr val="tx1"/>
                </a:solidFill>
                <a:latin typeface="微软雅黑" charset="-122"/>
                <a:ea typeface="微软雅黑" charset="-122"/>
                <a:sym typeface="Calibri" panose="020F0502020204030204" pitchFamily="34" charset="0"/>
              </a:defRPr>
            </a:lvl2pPr>
            <a:lvl3pPr marL="1143000" indent="-228600">
              <a:spcBef>
                <a:spcPct val="20000"/>
              </a:spcBef>
              <a:buFont typeface="Arial" panose="020B0604020202090204" pitchFamily="34" charset="0"/>
              <a:buChar char="•"/>
              <a:defRPr sz="2400">
                <a:solidFill>
                  <a:schemeClr val="tx1"/>
                </a:solidFill>
                <a:latin typeface="微软雅黑" charset="-122"/>
                <a:ea typeface="微软雅黑" charset="-122"/>
                <a:sym typeface="Calibri" panose="020F0502020204030204" pitchFamily="34" charset="0"/>
              </a:defRPr>
            </a:lvl3pPr>
            <a:lvl4pPr marL="1600200" indent="-228600">
              <a:spcBef>
                <a:spcPct val="20000"/>
              </a:spcBef>
              <a:buFont typeface="Arial" panose="020B0604020202090204" pitchFamily="34" charset="0"/>
              <a:buChar char="–"/>
              <a:defRPr sz="2000">
                <a:solidFill>
                  <a:schemeClr val="tx1"/>
                </a:solidFill>
                <a:latin typeface="微软雅黑" charset="-122"/>
                <a:ea typeface="微软雅黑" charset="-122"/>
                <a:sym typeface="Calibri" panose="020F0502020204030204" pitchFamily="34" charset="0"/>
              </a:defRPr>
            </a:lvl4pPr>
            <a:lvl5pPr marL="2057400" indent="-228600">
              <a:spcBef>
                <a:spcPct val="20000"/>
              </a:spcBef>
              <a:buFont typeface="Arial" panose="020B0604020202090204" pitchFamily="34" charset="0"/>
              <a:buChar char="»"/>
              <a:defRPr sz="2000">
                <a:solidFill>
                  <a:schemeClr val="tx1"/>
                </a:solidFill>
                <a:latin typeface="微软雅黑" charset="-122"/>
                <a:ea typeface="微软雅黑" charset="-122"/>
                <a:sym typeface="Calibri" panose="020F0502020204030204" pitchFamily="34" charset="0"/>
              </a:defRPr>
            </a:lvl5pPr>
            <a:lvl6pPr marL="2514600" indent="-228600" eaLnBrk="0" fontAlgn="base" hangingPunct="0">
              <a:spcBef>
                <a:spcPct val="20000"/>
              </a:spcBef>
              <a:spcAft>
                <a:spcPct val="0"/>
              </a:spcAft>
              <a:buFont typeface="Arial" panose="020B0604020202090204" pitchFamily="34" charset="0"/>
              <a:buChar char="»"/>
              <a:defRPr sz="2000">
                <a:solidFill>
                  <a:schemeClr val="tx1"/>
                </a:solidFill>
                <a:latin typeface="微软雅黑" charset="-122"/>
                <a:ea typeface="微软雅黑" charset="-122"/>
                <a:sym typeface="Calibri" panose="020F0502020204030204" pitchFamily="34" charset="0"/>
              </a:defRPr>
            </a:lvl6pPr>
            <a:lvl7pPr marL="2971800" indent="-228600" eaLnBrk="0" fontAlgn="base" hangingPunct="0">
              <a:spcBef>
                <a:spcPct val="20000"/>
              </a:spcBef>
              <a:spcAft>
                <a:spcPct val="0"/>
              </a:spcAft>
              <a:buFont typeface="Arial" panose="020B0604020202090204" pitchFamily="34" charset="0"/>
              <a:buChar char="»"/>
              <a:defRPr sz="2000">
                <a:solidFill>
                  <a:schemeClr val="tx1"/>
                </a:solidFill>
                <a:latin typeface="微软雅黑" charset="-122"/>
                <a:ea typeface="微软雅黑" charset="-122"/>
                <a:sym typeface="Calibri" panose="020F0502020204030204" pitchFamily="34" charset="0"/>
              </a:defRPr>
            </a:lvl7pPr>
            <a:lvl8pPr marL="3429000" indent="-228600" eaLnBrk="0" fontAlgn="base" hangingPunct="0">
              <a:spcBef>
                <a:spcPct val="20000"/>
              </a:spcBef>
              <a:spcAft>
                <a:spcPct val="0"/>
              </a:spcAft>
              <a:buFont typeface="Arial" panose="020B0604020202090204" pitchFamily="34" charset="0"/>
              <a:buChar char="»"/>
              <a:defRPr sz="2000">
                <a:solidFill>
                  <a:schemeClr val="tx1"/>
                </a:solidFill>
                <a:latin typeface="微软雅黑" charset="-122"/>
                <a:ea typeface="微软雅黑" charset="-122"/>
                <a:sym typeface="Calibri" panose="020F0502020204030204" pitchFamily="34" charset="0"/>
              </a:defRPr>
            </a:lvl8pPr>
            <a:lvl9pPr marL="3886200" indent="-228600" eaLnBrk="0" fontAlgn="base" hangingPunct="0">
              <a:spcBef>
                <a:spcPct val="20000"/>
              </a:spcBef>
              <a:spcAft>
                <a:spcPct val="0"/>
              </a:spcAft>
              <a:buFont typeface="Arial" panose="020B0604020202090204" pitchFamily="34" charset="0"/>
              <a:buChar char="»"/>
              <a:defRPr sz="2000">
                <a:solidFill>
                  <a:schemeClr val="tx1"/>
                </a:solidFill>
                <a:latin typeface="微软雅黑" charset="-122"/>
                <a:ea typeface="微软雅黑" charset="-122"/>
                <a:sym typeface="Calibri" panose="020F0502020204030204" pitchFamily="34" charset="0"/>
              </a:defRPr>
            </a:lvl9pPr>
          </a:lstStyle>
          <a:p>
            <a:pPr algn="ctr">
              <a:lnSpc>
                <a:spcPct val="130000"/>
              </a:lnSpc>
              <a:spcBef>
                <a:spcPct val="0"/>
              </a:spcBef>
              <a:buNone/>
              <a:defRPr/>
            </a:pPr>
            <a:r>
              <a:rPr lang="zh-CN" altLang="en-US" sz="1865" b="1" kern="0" dirty="0">
                <a:solidFill>
                  <a:schemeClr val="tx1">
                    <a:lumMod val="85000"/>
                    <a:lumOff val="15000"/>
                  </a:schemeClr>
                </a:solidFill>
                <a:latin typeface="思源黑体" panose="020B0500000000000000" pitchFamily="34" charset="-122"/>
                <a:ea typeface="思源黑体" panose="020B0500000000000000" pitchFamily="34" charset="-122"/>
                <a:cs typeface="+mn-ea"/>
                <a:sym typeface="思源黑体" panose="020B0500000000000000" pitchFamily="34" charset="-122"/>
              </a:rPr>
              <a:t>销售不足</a:t>
            </a:r>
            <a:endParaRPr lang="zh-CN" altLang="en-US" sz="1865" b="1" kern="0" dirty="0">
              <a:solidFill>
                <a:schemeClr val="tx1">
                  <a:lumMod val="85000"/>
                  <a:lumOff val="15000"/>
                </a:schemeClr>
              </a:solidFill>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sp>
        <p:nvSpPr>
          <p:cNvPr id="119" name="矩形 118"/>
          <p:cNvSpPr>
            <a:spLocks noChangeArrowheads="1"/>
          </p:cNvSpPr>
          <p:nvPr/>
        </p:nvSpPr>
        <p:spPr bwMode="auto">
          <a:xfrm>
            <a:off x="9504149" y="3248592"/>
            <a:ext cx="1702971" cy="448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10549" tIns="55273" rIns="110549" bIns="55273">
            <a:spAutoFit/>
          </a:bodyPr>
          <a:lstStyle>
            <a:lvl1pPr>
              <a:spcBef>
                <a:spcPct val="20000"/>
              </a:spcBef>
              <a:buFont typeface="Arial" panose="020B0604020202090204" pitchFamily="34" charset="0"/>
              <a:buChar char="•"/>
              <a:defRPr sz="3200">
                <a:solidFill>
                  <a:schemeClr val="tx1"/>
                </a:solidFill>
                <a:latin typeface="微软雅黑" charset="-122"/>
                <a:ea typeface="微软雅黑" charset="-122"/>
                <a:sym typeface="Calibri" panose="020F0502020204030204" pitchFamily="34" charset="0"/>
              </a:defRPr>
            </a:lvl1pPr>
            <a:lvl2pPr marL="742950" indent="-285750">
              <a:spcBef>
                <a:spcPct val="20000"/>
              </a:spcBef>
              <a:buFont typeface="Arial" panose="020B0604020202090204" pitchFamily="34" charset="0"/>
              <a:buChar char="–"/>
              <a:defRPr sz="2800">
                <a:solidFill>
                  <a:schemeClr val="tx1"/>
                </a:solidFill>
                <a:latin typeface="微软雅黑" charset="-122"/>
                <a:ea typeface="微软雅黑" charset="-122"/>
                <a:sym typeface="Calibri" panose="020F0502020204030204" pitchFamily="34" charset="0"/>
              </a:defRPr>
            </a:lvl2pPr>
            <a:lvl3pPr marL="1143000" indent="-228600">
              <a:spcBef>
                <a:spcPct val="20000"/>
              </a:spcBef>
              <a:buFont typeface="Arial" panose="020B0604020202090204" pitchFamily="34" charset="0"/>
              <a:buChar char="•"/>
              <a:defRPr sz="2400">
                <a:solidFill>
                  <a:schemeClr val="tx1"/>
                </a:solidFill>
                <a:latin typeface="微软雅黑" charset="-122"/>
                <a:ea typeface="微软雅黑" charset="-122"/>
                <a:sym typeface="Calibri" panose="020F0502020204030204" pitchFamily="34" charset="0"/>
              </a:defRPr>
            </a:lvl3pPr>
            <a:lvl4pPr marL="1600200" indent="-228600">
              <a:spcBef>
                <a:spcPct val="20000"/>
              </a:spcBef>
              <a:buFont typeface="Arial" panose="020B0604020202090204" pitchFamily="34" charset="0"/>
              <a:buChar char="–"/>
              <a:defRPr sz="2000">
                <a:solidFill>
                  <a:schemeClr val="tx1"/>
                </a:solidFill>
                <a:latin typeface="微软雅黑" charset="-122"/>
                <a:ea typeface="微软雅黑" charset="-122"/>
                <a:sym typeface="Calibri" panose="020F0502020204030204" pitchFamily="34" charset="0"/>
              </a:defRPr>
            </a:lvl4pPr>
            <a:lvl5pPr marL="2057400" indent="-228600">
              <a:spcBef>
                <a:spcPct val="20000"/>
              </a:spcBef>
              <a:buFont typeface="Arial" panose="020B0604020202090204" pitchFamily="34" charset="0"/>
              <a:buChar char="»"/>
              <a:defRPr sz="2000">
                <a:solidFill>
                  <a:schemeClr val="tx1"/>
                </a:solidFill>
                <a:latin typeface="微软雅黑" charset="-122"/>
                <a:ea typeface="微软雅黑" charset="-122"/>
                <a:sym typeface="Calibri" panose="020F0502020204030204" pitchFamily="34" charset="0"/>
              </a:defRPr>
            </a:lvl5pPr>
            <a:lvl6pPr marL="2514600" indent="-228600" eaLnBrk="0" fontAlgn="base" hangingPunct="0">
              <a:spcBef>
                <a:spcPct val="20000"/>
              </a:spcBef>
              <a:spcAft>
                <a:spcPct val="0"/>
              </a:spcAft>
              <a:buFont typeface="Arial" panose="020B0604020202090204" pitchFamily="34" charset="0"/>
              <a:buChar char="»"/>
              <a:defRPr sz="2000">
                <a:solidFill>
                  <a:schemeClr val="tx1"/>
                </a:solidFill>
                <a:latin typeface="微软雅黑" charset="-122"/>
                <a:ea typeface="微软雅黑" charset="-122"/>
                <a:sym typeface="Calibri" panose="020F0502020204030204" pitchFamily="34" charset="0"/>
              </a:defRPr>
            </a:lvl6pPr>
            <a:lvl7pPr marL="2971800" indent="-228600" eaLnBrk="0" fontAlgn="base" hangingPunct="0">
              <a:spcBef>
                <a:spcPct val="20000"/>
              </a:spcBef>
              <a:spcAft>
                <a:spcPct val="0"/>
              </a:spcAft>
              <a:buFont typeface="Arial" panose="020B0604020202090204" pitchFamily="34" charset="0"/>
              <a:buChar char="»"/>
              <a:defRPr sz="2000">
                <a:solidFill>
                  <a:schemeClr val="tx1"/>
                </a:solidFill>
                <a:latin typeface="微软雅黑" charset="-122"/>
                <a:ea typeface="微软雅黑" charset="-122"/>
                <a:sym typeface="Calibri" panose="020F0502020204030204" pitchFamily="34" charset="0"/>
              </a:defRPr>
            </a:lvl7pPr>
            <a:lvl8pPr marL="3429000" indent="-228600" eaLnBrk="0" fontAlgn="base" hangingPunct="0">
              <a:spcBef>
                <a:spcPct val="20000"/>
              </a:spcBef>
              <a:spcAft>
                <a:spcPct val="0"/>
              </a:spcAft>
              <a:buFont typeface="Arial" panose="020B0604020202090204" pitchFamily="34" charset="0"/>
              <a:buChar char="»"/>
              <a:defRPr sz="2000">
                <a:solidFill>
                  <a:schemeClr val="tx1"/>
                </a:solidFill>
                <a:latin typeface="微软雅黑" charset="-122"/>
                <a:ea typeface="微软雅黑" charset="-122"/>
                <a:sym typeface="Calibri" panose="020F0502020204030204" pitchFamily="34" charset="0"/>
              </a:defRPr>
            </a:lvl8pPr>
            <a:lvl9pPr marL="3886200" indent="-228600" eaLnBrk="0" fontAlgn="base" hangingPunct="0">
              <a:spcBef>
                <a:spcPct val="20000"/>
              </a:spcBef>
              <a:spcAft>
                <a:spcPct val="0"/>
              </a:spcAft>
              <a:buFont typeface="Arial" panose="020B0604020202090204" pitchFamily="34" charset="0"/>
              <a:buChar char="»"/>
              <a:defRPr sz="2000">
                <a:solidFill>
                  <a:schemeClr val="tx1"/>
                </a:solidFill>
                <a:latin typeface="微软雅黑" charset="-122"/>
                <a:ea typeface="微软雅黑" charset="-122"/>
                <a:sym typeface="Calibri" panose="020F0502020204030204" pitchFamily="34" charset="0"/>
              </a:defRPr>
            </a:lvl9pPr>
          </a:lstStyle>
          <a:p>
            <a:pPr algn="ctr">
              <a:lnSpc>
                <a:spcPct val="130000"/>
              </a:lnSpc>
              <a:spcBef>
                <a:spcPct val="0"/>
              </a:spcBef>
              <a:buNone/>
              <a:defRPr/>
            </a:pPr>
            <a:r>
              <a:rPr lang="zh-CN" altLang="en-US" sz="1865" b="1" kern="0" dirty="0">
                <a:solidFill>
                  <a:schemeClr val="tx1">
                    <a:lumMod val="85000"/>
                    <a:lumOff val="15000"/>
                  </a:schemeClr>
                </a:solidFill>
                <a:latin typeface="思源黑体" panose="020B0500000000000000" pitchFamily="34" charset="-122"/>
                <a:ea typeface="思源黑体" panose="020B0500000000000000" pitchFamily="34" charset="-122"/>
                <a:cs typeface="+mn-ea"/>
                <a:sym typeface="思源黑体" panose="020B0500000000000000" pitchFamily="34" charset="-122"/>
              </a:rPr>
              <a:t>培训不足</a:t>
            </a:r>
            <a:endParaRPr lang="zh-CN" altLang="en-US" sz="1865" b="1" kern="0" dirty="0">
              <a:solidFill>
                <a:schemeClr val="tx1">
                  <a:lumMod val="85000"/>
                  <a:lumOff val="15000"/>
                </a:schemeClr>
              </a:solidFill>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22" presetClass="entr" presetSubtype="2" fill="hold" grpId="0" nodeType="afterEffect">
                                  <p:stCondLst>
                                    <p:cond delay="0"/>
                                  </p:stCondLst>
                                  <p:childTnLst>
                                    <p:set>
                                      <p:cBhvr>
                                        <p:cTn id="10" dur="1" fill="hold">
                                          <p:stCondLst>
                                            <p:cond delay="0"/>
                                          </p:stCondLst>
                                        </p:cTn>
                                        <p:tgtEl>
                                          <p:spTgt spid="46"/>
                                        </p:tgtEl>
                                        <p:attrNameLst>
                                          <p:attrName>style.visibility</p:attrName>
                                        </p:attrNameLst>
                                      </p:cBhvr>
                                      <p:to>
                                        <p:strVal val="visible"/>
                                      </p:to>
                                    </p:set>
                                    <p:animEffect transition="in" filter="wipe(right)">
                                      <p:cBhvr>
                                        <p:cTn id="11" dur="500"/>
                                        <p:tgtEl>
                                          <p:spTgt spid="46"/>
                                        </p:tgtEl>
                                      </p:cBhvr>
                                    </p:animEffect>
                                  </p:childTnLst>
                                </p:cTn>
                              </p:par>
                            </p:childTnLst>
                          </p:cTn>
                        </p:par>
                        <p:par>
                          <p:cTn id="12" fill="hold">
                            <p:stCondLst>
                              <p:cond delay="1000"/>
                            </p:stCondLst>
                            <p:childTnLst>
                              <p:par>
                                <p:cTn id="13" presetID="16" presetClass="entr" presetSubtype="37" fill="hold" nodeType="afterEffect">
                                  <p:stCondLst>
                                    <p:cond delay="0"/>
                                  </p:stCondLst>
                                  <p:childTnLst>
                                    <p:set>
                                      <p:cBhvr>
                                        <p:cTn id="14" dur="1" fill="hold">
                                          <p:stCondLst>
                                            <p:cond delay="0"/>
                                          </p:stCondLst>
                                        </p:cTn>
                                        <p:tgtEl>
                                          <p:spTgt spid="47"/>
                                        </p:tgtEl>
                                        <p:attrNameLst>
                                          <p:attrName>style.visibility</p:attrName>
                                        </p:attrNameLst>
                                      </p:cBhvr>
                                      <p:to>
                                        <p:strVal val="visible"/>
                                      </p:to>
                                    </p:set>
                                    <p:animEffect transition="in" filter="barn(outVertical)">
                                      <p:cBhvr>
                                        <p:cTn id="15" dur="1150"/>
                                        <p:tgtEl>
                                          <p:spTgt spid="47"/>
                                        </p:tgtEl>
                                      </p:cBhvr>
                                    </p:animEffect>
                                  </p:childTnLst>
                                </p:cTn>
                              </p:par>
                            </p:childTnLst>
                          </p:cTn>
                        </p:par>
                        <p:par>
                          <p:cTn id="16" fill="hold">
                            <p:stCondLst>
                              <p:cond delay="2500"/>
                            </p:stCondLst>
                            <p:childTnLst>
                              <p:par>
                                <p:cTn id="17" presetID="22" presetClass="entr" presetSubtype="1" fill="hold" grpId="0" nodeType="afterEffect">
                                  <p:stCondLst>
                                    <p:cond delay="0"/>
                                  </p:stCondLst>
                                  <p:childTnLst>
                                    <p:set>
                                      <p:cBhvr>
                                        <p:cTn id="18" dur="1" fill="hold">
                                          <p:stCondLst>
                                            <p:cond delay="0"/>
                                          </p:stCondLst>
                                        </p:cTn>
                                        <p:tgtEl>
                                          <p:spTgt spid="88"/>
                                        </p:tgtEl>
                                        <p:attrNameLst>
                                          <p:attrName>style.visibility</p:attrName>
                                        </p:attrNameLst>
                                      </p:cBhvr>
                                      <p:to>
                                        <p:strVal val="visible"/>
                                      </p:to>
                                    </p:set>
                                    <p:animEffect transition="in" filter="wipe(up)">
                                      <p:cBhvr>
                                        <p:cTn id="19" dur="500"/>
                                        <p:tgtEl>
                                          <p:spTgt spid="88"/>
                                        </p:tgtEl>
                                      </p:cBhvr>
                                    </p:animEffect>
                                  </p:childTnLst>
                                </p:cTn>
                              </p:par>
                            </p:childTnLst>
                          </p:cTn>
                        </p:par>
                        <p:par>
                          <p:cTn id="20" fill="hold">
                            <p:stCondLst>
                              <p:cond delay="3000"/>
                            </p:stCondLst>
                            <p:childTnLst>
                              <p:par>
                                <p:cTn id="21" presetID="22" presetClass="entr" presetSubtype="1" fill="hold" grpId="0" nodeType="afterEffect">
                                  <p:stCondLst>
                                    <p:cond delay="0"/>
                                  </p:stCondLst>
                                  <p:childTnLst>
                                    <p:set>
                                      <p:cBhvr>
                                        <p:cTn id="22" dur="1" fill="hold">
                                          <p:stCondLst>
                                            <p:cond delay="0"/>
                                          </p:stCondLst>
                                        </p:cTn>
                                        <p:tgtEl>
                                          <p:spTgt spid="95"/>
                                        </p:tgtEl>
                                        <p:attrNameLst>
                                          <p:attrName>style.visibility</p:attrName>
                                        </p:attrNameLst>
                                      </p:cBhvr>
                                      <p:to>
                                        <p:strVal val="visible"/>
                                      </p:to>
                                    </p:set>
                                    <p:animEffect transition="in" filter="wipe(up)">
                                      <p:cBhvr>
                                        <p:cTn id="23" dur="750"/>
                                        <p:tgtEl>
                                          <p:spTgt spid="9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500"/>
                                        <p:tgtEl>
                                          <p:spTgt spid="8"/>
                                        </p:tgtEl>
                                      </p:cBhvr>
                                    </p:animEffect>
                                  </p:childTnLst>
                                </p:cTn>
                              </p:par>
                              <p:par>
                                <p:cTn id="29" presetID="10" presetClass="entr" presetSubtype="0" fill="hold" nodeType="with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500"/>
                                        <p:tgtEl>
                                          <p:spTgt spid="7"/>
                                        </p:tgtEl>
                                      </p:cBhvr>
                                    </p:animEffect>
                                  </p:childTnLst>
                                </p:cTn>
                              </p:par>
                              <p:par>
                                <p:cTn id="32" presetID="10" presetClass="entr" presetSubtype="0" fill="hold" nodeType="withEffect">
                                  <p:stCondLst>
                                    <p:cond delay="0"/>
                                  </p:stCondLst>
                                  <p:childTnLst>
                                    <p:set>
                                      <p:cBhvr>
                                        <p:cTn id="33" dur="1" fill="hold">
                                          <p:stCondLst>
                                            <p:cond delay="0"/>
                                          </p:stCondLst>
                                        </p:cTn>
                                        <p:tgtEl>
                                          <p:spTgt spid="5"/>
                                        </p:tgtEl>
                                        <p:attrNameLst>
                                          <p:attrName>style.visibility</p:attrName>
                                        </p:attrNameLst>
                                      </p:cBhvr>
                                      <p:to>
                                        <p:strVal val="visible"/>
                                      </p:to>
                                    </p:set>
                                    <p:animEffect transition="in" filter="fade">
                                      <p:cBhvr>
                                        <p:cTn id="34" dur="500"/>
                                        <p:tgtEl>
                                          <p:spTgt spid="5"/>
                                        </p:tgtEl>
                                      </p:cBhvr>
                                    </p:animEffect>
                                  </p:childTnLst>
                                </p:cTn>
                              </p:par>
                              <p:par>
                                <p:cTn id="35" presetID="10" presetClass="entr" presetSubtype="0" fill="hold" nodeType="with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fade">
                                      <p:cBhvr>
                                        <p:cTn id="37" dur="500"/>
                                        <p:tgtEl>
                                          <p:spTgt spid="4"/>
                                        </p:tgtEl>
                                      </p:cBhvr>
                                    </p:animEffect>
                                  </p:childTnLst>
                                </p:cTn>
                              </p:par>
                              <p:par>
                                <p:cTn id="38" presetID="10" presetClass="entr" presetSubtype="0" fill="hold" nodeType="withEffect">
                                  <p:stCondLst>
                                    <p:cond delay="0"/>
                                  </p:stCondLst>
                                  <p:childTnLst>
                                    <p:set>
                                      <p:cBhvr>
                                        <p:cTn id="39" dur="1" fill="hold">
                                          <p:stCondLst>
                                            <p:cond delay="0"/>
                                          </p:stCondLst>
                                        </p:cTn>
                                        <p:tgtEl>
                                          <p:spTgt spid="2"/>
                                        </p:tgtEl>
                                        <p:attrNameLst>
                                          <p:attrName>style.visibility</p:attrName>
                                        </p:attrNameLst>
                                      </p:cBhvr>
                                      <p:to>
                                        <p:strVal val="visible"/>
                                      </p:to>
                                    </p:set>
                                    <p:animEffect transition="in" filter="fade">
                                      <p:cBhvr>
                                        <p:cTn id="40" dur="500"/>
                                        <p:tgtEl>
                                          <p:spTgt spid="2"/>
                                        </p:tgtEl>
                                      </p:cBhvr>
                                    </p:animEffect>
                                  </p:childTnLst>
                                </p:cTn>
                              </p:par>
                              <p:par>
                                <p:cTn id="41" presetID="10" presetClass="entr" presetSubtype="0" fill="hold" nodeType="withEffect">
                                  <p:stCondLst>
                                    <p:cond delay="0"/>
                                  </p:stCondLst>
                                  <p:childTnLst>
                                    <p:set>
                                      <p:cBhvr>
                                        <p:cTn id="42" dur="1" fill="hold">
                                          <p:stCondLst>
                                            <p:cond delay="0"/>
                                          </p:stCondLst>
                                        </p:cTn>
                                        <p:tgtEl>
                                          <p:spTgt spid="3"/>
                                        </p:tgtEl>
                                        <p:attrNameLst>
                                          <p:attrName>style.visibility</p:attrName>
                                        </p:attrNameLst>
                                      </p:cBhvr>
                                      <p:to>
                                        <p:strVal val="visible"/>
                                      </p:to>
                                    </p:set>
                                    <p:animEffect transition="in" filter="fade">
                                      <p:cBhvr>
                                        <p:cTn id="43" dur="500"/>
                                        <p:tgtEl>
                                          <p:spTgt spid="3"/>
                                        </p:tgtEl>
                                      </p:cBhvr>
                                    </p:animEffect>
                                  </p:childTnLst>
                                </p:cTn>
                              </p:par>
                            </p:childTnLst>
                          </p:cTn>
                        </p:par>
                        <p:par>
                          <p:cTn id="44" fill="hold">
                            <p:stCondLst>
                              <p:cond delay="500"/>
                            </p:stCondLst>
                            <p:childTnLst>
                              <p:par>
                                <p:cTn id="45" presetID="22" presetClass="entr" presetSubtype="2" fill="hold" grpId="0" nodeType="afterEffect">
                                  <p:stCondLst>
                                    <p:cond delay="0"/>
                                  </p:stCondLst>
                                  <p:childTnLst>
                                    <p:set>
                                      <p:cBhvr>
                                        <p:cTn id="46" dur="1" fill="hold">
                                          <p:stCondLst>
                                            <p:cond delay="0"/>
                                          </p:stCondLst>
                                        </p:cTn>
                                        <p:tgtEl>
                                          <p:spTgt spid="114"/>
                                        </p:tgtEl>
                                        <p:attrNameLst>
                                          <p:attrName>style.visibility</p:attrName>
                                        </p:attrNameLst>
                                      </p:cBhvr>
                                      <p:to>
                                        <p:strVal val="visible"/>
                                      </p:to>
                                    </p:set>
                                    <p:animEffect transition="in" filter="wipe(right)">
                                      <p:cBhvr>
                                        <p:cTn id="47" dur="500"/>
                                        <p:tgtEl>
                                          <p:spTgt spid="114"/>
                                        </p:tgtEl>
                                      </p:cBhvr>
                                    </p:animEffect>
                                  </p:childTnLst>
                                </p:cTn>
                              </p:par>
                            </p:childTnLst>
                          </p:cTn>
                        </p:par>
                        <p:par>
                          <p:cTn id="48" fill="hold">
                            <p:stCondLst>
                              <p:cond delay="1000"/>
                            </p:stCondLst>
                            <p:childTnLst>
                              <p:par>
                                <p:cTn id="49" presetID="22" presetClass="entr" presetSubtype="2" fill="hold" grpId="0" nodeType="afterEffect">
                                  <p:stCondLst>
                                    <p:cond delay="0"/>
                                  </p:stCondLst>
                                  <p:childTnLst>
                                    <p:set>
                                      <p:cBhvr>
                                        <p:cTn id="50" dur="1" fill="hold">
                                          <p:stCondLst>
                                            <p:cond delay="0"/>
                                          </p:stCondLst>
                                        </p:cTn>
                                        <p:tgtEl>
                                          <p:spTgt spid="115"/>
                                        </p:tgtEl>
                                        <p:attrNameLst>
                                          <p:attrName>style.visibility</p:attrName>
                                        </p:attrNameLst>
                                      </p:cBhvr>
                                      <p:to>
                                        <p:strVal val="visible"/>
                                      </p:to>
                                    </p:set>
                                    <p:animEffect transition="in" filter="wipe(right)">
                                      <p:cBhvr>
                                        <p:cTn id="51" dur="500"/>
                                        <p:tgtEl>
                                          <p:spTgt spid="115"/>
                                        </p:tgtEl>
                                      </p:cBhvr>
                                    </p:animEffect>
                                  </p:childTnLst>
                                </p:cTn>
                              </p:par>
                            </p:childTnLst>
                          </p:cTn>
                        </p:par>
                        <p:par>
                          <p:cTn id="52" fill="hold">
                            <p:stCondLst>
                              <p:cond delay="1500"/>
                            </p:stCondLst>
                            <p:childTnLst>
                              <p:par>
                                <p:cTn id="53" presetID="22" presetClass="entr" presetSubtype="2" fill="hold" grpId="0" nodeType="afterEffect">
                                  <p:stCondLst>
                                    <p:cond delay="0"/>
                                  </p:stCondLst>
                                  <p:childTnLst>
                                    <p:set>
                                      <p:cBhvr>
                                        <p:cTn id="54" dur="1" fill="hold">
                                          <p:stCondLst>
                                            <p:cond delay="0"/>
                                          </p:stCondLst>
                                        </p:cTn>
                                        <p:tgtEl>
                                          <p:spTgt spid="116"/>
                                        </p:tgtEl>
                                        <p:attrNameLst>
                                          <p:attrName>style.visibility</p:attrName>
                                        </p:attrNameLst>
                                      </p:cBhvr>
                                      <p:to>
                                        <p:strVal val="visible"/>
                                      </p:to>
                                    </p:set>
                                    <p:animEffect transition="in" filter="wipe(right)">
                                      <p:cBhvr>
                                        <p:cTn id="55" dur="500"/>
                                        <p:tgtEl>
                                          <p:spTgt spid="116"/>
                                        </p:tgtEl>
                                      </p:cBhvr>
                                    </p:animEffect>
                                  </p:childTnLst>
                                </p:cTn>
                              </p:par>
                            </p:childTnLst>
                          </p:cTn>
                        </p:par>
                        <p:par>
                          <p:cTn id="56" fill="hold">
                            <p:stCondLst>
                              <p:cond delay="2000"/>
                            </p:stCondLst>
                            <p:childTnLst>
                              <p:par>
                                <p:cTn id="57" presetID="22" presetClass="entr" presetSubtype="2" fill="hold" grpId="0" nodeType="afterEffect">
                                  <p:stCondLst>
                                    <p:cond delay="0"/>
                                  </p:stCondLst>
                                  <p:childTnLst>
                                    <p:set>
                                      <p:cBhvr>
                                        <p:cTn id="58" dur="1" fill="hold">
                                          <p:stCondLst>
                                            <p:cond delay="0"/>
                                          </p:stCondLst>
                                        </p:cTn>
                                        <p:tgtEl>
                                          <p:spTgt spid="117"/>
                                        </p:tgtEl>
                                        <p:attrNameLst>
                                          <p:attrName>style.visibility</p:attrName>
                                        </p:attrNameLst>
                                      </p:cBhvr>
                                      <p:to>
                                        <p:strVal val="visible"/>
                                      </p:to>
                                    </p:set>
                                    <p:animEffect transition="in" filter="wipe(right)">
                                      <p:cBhvr>
                                        <p:cTn id="59" dur="500"/>
                                        <p:tgtEl>
                                          <p:spTgt spid="117"/>
                                        </p:tgtEl>
                                      </p:cBhvr>
                                    </p:animEffect>
                                  </p:childTnLst>
                                </p:cTn>
                              </p:par>
                            </p:childTnLst>
                          </p:cTn>
                        </p:par>
                        <p:par>
                          <p:cTn id="60" fill="hold">
                            <p:stCondLst>
                              <p:cond delay="2500"/>
                            </p:stCondLst>
                            <p:childTnLst>
                              <p:par>
                                <p:cTn id="61" presetID="22" presetClass="entr" presetSubtype="2" fill="hold" grpId="0" nodeType="afterEffect">
                                  <p:stCondLst>
                                    <p:cond delay="0"/>
                                  </p:stCondLst>
                                  <p:childTnLst>
                                    <p:set>
                                      <p:cBhvr>
                                        <p:cTn id="62" dur="1" fill="hold">
                                          <p:stCondLst>
                                            <p:cond delay="0"/>
                                          </p:stCondLst>
                                        </p:cTn>
                                        <p:tgtEl>
                                          <p:spTgt spid="118"/>
                                        </p:tgtEl>
                                        <p:attrNameLst>
                                          <p:attrName>style.visibility</p:attrName>
                                        </p:attrNameLst>
                                      </p:cBhvr>
                                      <p:to>
                                        <p:strVal val="visible"/>
                                      </p:to>
                                    </p:set>
                                    <p:animEffect transition="in" filter="wipe(right)">
                                      <p:cBhvr>
                                        <p:cTn id="63" dur="500"/>
                                        <p:tgtEl>
                                          <p:spTgt spid="118"/>
                                        </p:tgtEl>
                                      </p:cBhvr>
                                    </p:animEffect>
                                  </p:childTnLst>
                                </p:cTn>
                              </p:par>
                            </p:childTnLst>
                          </p:cTn>
                        </p:par>
                        <p:par>
                          <p:cTn id="64" fill="hold">
                            <p:stCondLst>
                              <p:cond delay="3000"/>
                            </p:stCondLst>
                            <p:childTnLst>
                              <p:par>
                                <p:cTn id="65" presetID="22" presetClass="entr" presetSubtype="2" fill="hold" grpId="0" nodeType="afterEffect">
                                  <p:stCondLst>
                                    <p:cond delay="0"/>
                                  </p:stCondLst>
                                  <p:childTnLst>
                                    <p:set>
                                      <p:cBhvr>
                                        <p:cTn id="66" dur="1" fill="hold">
                                          <p:stCondLst>
                                            <p:cond delay="0"/>
                                          </p:stCondLst>
                                        </p:cTn>
                                        <p:tgtEl>
                                          <p:spTgt spid="119"/>
                                        </p:tgtEl>
                                        <p:attrNameLst>
                                          <p:attrName>style.visibility</p:attrName>
                                        </p:attrNameLst>
                                      </p:cBhvr>
                                      <p:to>
                                        <p:strVal val="visible"/>
                                      </p:to>
                                    </p:set>
                                    <p:animEffect transition="in" filter="wipe(right)">
                                      <p:cBhvr>
                                        <p:cTn id="67" dur="500"/>
                                        <p:tgtEl>
                                          <p:spTgt spid="1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88" grpId="0" animBg="1"/>
      <p:bldP spid="95" grpId="0"/>
      <p:bldP spid="114" grpId="0"/>
      <p:bldP spid="115" grpId="0"/>
      <p:bldP spid="116" grpId="0"/>
      <p:bldP spid="117" grpId="0"/>
      <p:bldP spid="118" grpId="0"/>
      <p:bldP spid="119"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6" name="组合 75"/>
          <p:cNvGrpSpPr/>
          <p:nvPr/>
        </p:nvGrpSpPr>
        <p:grpSpPr>
          <a:xfrm>
            <a:off x="1" y="-2"/>
            <a:ext cx="12191999" cy="6858000"/>
            <a:chOff x="1" y="-2"/>
            <a:chExt cx="12191999" cy="6858000"/>
          </a:xfrm>
        </p:grpSpPr>
        <p:pic>
          <p:nvPicPr>
            <p:cNvPr id="77" name="图片 76"/>
            <p:cNvPicPr>
              <a:picLocks noChangeAspect="1"/>
            </p:cNvPicPr>
            <p:nvPr/>
          </p:nvPicPr>
          <p:blipFill>
            <a:blip r:embed="rId1">
              <a:extLst>
                <a:ext uri="{BEBA8EAE-BF5A-486C-A8C5-ECC9F3942E4B}">
                  <a14:imgProps xmlns:a14="http://schemas.microsoft.com/office/drawing/2010/main">
                    <a14:imgLayer r:embed="rId2">
                      <a14:imgEffect>
                        <a14:brightnessContrast contrast="40000"/>
                      </a14:imgEffect>
                      <a14:imgEffect>
                        <a14:saturation sat="400000"/>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1" y="-2"/>
              <a:ext cx="12191999" cy="6858000"/>
            </a:xfrm>
            <a:prstGeom prst="rect">
              <a:avLst/>
            </a:prstGeom>
          </p:spPr>
        </p:pic>
        <p:sp>
          <p:nvSpPr>
            <p:cNvPr id="78" name="矩形 77"/>
            <p:cNvSpPr/>
            <p:nvPr/>
          </p:nvSpPr>
          <p:spPr>
            <a:xfrm>
              <a:off x="250371" y="267786"/>
              <a:ext cx="11691258" cy="632242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lumMod val="75000"/>
                    <a:lumOff val="25000"/>
                  </a:schemeClr>
                </a:solidFill>
                <a:latin typeface="思源黑体" panose="020B0500000000000000" pitchFamily="34" charset="-122"/>
                <a:ea typeface="思源黑体" panose="020B0500000000000000" pitchFamily="34" charset="-122"/>
              </a:endParaRPr>
            </a:p>
          </p:txBody>
        </p:sp>
      </p:grpSp>
      <p:grpSp>
        <p:nvGrpSpPr>
          <p:cNvPr id="6" name="组合 5"/>
          <p:cNvGrpSpPr/>
          <p:nvPr/>
        </p:nvGrpSpPr>
        <p:grpSpPr>
          <a:xfrm>
            <a:off x="942702" y="876582"/>
            <a:ext cx="2483440" cy="677108"/>
            <a:chOff x="250371" y="432445"/>
            <a:chExt cx="2483440" cy="677108"/>
          </a:xfrm>
        </p:grpSpPr>
        <p:sp>
          <p:nvSpPr>
            <p:cNvPr id="58" name="1"/>
            <p:cNvSpPr/>
            <p:nvPr/>
          </p:nvSpPr>
          <p:spPr>
            <a:xfrm flipV="1">
              <a:off x="250371" y="503428"/>
              <a:ext cx="144000" cy="527747"/>
            </a:xfrm>
            <a:prstGeom prst="rect">
              <a:avLst/>
            </a:prstGeom>
            <a:solidFill>
              <a:srgbClr val="587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panose="020B0500000000000000" pitchFamily="34" charset="-122"/>
                <a:ea typeface="思源黑体" panose="020B0500000000000000" pitchFamily="34" charset="-122"/>
              </a:endParaRPr>
            </a:p>
          </p:txBody>
        </p:sp>
        <p:sp>
          <p:nvSpPr>
            <p:cNvPr id="63" name="文本框 62"/>
            <p:cNvSpPr txBox="1"/>
            <p:nvPr/>
          </p:nvSpPr>
          <p:spPr>
            <a:xfrm>
              <a:off x="468735" y="432445"/>
              <a:ext cx="2265076" cy="523220"/>
            </a:xfrm>
            <a:prstGeom prst="rect">
              <a:avLst/>
            </a:prstGeom>
            <a:noFill/>
          </p:spPr>
          <p:txBody>
            <a:bodyPr wrap="square" rtlCol="0">
              <a:spAutoFit/>
            </a:bodyPr>
            <a:lstStyle/>
            <a:p>
              <a:r>
                <a:rPr lang="en-US" altLang="zh-CN" sz="2800" b="1" dirty="0">
                  <a:solidFill>
                    <a:srgbClr val="2E5596"/>
                  </a:solidFill>
                  <a:latin typeface="思源黑体" panose="020B0500000000000000" pitchFamily="34" charset="-122"/>
                  <a:ea typeface="思源黑体" panose="020B0500000000000000" pitchFamily="34" charset="-122"/>
                </a:rPr>
                <a:t>04/</a:t>
              </a:r>
              <a:r>
                <a:rPr lang="zh-CN" altLang="en-US" sz="2800" b="1" dirty="0">
                  <a:solidFill>
                    <a:srgbClr val="2E5596"/>
                  </a:solidFill>
                  <a:latin typeface="思源黑体" panose="020B0500000000000000" pitchFamily="34" charset="-122"/>
                  <a:ea typeface="思源黑体" panose="020B0500000000000000" pitchFamily="34" charset="-122"/>
                </a:rPr>
                <a:t>工作不足</a:t>
              </a:r>
              <a:endParaRPr lang="zh-CN" altLang="en-US" sz="2800" b="1" dirty="0">
                <a:solidFill>
                  <a:srgbClr val="2E5596"/>
                </a:solidFill>
                <a:latin typeface="思源黑体" panose="020B0500000000000000" pitchFamily="34" charset="-122"/>
                <a:ea typeface="思源黑体" panose="020B0500000000000000" pitchFamily="34" charset="-122"/>
              </a:endParaRPr>
            </a:p>
          </p:txBody>
        </p:sp>
        <p:sp>
          <p:nvSpPr>
            <p:cNvPr id="64" name="文本框 63"/>
            <p:cNvSpPr txBox="1"/>
            <p:nvPr/>
          </p:nvSpPr>
          <p:spPr>
            <a:xfrm>
              <a:off x="468735" y="801776"/>
              <a:ext cx="2265076" cy="307777"/>
            </a:xfrm>
            <a:prstGeom prst="rect">
              <a:avLst/>
            </a:prstGeom>
            <a:noFill/>
          </p:spPr>
          <p:txBody>
            <a:bodyPr wrap="square" rtlCol="0">
              <a:spAutoFit/>
            </a:bodyPr>
            <a:lstStyle/>
            <a:p>
              <a:r>
                <a:rPr lang="en-US" altLang="zh-CN" sz="1400" dirty="0">
                  <a:solidFill>
                    <a:schemeClr val="tx1">
                      <a:lumMod val="65000"/>
                      <a:lumOff val="35000"/>
                    </a:schemeClr>
                  </a:solidFill>
                  <a:latin typeface="思源黑体" panose="020B0500000000000000" pitchFamily="34" charset="-122"/>
                  <a:ea typeface="思源黑体" panose="020B0500000000000000" pitchFamily="34" charset="-122"/>
                </a:rPr>
                <a:t>Mid year work summary</a:t>
              </a:r>
              <a:endParaRPr lang="en-US" altLang="zh-CN" sz="1400" dirty="0">
                <a:solidFill>
                  <a:schemeClr val="tx1">
                    <a:lumMod val="65000"/>
                    <a:lumOff val="35000"/>
                  </a:schemeClr>
                </a:solidFill>
                <a:latin typeface="思源黑体" panose="020B0500000000000000" pitchFamily="34" charset="-122"/>
                <a:ea typeface="思源黑体" panose="020B0500000000000000" pitchFamily="34" charset="-122"/>
              </a:endParaRPr>
            </a:p>
          </p:txBody>
        </p:sp>
      </p:grpSp>
      <p:sp>
        <p:nvSpPr>
          <p:cNvPr id="67" name="TextBox 54"/>
          <p:cNvSpPr txBox="1"/>
          <p:nvPr/>
        </p:nvSpPr>
        <p:spPr>
          <a:xfrm>
            <a:off x="1147076" y="5022953"/>
            <a:ext cx="9812661" cy="613822"/>
          </a:xfrm>
          <a:prstGeom prst="rect">
            <a:avLst/>
          </a:prstGeom>
          <a:noFill/>
        </p:spPr>
        <p:txBody>
          <a:bodyPr wrap="square" rtlCol="0">
            <a:spAutoFit/>
          </a:bodyPr>
          <a:lstStyle>
            <a:defPPr>
              <a:defRPr lang="zh-CN"/>
            </a:defPPr>
            <a:lvl1pPr>
              <a:lnSpc>
                <a:spcPct val="150000"/>
              </a:lnSpc>
              <a:defRPr sz="1800">
                <a:solidFill>
                  <a:schemeClr val="tx1">
                    <a:lumMod val="50000"/>
                    <a:lumOff val="50000"/>
                  </a:schemeClr>
                </a:solidFill>
                <a:latin typeface="微软雅黑" charset="-122"/>
                <a:ea typeface="微软雅黑" charset="-122"/>
              </a:defRPr>
            </a:lvl1pPr>
          </a:lstStyle>
          <a:p>
            <a:r>
              <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思源黑体" panose="020B0500000000000000" pitchFamily="34" charset="-122"/>
              </a:rPr>
              <a:t>您的内容打在这里，或者通过复制您的文本后，在此框中选择粘贴，并选择只保留文字。您的内容打在这里或者通过复制您的文本后您的内容打在这里，或者通过复制您的文本后，在此框中选择粘贴，并选择只保留文字。</a:t>
            </a:r>
            <a:endPar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grpSp>
        <p:nvGrpSpPr>
          <p:cNvPr id="12" name="组合 11"/>
          <p:cNvGrpSpPr/>
          <p:nvPr/>
        </p:nvGrpSpPr>
        <p:grpSpPr>
          <a:xfrm>
            <a:off x="1147076" y="2022234"/>
            <a:ext cx="2208643" cy="2527699"/>
            <a:chOff x="1147076" y="2022234"/>
            <a:chExt cx="2208643" cy="2527699"/>
          </a:xfrm>
        </p:grpSpPr>
        <p:grpSp>
          <p:nvGrpSpPr>
            <p:cNvPr id="69" name="组合 68"/>
            <p:cNvGrpSpPr/>
            <p:nvPr/>
          </p:nvGrpSpPr>
          <p:grpSpPr>
            <a:xfrm>
              <a:off x="1147076" y="2022234"/>
              <a:ext cx="2208643" cy="2527699"/>
              <a:chOff x="1138167" y="2858635"/>
              <a:chExt cx="2208643" cy="2527699"/>
            </a:xfrm>
          </p:grpSpPr>
          <p:sp>
            <p:nvSpPr>
              <p:cNvPr id="70" name="矩形 69"/>
              <p:cNvSpPr/>
              <p:nvPr/>
            </p:nvSpPr>
            <p:spPr>
              <a:xfrm>
                <a:off x="1138167" y="3152786"/>
                <a:ext cx="2208643" cy="2233548"/>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nvGrpSpPr>
              <p:cNvPr id="71" name="组合 70"/>
              <p:cNvGrpSpPr/>
              <p:nvPr/>
            </p:nvGrpSpPr>
            <p:grpSpPr>
              <a:xfrm>
                <a:off x="1946738" y="2858635"/>
                <a:ext cx="497357" cy="497357"/>
                <a:chOff x="1700334" y="4487003"/>
                <a:chExt cx="497357" cy="497357"/>
              </a:xfrm>
            </p:grpSpPr>
            <p:sp>
              <p:nvSpPr>
                <p:cNvPr id="75" name="椭圆 74"/>
                <p:cNvSpPr/>
                <p:nvPr/>
              </p:nvSpPr>
              <p:spPr>
                <a:xfrm>
                  <a:off x="1700334" y="4487003"/>
                  <a:ext cx="497357" cy="497357"/>
                </a:xfrm>
                <a:prstGeom prst="ellipse">
                  <a:avLst/>
                </a:prstGeom>
                <a:solidFill>
                  <a:srgbClr val="587DB8"/>
                </a:solidFill>
                <a:ln>
                  <a:noFill/>
                </a:ln>
                <a:effectLst>
                  <a:outerShdw blurRad="1905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84" name="文本框 83"/>
                <p:cNvSpPr txBox="1"/>
                <p:nvPr/>
              </p:nvSpPr>
              <p:spPr>
                <a:xfrm>
                  <a:off x="1726322" y="4545218"/>
                  <a:ext cx="471369" cy="369332"/>
                </a:xfrm>
                <a:prstGeom prst="rect">
                  <a:avLst/>
                </a:prstGeom>
                <a:noFill/>
              </p:spPr>
              <p:txBody>
                <a:bodyPr wrap="square" rtlCol="0">
                  <a:spAutoFit/>
                </a:bodyPr>
                <a:lstStyle/>
                <a:p>
                  <a:pPr algn="ctr"/>
                  <a:r>
                    <a:rPr lang="en-US" altLang="zh-CN" dirty="0">
                      <a:solidFill>
                        <a:schemeClr val="bg1"/>
                      </a:solidFill>
                      <a:latin typeface="思源黑体" panose="020B0500000000000000" pitchFamily="34" charset="-122"/>
                      <a:ea typeface="思源黑体" panose="020B0500000000000000" pitchFamily="34" charset="-122"/>
                      <a:sym typeface="思源黑体" panose="020B0500000000000000" pitchFamily="34" charset="-122"/>
                    </a:rPr>
                    <a:t>01</a:t>
                  </a:r>
                  <a:endParaRPr lang="zh-CN" altLang="en-US" dirty="0">
                    <a:solidFill>
                      <a:schemeClr val="bg1"/>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sp>
            <p:nvSpPr>
              <p:cNvPr id="74" name="TextBox 191"/>
              <p:cNvSpPr txBox="1"/>
              <p:nvPr/>
            </p:nvSpPr>
            <p:spPr>
              <a:xfrm>
                <a:off x="1138167" y="3625806"/>
                <a:ext cx="2208643" cy="369332"/>
              </a:xfrm>
              <a:prstGeom prst="rect">
                <a:avLst/>
              </a:prstGeom>
              <a:solidFill>
                <a:srgbClr val="587DB8"/>
              </a:solidFill>
              <a:ln>
                <a:noFill/>
              </a:ln>
              <a:effectLst>
                <a:outerShdw blurRad="190500" dist="63500" dir="2700000" algn="tl" rotWithShape="0">
                  <a:prstClr val="black">
                    <a:alpha val="30000"/>
                  </a:prstClr>
                </a:outerShdw>
              </a:effectLst>
            </p:spPr>
            <p:txBody>
              <a:bodyPr wrap="square" rtlCol="0">
                <a:spAutoFit/>
              </a:bodyPr>
              <a:lstStyle/>
              <a:p>
                <a:pPr algn="ctr"/>
                <a:r>
                  <a:rPr lang="zh-CN" altLang="en-US" b="1" dirty="0">
                    <a:solidFill>
                      <a:schemeClr val="bg1"/>
                    </a:solidFill>
                    <a:latin typeface="思源黑体" panose="020B0500000000000000" pitchFamily="34" charset="-122"/>
                    <a:ea typeface="思源黑体" panose="020B0500000000000000" pitchFamily="34" charset="-122"/>
                    <a:cs typeface="+mn-ea"/>
                    <a:sym typeface="思源黑体" panose="020B0500000000000000" pitchFamily="34" charset="-122"/>
                  </a:rPr>
                  <a:t>改进</a:t>
                </a:r>
                <a:endParaRPr lang="zh-CN" altLang="zh-CN" b="1" dirty="0">
                  <a:solidFill>
                    <a:schemeClr val="bg1"/>
                  </a:solidFill>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grpSp>
        <p:sp>
          <p:nvSpPr>
            <p:cNvPr id="142" name="TextBox 22"/>
            <p:cNvSpPr txBox="1"/>
            <p:nvPr/>
          </p:nvSpPr>
          <p:spPr>
            <a:xfrm>
              <a:off x="1443138" y="3577896"/>
              <a:ext cx="1539243" cy="798488"/>
            </a:xfrm>
            <a:prstGeom prst="rect">
              <a:avLst/>
            </a:prstGeom>
            <a:noFill/>
          </p:spPr>
          <p:txBody>
            <a:bodyPr wrap="square" lIns="0" tIns="0" rIns="0" bIns="0" rtlCol="0">
              <a:spAutoFit/>
            </a:bodyPr>
            <a:lstStyle/>
            <a:p>
              <a:pPr algn="just">
                <a:lnSpc>
                  <a:spcPct val="150000"/>
                </a:lnSpc>
              </a:pPr>
              <a:r>
                <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sym typeface="思源黑体" panose="020B0500000000000000" pitchFamily="34" charset="-122"/>
                </a:rPr>
                <a:t>点击输入简要文字内容点击输入简要文字内容</a:t>
              </a:r>
              <a:r>
                <a:rPr lang="en-US" altLang="zh-CN" sz="1200" dirty="0">
                  <a:solidFill>
                    <a:schemeClr val="tx1">
                      <a:lumMod val="75000"/>
                      <a:lumOff val="25000"/>
                    </a:schemeClr>
                  </a:solidFill>
                  <a:latin typeface="思源黑体" panose="020B0500000000000000" pitchFamily="34" charset="-122"/>
                  <a:ea typeface="思源黑体" panose="020B0500000000000000" pitchFamily="34" charset="-122"/>
                  <a:sym typeface="思源黑体" panose="020B0500000000000000" pitchFamily="34" charset="-122"/>
                </a:rPr>
                <a:t>……</a:t>
              </a:r>
              <a:endParaRPr lang="en-US" altLang="zh-CN" sz="1200" dirty="0">
                <a:solidFill>
                  <a:schemeClr val="tx1">
                    <a:lumMod val="75000"/>
                    <a:lumOff val="25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grpSp>
        <p:nvGrpSpPr>
          <p:cNvPr id="11" name="组合 10"/>
          <p:cNvGrpSpPr/>
          <p:nvPr/>
        </p:nvGrpSpPr>
        <p:grpSpPr>
          <a:xfrm>
            <a:off x="3752380" y="2022234"/>
            <a:ext cx="2208643" cy="2527699"/>
            <a:chOff x="3752380" y="2022234"/>
            <a:chExt cx="2208643" cy="2527699"/>
          </a:xfrm>
        </p:grpSpPr>
        <p:grpSp>
          <p:nvGrpSpPr>
            <p:cNvPr id="121" name="组合 120"/>
            <p:cNvGrpSpPr/>
            <p:nvPr/>
          </p:nvGrpSpPr>
          <p:grpSpPr>
            <a:xfrm>
              <a:off x="3752380" y="2022234"/>
              <a:ext cx="2208643" cy="2527699"/>
              <a:chOff x="3714280" y="2825133"/>
              <a:chExt cx="2208643" cy="2527699"/>
            </a:xfrm>
          </p:grpSpPr>
          <p:sp>
            <p:nvSpPr>
              <p:cNvPr id="122" name="矩形 121"/>
              <p:cNvSpPr/>
              <p:nvPr/>
            </p:nvSpPr>
            <p:spPr>
              <a:xfrm>
                <a:off x="3714280" y="3119284"/>
                <a:ext cx="2208643" cy="2233548"/>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nvGrpSpPr>
              <p:cNvPr id="123" name="组合 122"/>
              <p:cNvGrpSpPr/>
              <p:nvPr/>
            </p:nvGrpSpPr>
            <p:grpSpPr>
              <a:xfrm>
                <a:off x="4522851" y="2825133"/>
                <a:ext cx="497357" cy="497357"/>
                <a:chOff x="1700334" y="4487003"/>
                <a:chExt cx="497357" cy="497357"/>
              </a:xfrm>
            </p:grpSpPr>
            <p:sp>
              <p:nvSpPr>
                <p:cNvPr id="126" name="椭圆 125"/>
                <p:cNvSpPr/>
                <p:nvPr/>
              </p:nvSpPr>
              <p:spPr>
                <a:xfrm>
                  <a:off x="1700334" y="4487003"/>
                  <a:ext cx="497357" cy="497357"/>
                </a:xfrm>
                <a:prstGeom prst="ellipse">
                  <a:avLst/>
                </a:prstGeom>
                <a:solidFill>
                  <a:srgbClr val="2E5596"/>
                </a:solidFill>
                <a:ln>
                  <a:noFill/>
                </a:ln>
                <a:effectLst>
                  <a:outerShdw blurRad="1905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127" name="文本框 126"/>
                <p:cNvSpPr txBox="1"/>
                <p:nvPr/>
              </p:nvSpPr>
              <p:spPr>
                <a:xfrm>
                  <a:off x="1718702" y="4545218"/>
                  <a:ext cx="471369" cy="369332"/>
                </a:xfrm>
                <a:prstGeom prst="rect">
                  <a:avLst/>
                </a:prstGeom>
                <a:noFill/>
              </p:spPr>
              <p:txBody>
                <a:bodyPr wrap="square" rtlCol="0">
                  <a:spAutoFit/>
                </a:bodyPr>
                <a:lstStyle/>
                <a:p>
                  <a:pPr algn="ctr"/>
                  <a:r>
                    <a:rPr lang="en-US" altLang="zh-CN" dirty="0">
                      <a:solidFill>
                        <a:schemeClr val="bg1"/>
                      </a:solidFill>
                      <a:latin typeface="思源黑体" panose="020B0500000000000000" pitchFamily="34" charset="-122"/>
                      <a:ea typeface="思源黑体" panose="020B0500000000000000" pitchFamily="34" charset="-122"/>
                      <a:sym typeface="思源黑体" panose="020B0500000000000000" pitchFamily="34" charset="-122"/>
                    </a:rPr>
                    <a:t>02</a:t>
                  </a:r>
                  <a:endParaRPr lang="zh-CN" altLang="en-US" dirty="0">
                    <a:solidFill>
                      <a:schemeClr val="bg1"/>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sp>
            <p:nvSpPr>
              <p:cNvPr id="125" name="TextBox 191"/>
              <p:cNvSpPr txBox="1"/>
              <p:nvPr/>
            </p:nvSpPr>
            <p:spPr>
              <a:xfrm>
                <a:off x="3714280" y="3592304"/>
                <a:ext cx="2208643" cy="369332"/>
              </a:xfrm>
              <a:prstGeom prst="rect">
                <a:avLst/>
              </a:prstGeom>
              <a:solidFill>
                <a:srgbClr val="2E5596"/>
              </a:solidFill>
              <a:ln>
                <a:noFill/>
              </a:ln>
              <a:effectLst>
                <a:outerShdw blurRad="190500" dist="63500" dir="2700000" algn="tl" rotWithShape="0">
                  <a:prstClr val="black">
                    <a:alpha val="30000"/>
                  </a:prstClr>
                </a:outerShdw>
              </a:effectLst>
            </p:spPr>
            <p:txBody>
              <a:bodyPr wrap="square" rtlCol="0">
                <a:spAutoFit/>
              </a:bodyPr>
              <a:lstStyle/>
              <a:p>
                <a:pPr algn="ctr"/>
                <a:r>
                  <a:rPr lang="zh-CN" altLang="en-US" b="1" dirty="0">
                    <a:solidFill>
                      <a:schemeClr val="bg1"/>
                    </a:solidFill>
                    <a:latin typeface="思源黑体" panose="020B0500000000000000" pitchFamily="34" charset="-122"/>
                    <a:ea typeface="思源黑体" panose="020B0500000000000000" pitchFamily="34" charset="-122"/>
                    <a:cs typeface="+mn-ea"/>
                    <a:sym typeface="思源黑体" panose="020B0500000000000000" pitchFamily="34" charset="-122"/>
                  </a:rPr>
                  <a:t>改进</a:t>
                </a:r>
                <a:endParaRPr lang="zh-CN" altLang="zh-CN" b="1" dirty="0">
                  <a:solidFill>
                    <a:schemeClr val="bg1"/>
                  </a:solidFill>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grpSp>
        <p:sp>
          <p:nvSpPr>
            <p:cNvPr id="143" name="TextBox 22"/>
            <p:cNvSpPr txBox="1"/>
            <p:nvPr/>
          </p:nvSpPr>
          <p:spPr>
            <a:xfrm>
              <a:off x="4090301" y="3577896"/>
              <a:ext cx="1539243" cy="798488"/>
            </a:xfrm>
            <a:prstGeom prst="rect">
              <a:avLst/>
            </a:prstGeom>
            <a:noFill/>
          </p:spPr>
          <p:txBody>
            <a:bodyPr wrap="square" lIns="0" tIns="0" rIns="0" bIns="0" rtlCol="0">
              <a:spAutoFit/>
            </a:bodyPr>
            <a:lstStyle/>
            <a:p>
              <a:pPr algn="just">
                <a:lnSpc>
                  <a:spcPct val="150000"/>
                </a:lnSpc>
              </a:pPr>
              <a:r>
                <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sym typeface="思源黑体" panose="020B0500000000000000" pitchFamily="34" charset="-122"/>
                </a:rPr>
                <a:t>点击输入简要文字内容点击输入简要文字内容</a:t>
              </a:r>
              <a:r>
                <a:rPr lang="en-US" altLang="zh-CN" sz="1200" dirty="0">
                  <a:solidFill>
                    <a:schemeClr val="tx1">
                      <a:lumMod val="75000"/>
                      <a:lumOff val="25000"/>
                    </a:schemeClr>
                  </a:solidFill>
                  <a:latin typeface="思源黑体" panose="020B0500000000000000" pitchFamily="34" charset="-122"/>
                  <a:ea typeface="思源黑体" panose="020B0500000000000000" pitchFamily="34" charset="-122"/>
                  <a:sym typeface="思源黑体" panose="020B0500000000000000" pitchFamily="34" charset="-122"/>
                </a:rPr>
                <a:t>……</a:t>
              </a:r>
              <a:endParaRPr lang="en-US" altLang="zh-CN" sz="1200" dirty="0">
                <a:solidFill>
                  <a:schemeClr val="tx1">
                    <a:lumMod val="75000"/>
                    <a:lumOff val="25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grpSp>
        <p:nvGrpSpPr>
          <p:cNvPr id="10" name="组合 9"/>
          <p:cNvGrpSpPr/>
          <p:nvPr/>
        </p:nvGrpSpPr>
        <p:grpSpPr>
          <a:xfrm>
            <a:off x="6357684" y="2022234"/>
            <a:ext cx="2208643" cy="2527699"/>
            <a:chOff x="6357684" y="2022234"/>
            <a:chExt cx="2208643" cy="2527699"/>
          </a:xfrm>
        </p:grpSpPr>
        <p:grpSp>
          <p:nvGrpSpPr>
            <p:cNvPr id="128" name="组合 127"/>
            <p:cNvGrpSpPr/>
            <p:nvPr/>
          </p:nvGrpSpPr>
          <p:grpSpPr>
            <a:xfrm>
              <a:off x="6357684" y="2022234"/>
              <a:ext cx="2208643" cy="2527699"/>
              <a:chOff x="6290393" y="2852887"/>
              <a:chExt cx="2208643" cy="2527699"/>
            </a:xfrm>
          </p:grpSpPr>
          <p:sp>
            <p:nvSpPr>
              <p:cNvPr id="129" name="矩形 128"/>
              <p:cNvSpPr/>
              <p:nvPr/>
            </p:nvSpPr>
            <p:spPr>
              <a:xfrm>
                <a:off x="6290393" y="3147038"/>
                <a:ext cx="2208643" cy="2233548"/>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nvGrpSpPr>
              <p:cNvPr id="130" name="组合 129"/>
              <p:cNvGrpSpPr/>
              <p:nvPr/>
            </p:nvGrpSpPr>
            <p:grpSpPr>
              <a:xfrm>
                <a:off x="7098964" y="2852887"/>
                <a:ext cx="497357" cy="497357"/>
                <a:chOff x="1700334" y="4487003"/>
                <a:chExt cx="497357" cy="497357"/>
              </a:xfrm>
            </p:grpSpPr>
            <p:sp>
              <p:nvSpPr>
                <p:cNvPr id="133" name="椭圆 132"/>
                <p:cNvSpPr/>
                <p:nvPr/>
              </p:nvSpPr>
              <p:spPr>
                <a:xfrm>
                  <a:off x="1700334" y="4487003"/>
                  <a:ext cx="497357" cy="497357"/>
                </a:xfrm>
                <a:prstGeom prst="ellipse">
                  <a:avLst/>
                </a:prstGeom>
                <a:solidFill>
                  <a:srgbClr val="587DB8"/>
                </a:solidFill>
                <a:ln>
                  <a:noFill/>
                </a:ln>
                <a:effectLst>
                  <a:outerShdw blurRad="1905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134" name="文本框 133"/>
                <p:cNvSpPr txBox="1"/>
                <p:nvPr/>
              </p:nvSpPr>
              <p:spPr>
                <a:xfrm>
                  <a:off x="1713327" y="4545218"/>
                  <a:ext cx="471369" cy="369332"/>
                </a:xfrm>
                <a:prstGeom prst="rect">
                  <a:avLst/>
                </a:prstGeom>
                <a:noFill/>
              </p:spPr>
              <p:txBody>
                <a:bodyPr wrap="square" rtlCol="0">
                  <a:spAutoFit/>
                </a:bodyPr>
                <a:lstStyle/>
                <a:p>
                  <a:pPr algn="ctr"/>
                  <a:r>
                    <a:rPr lang="en-US" altLang="zh-CN" dirty="0">
                      <a:solidFill>
                        <a:schemeClr val="bg1"/>
                      </a:solidFill>
                      <a:latin typeface="思源黑体" panose="020B0500000000000000" pitchFamily="34" charset="-122"/>
                      <a:ea typeface="思源黑体" panose="020B0500000000000000" pitchFamily="34" charset="-122"/>
                      <a:sym typeface="思源黑体" panose="020B0500000000000000" pitchFamily="34" charset="-122"/>
                    </a:rPr>
                    <a:t>03</a:t>
                  </a:r>
                  <a:endParaRPr lang="zh-CN" altLang="en-US" dirty="0">
                    <a:solidFill>
                      <a:schemeClr val="bg1"/>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sp>
            <p:nvSpPr>
              <p:cNvPr id="132" name="TextBox 191"/>
              <p:cNvSpPr txBox="1"/>
              <p:nvPr/>
            </p:nvSpPr>
            <p:spPr>
              <a:xfrm>
                <a:off x="6290393" y="3620058"/>
                <a:ext cx="2208643" cy="369332"/>
              </a:xfrm>
              <a:prstGeom prst="rect">
                <a:avLst/>
              </a:prstGeom>
              <a:solidFill>
                <a:srgbClr val="587DB8"/>
              </a:solidFill>
              <a:ln>
                <a:noFill/>
              </a:ln>
              <a:effectLst>
                <a:outerShdw blurRad="190500" dist="63500" dir="2700000" algn="tl" rotWithShape="0">
                  <a:prstClr val="black">
                    <a:alpha val="30000"/>
                  </a:prstClr>
                </a:outerShdw>
              </a:effectLst>
            </p:spPr>
            <p:txBody>
              <a:bodyPr wrap="square" rtlCol="0">
                <a:spAutoFit/>
              </a:bodyPr>
              <a:lstStyle/>
              <a:p>
                <a:pPr algn="ctr"/>
                <a:r>
                  <a:rPr lang="zh-CN" altLang="en-US" b="1" dirty="0">
                    <a:solidFill>
                      <a:schemeClr val="bg1"/>
                    </a:solidFill>
                    <a:latin typeface="思源黑体" panose="020B0500000000000000" pitchFamily="34" charset="-122"/>
                    <a:ea typeface="思源黑体" panose="020B0500000000000000" pitchFamily="34" charset="-122"/>
                    <a:cs typeface="+mn-ea"/>
                    <a:sym typeface="思源黑体" panose="020B0500000000000000" pitchFamily="34" charset="-122"/>
                  </a:rPr>
                  <a:t>改进</a:t>
                </a:r>
                <a:endParaRPr lang="zh-CN" altLang="zh-CN" b="1" dirty="0">
                  <a:solidFill>
                    <a:schemeClr val="bg1"/>
                  </a:solidFill>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grpSp>
        <p:sp>
          <p:nvSpPr>
            <p:cNvPr id="144" name="TextBox 22"/>
            <p:cNvSpPr txBox="1"/>
            <p:nvPr/>
          </p:nvSpPr>
          <p:spPr>
            <a:xfrm>
              <a:off x="6642462" y="3577896"/>
              <a:ext cx="1539243" cy="798488"/>
            </a:xfrm>
            <a:prstGeom prst="rect">
              <a:avLst/>
            </a:prstGeom>
            <a:noFill/>
          </p:spPr>
          <p:txBody>
            <a:bodyPr wrap="square" lIns="0" tIns="0" rIns="0" bIns="0" rtlCol="0">
              <a:spAutoFit/>
            </a:bodyPr>
            <a:lstStyle/>
            <a:p>
              <a:pPr algn="just">
                <a:lnSpc>
                  <a:spcPct val="150000"/>
                </a:lnSpc>
              </a:pPr>
              <a:r>
                <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sym typeface="思源黑体" panose="020B0500000000000000" pitchFamily="34" charset="-122"/>
                </a:rPr>
                <a:t>点击输入简要文字内容点击输入简要文字内容</a:t>
              </a:r>
              <a:r>
                <a:rPr lang="en-US" altLang="zh-CN" sz="1200" dirty="0">
                  <a:solidFill>
                    <a:schemeClr val="tx1">
                      <a:lumMod val="75000"/>
                      <a:lumOff val="25000"/>
                    </a:schemeClr>
                  </a:solidFill>
                  <a:latin typeface="思源黑体" panose="020B0500000000000000" pitchFamily="34" charset="-122"/>
                  <a:ea typeface="思源黑体" panose="020B0500000000000000" pitchFamily="34" charset="-122"/>
                  <a:sym typeface="思源黑体" panose="020B0500000000000000" pitchFamily="34" charset="-122"/>
                </a:rPr>
                <a:t>……</a:t>
              </a:r>
              <a:endParaRPr lang="en-US" altLang="zh-CN" sz="1200" dirty="0">
                <a:solidFill>
                  <a:schemeClr val="tx1">
                    <a:lumMod val="75000"/>
                    <a:lumOff val="25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grpSp>
        <p:nvGrpSpPr>
          <p:cNvPr id="9" name="组合 8"/>
          <p:cNvGrpSpPr/>
          <p:nvPr/>
        </p:nvGrpSpPr>
        <p:grpSpPr>
          <a:xfrm>
            <a:off x="8962987" y="2022234"/>
            <a:ext cx="2208643" cy="2527699"/>
            <a:chOff x="8962987" y="2022234"/>
            <a:chExt cx="2208643" cy="2527699"/>
          </a:xfrm>
        </p:grpSpPr>
        <p:grpSp>
          <p:nvGrpSpPr>
            <p:cNvPr id="135" name="组合 134"/>
            <p:cNvGrpSpPr/>
            <p:nvPr/>
          </p:nvGrpSpPr>
          <p:grpSpPr>
            <a:xfrm>
              <a:off x="8962987" y="2022234"/>
              <a:ext cx="2208643" cy="2527699"/>
              <a:chOff x="6290393" y="2852887"/>
              <a:chExt cx="2208643" cy="2527699"/>
            </a:xfrm>
          </p:grpSpPr>
          <p:sp>
            <p:nvSpPr>
              <p:cNvPr id="136" name="矩形 135"/>
              <p:cNvSpPr/>
              <p:nvPr/>
            </p:nvSpPr>
            <p:spPr>
              <a:xfrm>
                <a:off x="6290393" y="3147038"/>
                <a:ext cx="2208643" cy="2233548"/>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nvGrpSpPr>
              <p:cNvPr id="137" name="组合 136"/>
              <p:cNvGrpSpPr/>
              <p:nvPr/>
            </p:nvGrpSpPr>
            <p:grpSpPr>
              <a:xfrm>
                <a:off x="7098964" y="2852887"/>
                <a:ext cx="497357" cy="497357"/>
                <a:chOff x="1700334" y="4487003"/>
                <a:chExt cx="497357" cy="497357"/>
              </a:xfrm>
            </p:grpSpPr>
            <p:sp>
              <p:nvSpPr>
                <p:cNvPr id="140" name="椭圆 139"/>
                <p:cNvSpPr/>
                <p:nvPr/>
              </p:nvSpPr>
              <p:spPr>
                <a:xfrm>
                  <a:off x="1700334" y="4487003"/>
                  <a:ext cx="497357" cy="497357"/>
                </a:xfrm>
                <a:prstGeom prst="ellipse">
                  <a:avLst/>
                </a:prstGeom>
                <a:solidFill>
                  <a:srgbClr val="2E5596"/>
                </a:solidFill>
                <a:ln>
                  <a:noFill/>
                </a:ln>
                <a:effectLst>
                  <a:outerShdw blurRad="1905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141" name="文本框 140"/>
                <p:cNvSpPr txBox="1"/>
                <p:nvPr/>
              </p:nvSpPr>
              <p:spPr>
                <a:xfrm>
                  <a:off x="1718702" y="4545218"/>
                  <a:ext cx="471369" cy="369332"/>
                </a:xfrm>
                <a:prstGeom prst="rect">
                  <a:avLst/>
                </a:prstGeom>
                <a:noFill/>
              </p:spPr>
              <p:txBody>
                <a:bodyPr wrap="square" rtlCol="0">
                  <a:spAutoFit/>
                </a:bodyPr>
                <a:lstStyle/>
                <a:p>
                  <a:pPr algn="ctr"/>
                  <a:r>
                    <a:rPr lang="en-US" altLang="zh-CN" dirty="0">
                      <a:solidFill>
                        <a:schemeClr val="bg1"/>
                      </a:solidFill>
                      <a:latin typeface="思源黑体" panose="020B0500000000000000" pitchFamily="34" charset="-122"/>
                      <a:ea typeface="思源黑体" panose="020B0500000000000000" pitchFamily="34" charset="-122"/>
                      <a:sym typeface="思源黑体" panose="020B0500000000000000" pitchFamily="34" charset="-122"/>
                    </a:rPr>
                    <a:t>04</a:t>
                  </a:r>
                  <a:endParaRPr lang="zh-CN" altLang="en-US" dirty="0">
                    <a:solidFill>
                      <a:schemeClr val="bg1"/>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sp>
            <p:nvSpPr>
              <p:cNvPr id="139" name="TextBox 191"/>
              <p:cNvSpPr txBox="1"/>
              <p:nvPr/>
            </p:nvSpPr>
            <p:spPr>
              <a:xfrm>
                <a:off x="6290393" y="3620058"/>
                <a:ext cx="2208643" cy="369332"/>
              </a:xfrm>
              <a:prstGeom prst="rect">
                <a:avLst/>
              </a:prstGeom>
              <a:solidFill>
                <a:srgbClr val="2E5596"/>
              </a:solidFill>
              <a:ln>
                <a:noFill/>
              </a:ln>
              <a:effectLst>
                <a:outerShdw blurRad="190500" dist="63500" dir="2700000" algn="tl" rotWithShape="0">
                  <a:prstClr val="black">
                    <a:alpha val="30000"/>
                  </a:prstClr>
                </a:outerShdw>
              </a:effectLst>
            </p:spPr>
            <p:txBody>
              <a:bodyPr wrap="square" rtlCol="0">
                <a:spAutoFit/>
              </a:bodyPr>
              <a:lstStyle/>
              <a:p>
                <a:pPr algn="ctr"/>
                <a:r>
                  <a:rPr lang="zh-CN" altLang="en-US" b="1" dirty="0">
                    <a:solidFill>
                      <a:schemeClr val="bg1"/>
                    </a:solidFill>
                    <a:latin typeface="思源黑体" panose="020B0500000000000000" pitchFamily="34" charset="-122"/>
                    <a:ea typeface="思源黑体" panose="020B0500000000000000" pitchFamily="34" charset="-122"/>
                    <a:cs typeface="+mn-ea"/>
                    <a:sym typeface="思源黑体" panose="020B0500000000000000" pitchFamily="34" charset="-122"/>
                  </a:rPr>
                  <a:t>改进</a:t>
                </a:r>
                <a:endParaRPr lang="zh-CN" altLang="zh-CN" b="1" dirty="0">
                  <a:solidFill>
                    <a:schemeClr val="bg1"/>
                  </a:solidFill>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grpSp>
        <p:sp>
          <p:nvSpPr>
            <p:cNvPr id="145" name="TextBox 22"/>
            <p:cNvSpPr txBox="1"/>
            <p:nvPr/>
          </p:nvSpPr>
          <p:spPr>
            <a:xfrm>
              <a:off x="9298574" y="3577896"/>
              <a:ext cx="1539243" cy="798488"/>
            </a:xfrm>
            <a:prstGeom prst="rect">
              <a:avLst/>
            </a:prstGeom>
            <a:noFill/>
          </p:spPr>
          <p:txBody>
            <a:bodyPr wrap="square" lIns="0" tIns="0" rIns="0" bIns="0" rtlCol="0">
              <a:spAutoFit/>
            </a:bodyPr>
            <a:lstStyle/>
            <a:p>
              <a:pPr algn="just">
                <a:lnSpc>
                  <a:spcPct val="150000"/>
                </a:lnSpc>
              </a:pPr>
              <a:r>
                <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sym typeface="思源黑体" panose="020B0500000000000000" pitchFamily="34" charset="-122"/>
                </a:rPr>
                <a:t>点击输入简要文字内容点击输入简要文字内容</a:t>
              </a:r>
              <a:r>
                <a:rPr lang="en-US" altLang="zh-CN" sz="1200" dirty="0">
                  <a:solidFill>
                    <a:schemeClr val="tx1">
                      <a:lumMod val="75000"/>
                      <a:lumOff val="25000"/>
                    </a:schemeClr>
                  </a:solidFill>
                  <a:latin typeface="思源黑体" panose="020B0500000000000000" pitchFamily="34" charset="-122"/>
                  <a:ea typeface="思源黑体" panose="020B0500000000000000" pitchFamily="34" charset="-122"/>
                  <a:sym typeface="思源黑体" panose="020B0500000000000000" pitchFamily="34" charset="-122"/>
                </a:rPr>
                <a:t>……</a:t>
              </a:r>
              <a:endParaRPr lang="en-US" altLang="zh-CN" sz="1200" dirty="0">
                <a:solidFill>
                  <a:schemeClr val="tx1">
                    <a:lumMod val="75000"/>
                    <a:lumOff val="25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42" presetClass="entr" presetSubtype="0" fill="hold"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1000"/>
                                        <p:tgtEl>
                                          <p:spTgt spid="12"/>
                                        </p:tgtEl>
                                      </p:cBhvr>
                                    </p:animEffect>
                                    <p:anim calcmode="lin" valueType="num">
                                      <p:cBhvr>
                                        <p:cTn id="12" dur="1000" fill="hold"/>
                                        <p:tgtEl>
                                          <p:spTgt spid="12"/>
                                        </p:tgtEl>
                                        <p:attrNameLst>
                                          <p:attrName>ppt_x</p:attrName>
                                        </p:attrNameLst>
                                      </p:cBhvr>
                                      <p:tavLst>
                                        <p:tav tm="0">
                                          <p:val>
                                            <p:strVal val="#ppt_x"/>
                                          </p:val>
                                        </p:tav>
                                        <p:tav tm="100000">
                                          <p:val>
                                            <p:strVal val="#ppt_x"/>
                                          </p:val>
                                        </p:tav>
                                      </p:tavLst>
                                    </p:anim>
                                    <p:anim calcmode="lin" valueType="num">
                                      <p:cBhvr>
                                        <p:cTn id="13" dur="1000" fill="hold"/>
                                        <p:tgtEl>
                                          <p:spTgt spid="12"/>
                                        </p:tgtEl>
                                        <p:attrNameLst>
                                          <p:attrName>ppt_y</p:attrName>
                                        </p:attrNameLst>
                                      </p:cBhvr>
                                      <p:tavLst>
                                        <p:tav tm="0">
                                          <p:val>
                                            <p:strVal val="#ppt_y+.1"/>
                                          </p:val>
                                        </p:tav>
                                        <p:tav tm="100000">
                                          <p:val>
                                            <p:strVal val="#ppt_y"/>
                                          </p:val>
                                        </p:tav>
                                      </p:tavLst>
                                    </p:anim>
                                  </p:childTnLst>
                                </p:cTn>
                              </p:par>
                            </p:childTnLst>
                          </p:cTn>
                        </p:par>
                        <p:par>
                          <p:cTn id="14" fill="hold">
                            <p:stCondLst>
                              <p:cond delay="1500"/>
                            </p:stCondLst>
                            <p:childTnLst>
                              <p:par>
                                <p:cTn id="15" presetID="42" presetClass="entr" presetSubtype="0" fill="hold" nodeType="after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1000"/>
                                        <p:tgtEl>
                                          <p:spTgt spid="11"/>
                                        </p:tgtEl>
                                      </p:cBhvr>
                                    </p:animEffect>
                                    <p:anim calcmode="lin" valueType="num">
                                      <p:cBhvr>
                                        <p:cTn id="18" dur="1000" fill="hold"/>
                                        <p:tgtEl>
                                          <p:spTgt spid="11"/>
                                        </p:tgtEl>
                                        <p:attrNameLst>
                                          <p:attrName>ppt_x</p:attrName>
                                        </p:attrNameLst>
                                      </p:cBhvr>
                                      <p:tavLst>
                                        <p:tav tm="0">
                                          <p:val>
                                            <p:strVal val="#ppt_x"/>
                                          </p:val>
                                        </p:tav>
                                        <p:tav tm="100000">
                                          <p:val>
                                            <p:strVal val="#ppt_x"/>
                                          </p:val>
                                        </p:tav>
                                      </p:tavLst>
                                    </p:anim>
                                    <p:anim calcmode="lin" valueType="num">
                                      <p:cBhvr>
                                        <p:cTn id="19" dur="1000" fill="hold"/>
                                        <p:tgtEl>
                                          <p:spTgt spid="11"/>
                                        </p:tgtEl>
                                        <p:attrNameLst>
                                          <p:attrName>ppt_y</p:attrName>
                                        </p:attrNameLst>
                                      </p:cBhvr>
                                      <p:tavLst>
                                        <p:tav tm="0">
                                          <p:val>
                                            <p:strVal val="#ppt_y+.1"/>
                                          </p:val>
                                        </p:tav>
                                        <p:tav tm="100000">
                                          <p:val>
                                            <p:strVal val="#ppt_y"/>
                                          </p:val>
                                        </p:tav>
                                      </p:tavLst>
                                    </p:anim>
                                  </p:childTnLst>
                                </p:cTn>
                              </p:par>
                            </p:childTnLst>
                          </p:cTn>
                        </p:par>
                        <p:par>
                          <p:cTn id="20" fill="hold">
                            <p:stCondLst>
                              <p:cond delay="2500"/>
                            </p:stCondLst>
                            <p:childTnLst>
                              <p:par>
                                <p:cTn id="21" presetID="42" presetClass="entr" presetSubtype="0" fill="hold"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1000"/>
                                        <p:tgtEl>
                                          <p:spTgt spid="10"/>
                                        </p:tgtEl>
                                      </p:cBhvr>
                                    </p:animEffect>
                                    <p:anim calcmode="lin" valueType="num">
                                      <p:cBhvr>
                                        <p:cTn id="24" dur="1000" fill="hold"/>
                                        <p:tgtEl>
                                          <p:spTgt spid="10"/>
                                        </p:tgtEl>
                                        <p:attrNameLst>
                                          <p:attrName>ppt_x</p:attrName>
                                        </p:attrNameLst>
                                      </p:cBhvr>
                                      <p:tavLst>
                                        <p:tav tm="0">
                                          <p:val>
                                            <p:strVal val="#ppt_x"/>
                                          </p:val>
                                        </p:tav>
                                        <p:tav tm="100000">
                                          <p:val>
                                            <p:strVal val="#ppt_x"/>
                                          </p:val>
                                        </p:tav>
                                      </p:tavLst>
                                    </p:anim>
                                    <p:anim calcmode="lin" valueType="num">
                                      <p:cBhvr>
                                        <p:cTn id="25" dur="1000" fill="hold"/>
                                        <p:tgtEl>
                                          <p:spTgt spid="10"/>
                                        </p:tgtEl>
                                        <p:attrNameLst>
                                          <p:attrName>ppt_y</p:attrName>
                                        </p:attrNameLst>
                                      </p:cBhvr>
                                      <p:tavLst>
                                        <p:tav tm="0">
                                          <p:val>
                                            <p:strVal val="#ppt_y+.1"/>
                                          </p:val>
                                        </p:tav>
                                        <p:tav tm="100000">
                                          <p:val>
                                            <p:strVal val="#ppt_y"/>
                                          </p:val>
                                        </p:tav>
                                      </p:tavLst>
                                    </p:anim>
                                  </p:childTnLst>
                                </p:cTn>
                              </p:par>
                            </p:childTnLst>
                          </p:cTn>
                        </p:par>
                        <p:par>
                          <p:cTn id="26" fill="hold">
                            <p:stCondLst>
                              <p:cond delay="3500"/>
                            </p:stCondLst>
                            <p:childTnLst>
                              <p:par>
                                <p:cTn id="27" presetID="42" presetClass="entr" presetSubtype="0" fill="hold" nodeType="after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1000"/>
                                        <p:tgtEl>
                                          <p:spTgt spid="9"/>
                                        </p:tgtEl>
                                      </p:cBhvr>
                                    </p:animEffect>
                                    <p:anim calcmode="lin" valueType="num">
                                      <p:cBhvr>
                                        <p:cTn id="30" dur="1000" fill="hold"/>
                                        <p:tgtEl>
                                          <p:spTgt spid="9"/>
                                        </p:tgtEl>
                                        <p:attrNameLst>
                                          <p:attrName>ppt_x</p:attrName>
                                        </p:attrNameLst>
                                      </p:cBhvr>
                                      <p:tavLst>
                                        <p:tav tm="0">
                                          <p:val>
                                            <p:strVal val="#ppt_x"/>
                                          </p:val>
                                        </p:tav>
                                        <p:tav tm="100000">
                                          <p:val>
                                            <p:strVal val="#ppt_x"/>
                                          </p:val>
                                        </p:tav>
                                      </p:tavLst>
                                    </p:anim>
                                    <p:anim calcmode="lin" valueType="num">
                                      <p:cBhvr>
                                        <p:cTn id="31" dur="1000" fill="hold"/>
                                        <p:tgtEl>
                                          <p:spTgt spid="9"/>
                                        </p:tgtEl>
                                        <p:attrNameLst>
                                          <p:attrName>ppt_y</p:attrName>
                                        </p:attrNameLst>
                                      </p:cBhvr>
                                      <p:tavLst>
                                        <p:tav tm="0">
                                          <p:val>
                                            <p:strVal val="#ppt_y+.1"/>
                                          </p:val>
                                        </p:tav>
                                        <p:tav tm="100000">
                                          <p:val>
                                            <p:strVal val="#ppt_y"/>
                                          </p:val>
                                        </p:tav>
                                      </p:tavLst>
                                    </p:anim>
                                  </p:childTnLst>
                                </p:cTn>
                              </p:par>
                            </p:childTnLst>
                          </p:cTn>
                        </p:par>
                        <p:par>
                          <p:cTn id="32" fill="hold">
                            <p:stCondLst>
                              <p:cond delay="4500"/>
                            </p:stCondLst>
                            <p:childTnLst>
                              <p:par>
                                <p:cTn id="33" presetID="42" presetClass="entr" presetSubtype="0" fill="hold" grpId="0" nodeType="afterEffect">
                                  <p:stCondLst>
                                    <p:cond delay="0"/>
                                  </p:stCondLst>
                                  <p:childTnLst>
                                    <p:set>
                                      <p:cBhvr>
                                        <p:cTn id="34" dur="1" fill="hold">
                                          <p:stCondLst>
                                            <p:cond delay="0"/>
                                          </p:stCondLst>
                                        </p:cTn>
                                        <p:tgtEl>
                                          <p:spTgt spid="67"/>
                                        </p:tgtEl>
                                        <p:attrNameLst>
                                          <p:attrName>style.visibility</p:attrName>
                                        </p:attrNameLst>
                                      </p:cBhvr>
                                      <p:to>
                                        <p:strVal val="visible"/>
                                      </p:to>
                                    </p:set>
                                    <p:animEffect transition="in" filter="fade">
                                      <p:cBhvr>
                                        <p:cTn id="35" dur="500"/>
                                        <p:tgtEl>
                                          <p:spTgt spid="67"/>
                                        </p:tgtEl>
                                      </p:cBhvr>
                                    </p:animEffect>
                                    <p:anim calcmode="lin" valueType="num">
                                      <p:cBhvr>
                                        <p:cTn id="36" dur="500" fill="hold"/>
                                        <p:tgtEl>
                                          <p:spTgt spid="67"/>
                                        </p:tgtEl>
                                        <p:attrNameLst>
                                          <p:attrName>ppt_x</p:attrName>
                                        </p:attrNameLst>
                                      </p:cBhvr>
                                      <p:tavLst>
                                        <p:tav tm="0">
                                          <p:val>
                                            <p:strVal val="#ppt_x"/>
                                          </p:val>
                                        </p:tav>
                                        <p:tav tm="100000">
                                          <p:val>
                                            <p:strVal val="#ppt_x"/>
                                          </p:val>
                                        </p:tav>
                                      </p:tavLst>
                                    </p:anim>
                                    <p:anim calcmode="lin" valueType="num">
                                      <p:cBhvr>
                                        <p:cTn id="37" dur="500" fill="hold"/>
                                        <p:tgtEl>
                                          <p:spTgt spid="6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1">
            <a:extLst>
              <a:ext uri="{BEBA8EAE-BF5A-486C-A8C5-ECC9F3942E4B}">
                <a14:imgProps xmlns:a14="http://schemas.microsoft.com/office/drawing/2010/main">
                  <a14:imgLayer r:embed="rId2">
                    <a14:imgEffect>
                      <a14:brightnessContrast contrast="40000"/>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0" y="0"/>
            <a:ext cx="12191999" cy="6858000"/>
          </a:xfrm>
          <a:prstGeom prst="rect">
            <a:avLst/>
          </a:prstGeom>
        </p:spPr>
      </p:pic>
      <p:sp>
        <p:nvSpPr>
          <p:cNvPr id="2" name="矩形 1"/>
          <p:cNvSpPr/>
          <p:nvPr/>
        </p:nvSpPr>
        <p:spPr>
          <a:xfrm>
            <a:off x="510556" y="583271"/>
            <a:ext cx="11526658" cy="5553635"/>
          </a:xfrm>
          <a:prstGeom prst="rect">
            <a:avLst/>
          </a:prstGeom>
          <a:solidFill>
            <a:schemeClr val="bg1">
              <a:alpha val="82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panose="020B0500000000000000" pitchFamily="34" charset="-122"/>
              <a:ea typeface="思源黑体" panose="020B0500000000000000" pitchFamily="34" charset="-122"/>
            </a:endParaRPr>
          </a:p>
        </p:txBody>
      </p:sp>
      <p:sp>
        <p:nvSpPr>
          <p:cNvPr id="44" name="菱形 43"/>
          <p:cNvSpPr/>
          <p:nvPr/>
        </p:nvSpPr>
        <p:spPr>
          <a:xfrm rot="20839757" flipH="1">
            <a:off x="9673633" y="6019027"/>
            <a:ext cx="1628327" cy="1628327"/>
          </a:xfrm>
          <a:prstGeom prst="diamond">
            <a:avLst/>
          </a:prstGeom>
          <a:noFill/>
          <a:ln w="161925">
            <a:solidFill>
              <a:srgbClr val="587DB8"/>
            </a:solidFill>
          </a:ln>
          <a:effectLst>
            <a:outerShdw blurRad="88900" dist="177800" dir="5400000" algn="ctr"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2C518E"/>
              </a:solidFill>
              <a:latin typeface="思源宋体 CN" panose="02020400000000000000" pitchFamily="18" charset="-122"/>
              <a:ea typeface="思源宋体 CN" panose="02020400000000000000" pitchFamily="18" charset="-122"/>
            </a:endParaRPr>
          </a:p>
        </p:txBody>
      </p:sp>
      <p:sp>
        <p:nvSpPr>
          <p:cNvPr id="50" name="菱形 49"/>
          <p:cNvSpPr/>
          <p:nvPr/>
        </p:nvSpPr>
        <p:spPr>
          <a:xfrm rot="20839757" flipH="1">
            <a:off x="11060260" y="4640911"/>
            <a:ext cx="2741727" cy="2741727"/>
          </a:xfrm>
          <a:prstGeom prst="diamond">
            <a:avLst/>
          </a:prstGeom>
          <a:noFill/>
          <a:ln w="196850">
            <a:solidFill>
              <a:srgbClr val="2C518E"/>
            </a:solidFill>
          </a:ln>
          <a:effectLst>
            <a:outerShdw blurRad="88900" dist="177800" dir="5400000" algn="ctr" rotWithShape="0">
              <a:srgbClr val="000000">
                <a:alpha val="2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2C518E"/>
              </a:solidFill>
              <a:latin typeface="思源宋体 CN" panose="02020400000000000000" pitchFamily="18" charset="-122"/>
              <a:ea typeface="思源宋体 CN" panose="02020400000000000000" pitchFamily="18" charset="-122"/>
            </a:endParaRPr>
          </a:p>
        </p:txBody>
      </p:sp>
      <p:sp>
        <p:nvSpPr>
          <p:cNvPr id="53" name="菱形 52"/>
          <p:cNvSpPr/>
          <p:nvPr/>
        </p:nvSpPr>
        <p:spPr>
          <a:xfrm rot="18405841" flipH="1">
            <a:off x="11213742" y="3792692"/>
            <a:ext cx="2165036" cy="2165036"/>
          </a:xfrm>
          <a:prstGeom prst="diamond">
            <a:avLst/>
          </a:prstGeom>
          <a:noFill/>
          <a:ln w="161925">
            <a:solidFill>
              <a:schemeClr val="bg1">
                <a:lumMod val="95000"/>
              </a:schemeClr>
            </a:solidFill>
          </a:ln>
          <a:effectLst>
            <a:outerShdw blurRad="88900" dist="177800" dir="5400000" algn="ctr" rotWithShape="0">
              <a:srgbClr val="000000">
                <a:alpha val="2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2C518E"/>
              </a:solidFill>
              <a:latin typeface="思源宋体 CN" panose="02020400000000000000" pitchFamily="18" charset="-122"/>
              <a:ea typeface="思源宋体 CN" panose="02020400000000000000" pitchFamily="18" charset="-122"/>
            </a:endParaRPr>
          </a:p>
        </p:txBody>
      </p:sp>
      <p:sp>
        <p:nvSpPr>
          <p:cNvPr id="54" name="菱形 53"/>
          <p:cNvSpPr/>
          <p:nvPr/>
        </p:nvSpPr>
        <p:spPr>
          <a:xfrm rot="17537297" flipH="1">
            <a:off x="-859213" y="1604947"/>
            <a:ext cx="1583952" cy="1583952"/>
          </a:xfrm>
          <a:prstGeom prst="diamond">
            <a:avLst/>
          </a:prstGeom>
          <a:noFill/>
          <a:ln w="161925">
            <a:solidFill>
              <a:srgbClr val="587DB8"/>
            </a:solidFill>
          </a:ln>
          <a:effectLst>
            <a:outerShdw blurRad="88900" dist="177800" dir="5400000" algn="ctr"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2C518E"/>
              </a:solidFill>
              <a:latin typeface="思源宋体 CN" panose="02020400000000000000" pitchFamily="18" charset="-122"/>
              <a:ea typeface="思源宋体 CN" panose="02020400000000000000" pitchFamily="18" charset="-122"/>
            </a:endParaRPr>
          </a:p>
        </p:txBody>
      </p:sp>
      <p:sp>
        <p:nvSpPr>
          <p:cNvPr id="55" name="菱形 54"/>
          <p:cNvSpPr/>
          <p:nvPr/>
        </p:nvSpPr>
        <p:spPr>
          <a:xfrm rot="3109689" flipH="1">
            <a:off x="-87637" y="1099613"/>
            <a:ext cx="1235853" cy="1235853"/>
          </a:xfrm>
          <a:prstGeom prst="diamond">
            <a:avLst/>
          </a:prstGeom>
          <a:noFill/>
          <a:ln w="114300">
            <a:solidFill>
              <a:schemeClr val="bg1">
                <a:lumMod val="95000"/>
              </a:schemeClr>
            </a:solidFill>
          </a:ln>
          <a:effectLst>
            <a:outerShdw blurRad="88900" dist="177800" dir="5400000" algn="ctr" rotWithShape="0">
              <a:srgbClr val="000000">
                <a:alpha val="2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2C518E"/>
              </a:solidFill>
              <a:latin typeface="思源宋体 CN" panose="02020400000000000000" pitchFamily="18" charset="-122"/>
              <a:ea typeface="思源宋体 CN" panose="02020400000000000000" pitchFamily="18" charset="-122"/>
            </a:endParaRPr>
          </a:p>
        </p:txBody>
      </p:sp>
      <p:sp>
        <p:nvSpPr>
          <p:cNvPr id="56" name="菱形 55"/>
          <p:cNvSpPr/>
          <p:nvPr/>
        </p:nvSpPr>
        <p:spPr>
          <a:xfrm rot="20839757" flipH="1">
            <a:off x="-571962" y="-1082518"/>
            <a:ext cx="2165036" cy="2165036"/>
          </a:xfrm>
          <a:prstGeom prst="diamond">
            <a:avLst/>
          </a:prstGeom>
          <a:noFill/>
          <a:ln w="196850">
            <a:solidFill>
              <a:srgbClr val="2C518E"/>
            </a:solidFill>
          </a:ln>
          <a:effectLst>
            <a:outerShdw blurRad="88900" dist="177800" dir="5400000" algn="ctr" rotWithShape="0">
              <a:srgbClr val="000000">
                <a:alpha val="2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2C518E"/>
              </a:solidFill>
              <a:latin typeface="思源宋体 CN" panose="02020400000000000000" pitchFamily="18" charset="-122"/>
              <a:ea typeface="思源宋体 CN" panose="02020400000000000000" pitchFamily="18" charset="-122"/>
            </a:endParaRPr>
          </a:p>
        </p:txBody>
      </p:sp>
      <p:sp>
        <p:nvSpPr>
          <p:cNvPr id="57" name="文本框 56"/>
          <p:cNvSpPr txBox="1"/>
          <p:nvPr/>
        </p:nvSpPr>
        <p:spPr>
          <a:xfrm>
            <a:off x="4939314" y="2590565"/>
            <a:ext cx="4757863" cy="1015663"/>
          </a:xfrm>
          <a:prstGeom prst="rect">
            <a:avLst/>
          </a:prstGeom>
          <a:noFill/>
        </p:spPr>
        <p:txBody>
          <a:bodyPr wrap="square" rtlCol="0">
            <a:spAutoFit/>
          </a:bodyPr>
          <a:lstStyle/>
          <a:p>
            <a:pPr algn="dist"/>
            <a:r>
              <a:rPr lang="zh-CN" altLang="en-US" sz="6000" b="1" dirty="0">
                <a:solidFill>
                  <a:srgbClr val="2C518E"/>
                </a:solidFill>
                <a:latin typeface="思源黑体" panose="020B0500000000000000" pitchFamily="34" charset="-122"/>
                <a:ea typeface="思源黑体" panose="020B0500000000000000" pitchFamily="34" charset="-122"/>
              </a:rPr>
              <a:t>未来工作计划</a:t>
            </a:r>
            <a:endParaRPr lang="zh-CN" altLang="en-US" sz="6000" b="1" dirty="0">
              <a:solidFill>
                <a:srgbClr val="2C518E"/>
              </a:solidFill>
              <a:latin typeface="思源黑体" panose="020B0500000000000000" pitchFamily="34" charset="-122"/>
              <a:ea typeface="思源黑体" panose="020B0500000000000000" pitchFamily="34" charset="-122"/>
            </a:endParaRPr>
          </a:p>
        </p:txBody>
      </p:sp>
      <p:cxnSp>
        <p:nvCxnSpPr>
          <p:cNvPr id="58" name="直接连接符 57"/>
          <p:cNvCxnSpPr/>
          <p:nvPr/>
        </p:nvCxnSpPr>
        <p:spPr>
          <a:xfrm>
            <a:off x="4485058" y="3727325"/>
            <a:ext cx="5863590" cy="0"/>
          </a:xfrm>
          <a:prstGeom prst="line">
            <a:avLst/>
          </a:prstGeom>
          <a:ln>
            <a:solidFill>
              <a:schemeClr val="bg1">
                <a:lumMod val="75000"/>
                <a:alpha val="81000"/>
              </a:schemeClr>
            </a:solidFill>
          </a:ln>
        </p:spPr>
        <p:style>
          <a:lnRef idx="1">
            <a:schemeClr val="accent1"/>
          </a:lnRef>
          <a:fillRef idx="0">
            <a:schemeClr val="accent1"/>
          </a:fillRef>
          <a:effectRef idx="0">
            <a:schemeClr val="accent1"/>
          </a:effectRef>
          <a:fontRef idx="minor">
            <a:schemeClr val="tx1"/>
          </a:fontRef>
        </p:style>
      </p:cxnSp>
      <p:sp>
        <p:nvSpPr>
          <p:cNvPr id="59" name="文本框 58"/>
          <p:cNvSpPr txBox="1"/>
          <p:nvPr/>
        </p:nvSpPr>
        <p:spPr>
          <a:xfrm>
            <a:off x="4963906" y="3995327"/>
            <a:ext cx="4637929" cy="461665"/>
          </a:xfrm>
          <a:prstGeom prst="rect">
            <a:avLst/>
          </a:prstGeom>
          <a:noFill/>
        </p:spPr>
        <p:txBody>
          <a:bodyPr wrap="square" rtlCol="0">
            <a:spAutoFit/>
          </a:bodyPr>
          <a:lstStyle/>
          <a:p>
            <a:pPr algn="dist"/>
            <a:r>
              <a:rPr lang="en-US" altLang="zh-CN" sz="2400" b="1" dirty="0">
                <a:solidFill>
                  <a:schemeClr val="tx1">
                    <a:lumMod val="75000"/>
                    <a:lumOff val="25000"/>
                  </a:schemeClr>
                </a:solidFill>
                <a:latin typeface="思源黑体" panose="020B0500000000000000" pitchFamily="34" charset="-122"/>
                <a:ea typeface="思源黑体" panose="020B0500000000000000" pitchFamily="34" charset="-122"/>
              </a:rPr>
              <a:t>Mid year work summary</a:t>
            </a:r>
            <a:endParaRPr lang="en-US" altLang="zh-CN" sz="2400" b="1" dirty="0">
              <a:solidFill>
                <a:schemeClr val="tx1">
                  <a:lumMod val="75000"/>
                  <a:lumOff val="25000"/>
                </a:schemeClr>
              </a:solidFill>
              <a:latin typeface="思源黑体" panose="020B0500000000000000" pitchFamily="34" charset="-122"/>
              <a:ea typeface="思源黑体" panose="020B0500000000000000" pitchFamily="34" charset="-122"/>
            </a:endParaRPr>
          </a:p>
        </p:txBody>
      </p:sp>
      <p:grpSp>
        <p:nvGrpSpPr>
          <p:cNvPr id="3" name="组合 2"/>
          <p:cNvGrpSpPr/>
          <p:nvPr/>
        </p:nvGrpSpPr>
        <p:grpSpPr>
          <a:xfrm>
            <a:off x="1979183" y="2387617"/>
            <a:ext cx="2480238" cy="2480238"/>
            <a:chOff x="2147428" y="2210386"/>
            <a:chExt cx="2480238" cy="2480238"/>
          </a:xfrm>
        </p:grpSpPr>
        <p:sp>
          <p:nvSpPr>
            <p:cNvPr id="62" name="矩形 61"/>
            <p:cNvSpPr/>
            <p:nvPr>
              <p:custDataLst>
                <p:tags r:id="rId3"/>
              </p:custDataLst>
            </p:nvPr>
          </p:nvSpPr>
          <p:spPr>
            <a:xfrm>
              <a:off x="2582047" y="2649792"/>
              <a:ext cx="1861439" cy="1546577"/>
            </a:xfrm>
            <a:prstGeom prst="rect">
              <a:avLst/>
            </a:prstGeom>
          </p:spPr>
          <p:txBody>
            <a:bodyPr wrap="square" lIns="68580" tIns="34290" rIns="68580" bIns="34290">
              <a:spAutoFit/>
            </a:bodyPr>
            <a:lstStyle/>
            <a:p>
              <a:pPr>
                <a:defRPr/>
              </a:pPr>
              <a:r>
                <a:rPr lang="en-US" sz="9600" b="1" i="1" spc="225" dirty="0">
                  <a:solidFill>
                    <a:srgbClr val="587DB8"/>
                  </a:solidFill>
                  <a:latin typeface="Agency FB" panose="020B0503020202020204" pitchFamily="34" charset="0"/>
                  <a:ea typeface="印品雅宋简 中黑（非商用）" panose="02000500000000000000" pitchFamily="2" charset="-122"/>
                  <a:cs typeface="+mn-ea"/>
                  <a:sym typeface="+mn-lt"/>
                </a:rPr>
                <a:t>05</a:t>
              </a:r>
              <a:endParaRPr lang="en-US" sz="9600" b="1" i="1" spc="225" dirty="0">
                <a:solidFill>
                  <a:srgbClr val="587DB8"/>
                </a:solidFill>
                <a:latin typeface="Agency FB" panose="020B0503020202020204" pitchFamily="34" charset="0"/>
                <a:ea typeface="印品雅宋简 中黑（非商用）" panose="02000500000000000000" pitchFamily="2" charset="-122"/>
                <a:cs typeface="+mn-ea"/>
                <a:sym typeface="+mn-lt"/>
              </a:endParaRPr>
            </a:p>
          </p:txBody>
        </p:sp>
        <p:sp>
          <p:nvSpPr>
            <p:cNvPr id="63" name="菱形 62"/>
            <p:cNvSpPr/>
            <p:nvPr/>
          </p:nvSpPr>
          <p:spPr>
            <a:xfrm flipH="1">
              <a:off x="2147428" y="2210386"/>
              <a:ext cx="2480238" cy="2480238"/>
            </a:xfrm>
            <a:prstGeom prst="diamond">
              <a:avLst/>
            </a:prstGeom>
            <a:noFill/>
            <a:ln w="161925">
              <a:solidFill>
                <a:srgbClr val="587DB8"/>
              </a:solidFill>
            </a:ln>
            <a:effectLst>
              <a:outerShdw blurRad="88900" dist="177800" dir="5400000" algn="ctr"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2C518E"/>
                </a:solidFill>
                <a:latin typeface="思源宋体 CN" panose="02020400000000000000" pitchFamily="18" charset="-122"/>
                <a:ea typeface="思源宋体 CN" panose="02020400000000000000" pitchFamily="18"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5" presetClass="entr" presetSubtype="0" fill="hold" grpId="0" nodeType="withEffect">
                                  <p:stCondLst>
                                    <p:cond delay="0"/>
                                  </p:stCondLst>
                                  <p:childTnLst>
                                    <p:set>
                                      <p:cBhvr>
                                        <p:cTn id="12" dur="1" fill="hold">
                                          <p:stCondLst>
                                            <p:cond delay="0"/>
                                          </p:stCondLst>
                                        </p:cTn>
                                        <p:tgtEl>
                                          <p:spTgt spid="56"/>
                                        </p:tgtEl>
                                        <p:attrNameLst>
                                          <p:attrName>style.visibility</p:attrName>
                                        </p:attrNameLst>
                                      </p:cBhvr>
                                      <p:to>
                                        <p:strVal val="visible"/>
                                      </p:to>
                                    </p:set>
                                    <p:anim calcmode="lin" valueType="num">
                                      <p:cBhvr>
                                        <p:cTn id="13" dur="1000" fill="hold"/>
                                        <p:tgtEl>
                                          <p:spTgt spid="56"/>
                                        </p:tgtEl>
                                        <p:attrNameLst>
                                          <p:attrName>ppt_w</p:attrName>
                                        </p:attrNameLst>
                                      </p:cBhvr>
                                      <p:tavLst>
                                        <p:tav tm="0">
                                          <p:val>
                                            <p:fltVal val="0"/>
                                          </p:val>
                                        </p:tav>
                                        <p:tav tm="100000">
                                          <p:val>
                                            <p:strVal val="#ppt_w"/>
                                          </p:val>
                                        </p:tav>
                                      </p:tavLst>
                                    </p:anim>
                                    <p:anim calcmode="lin" valueType="num">
                                      <p:cBhvr>
                                        <p:cTn id="14" dur="1000" fill="hold"/>
                                        <p:tgtEl>
                                          <p:spTgt spid="56"/>
                                        </p:tgtEl>
                                        <p:attrNameLst>
                                          <p:attrName>ppt_h</p:attrName>
                                        </p:attrNameLst>
                                      </p:cBhvr>
                                      <p:tavLst>
                                        <p:tav tm="0">
                                          <p:val>
                                            <p:fltVal val="0"/>
                                          </p:val>
                                        </p:tav>
                                        <p:tav tm="100000">
                                          <p:val>
                                            <p:strVal val="#ppt_h"/>
                                          </p:val>
                                        </p:tav>
                                      </p:tavLst>
                                    </p:anim>
                                    <p:anim calcmode="lin" valueType="num">
                                      <p:cBhvr>
                                        <p:cTn id="15" dur="1000" fill="hold"/>
                                        <p:tgtEl>
                                          <p:spTgt spid="56"/>
                                        </p:tgtEl>
                                        <p:attrNameLst>
                                          <p:attrName>ppt_x</p:attrName>
                                        </p:attrNameLst>
                                      </p:cBhvr>
                                      <p:tavLst>
                                        <p:tav tm="0" fmla="#ppt_x+(cos(-2*pi*(1-$))*-#ppt_x-sin(-2*pi*(1-$))*(1-#ppt_y))*(1-$)">
                                          <p:val>
                                            <p:fltVal val="0"/>
                                          </p:val>
                                        </p:tav>
                                        <p:tav tm="100000">
                                          <p:val>
                                            <p:fltVal val="1"/>
                                          </p:val>
                                        </p:tav>
                                      </p:tavLst>
                                    </p:anim>
                                    <p:anim calcmode="lin" valueType="num">
                                      <p:cBhvr>
                                        <p:cTn id="16" dur="1000" fill="hold"/>
                                        <p:tgtEl>
                                          <p:spTgt spid="56"/>
                                        </p:tgtEl>
                                        <p:attrNameLst>
                                          <p:attrName>ppt_y</p:attrName>
                                        </p:attrNameLst>
                                      </p:cBhvr>
                                      <p:tavLst>
                                        <p:tav tm="0" fmla="#ppt_y+(sin(-2*pi*(1-$))*-#ppt_x+cos(-2*pi*(1-$))*(1-#ppt_y))*(1-$)">
                                          <p:val>
                                            <p:fltVal val="0"/>
                                          </p:val>
                                        </p:tav>
                                        <p:tav tm="100000">
                                          <p:val>
                                            <p:fltVal val="1"/>
                                          </p:val>
                                        </p:tav>
                                      </p:tavLst>
                                    </p:anim>
                                  </p:childTnLst>
                                </p:cTn>
                              </p:par>
                              <p:par>
                                <p:cTn id="17" presetID="15" presetClass="entr" presetSubtype="0" fill="hold" grpId="0" nodeType="withEffect">
                                  <p:stCondLst>
                                    <p:cond delay="0"/>
                                  </p:stCondLst>
                                  <p:childTnLst>
                                    <p:set>
                                      <p:cBhvr>
                                        <p:cTn id="18" dur="1" fill="hold">
                                          <p:stCondLst>
                                            <p:cond delay="0"/>
                                          </p:stCondLst>
                                        </p:cTn>
                                        <p:tgtEl>
                                          <p:spTgt spid="50"/>
                                        </p:tgtEl>
                                        <p:attrNameLst>
                                          <p:attrName>style.visibility</p:attrName>
                                        </p:attrNameLst>
                                      </p:cBhvr>
                                      <p:to>
                                        <p:strVal val="visible"/>
                                      </p:to>
                                    </p:set>
                                    <p:anim calcmode="lin" valueType="num">
                                      <p:cBhvr>
                                        <p:cTn id="19" dur="1000" fill="hold"/>
                                        <p:tgtEl>
                                          <p:spTgt spid="50"/>
                                        </p:tgtEl>
                                        <p:attrNameLst>
                                          <p:attrName>ppt_w</p:attrName>
                                        </p:attrNameLst>
                                      </p:cBhvr>
                                      <p:tavLst>
                                        <p:tav tm="0">
                                          <p:val>
                                            <p:fltVal val="0"/>
                                          </p:val>
                                        </p:tav>
                                        <p:tav tm="100000">
                                          <p:val>
                                            <p:strVal val="#ppt_w"/>
                                          </p:val>
                                        </p:tav>
                                      </p:tavLst>
                                    </p:anim>
                                    <p:anim calcmode="lin" valueType="num">
                                      <p:cBhvr>
                                        <p:cTn id="20" dur="1000" fill="hold"/>
                                        <p:tgtEl>
                                          <p:spTgt spid="50"/>
                                        </p:tgtEl>
                                        <p:attrNameLst>
                                          <p:attrName>ppt_h</p:attrName>
                                        </p:attrNameLst>
                                      </p:cBhvr>
                                      <p:tavLst>
                                        <p:tav tm="0">
                                          <p:val>
                                            <p:fltVal val="0"/>
                                          </p:val>
                                        </p:tav>
                                        <p:tav tm="100000">
                                          <p:val>
                                            <p:strVal val="#ppt_h"/>
                                          </p:val>
                                        </p:tav>
                                      </p:tavLst>
                                    </p:anim>
                                    <p:anim calcmode="lin" valueType="num">
                                      <p:cBhvr>
                                        <p:cTn id="21" dur="1000" fill="hold"/>
                                        <p:tgtEl>
                                          <p:spTgt spid="50"/>
                                        </p:tgtEl>
                                        <p:attrNameLst>
                                          <p:attrName>ppt_x</p:attrName>
                                        </p:attrNameLst>
                                      </p:cBhvr>
                                      <p:tavLst>
                                        <p:tav tm="0" fmla="#ppt_x+(cos(-2*pi*(1-$))*-#ppt_x-sin(-2*pi*(1-$))*(1-#ppt_y))*(1-$)">
                                          <p:val>
                                            <p:fltVal val="0"/>
                                          </p:val>
                                        </p:tav>
                                        <p:tav tm="100000">
                                          <p:val>
                                            <p:fltVal val="1"/>
                                          </p:val>
                                        </p:tav>
                                      </p:tavLst>
                                    </p:anim>
                                    <p:anim calcmode="lin" valueType="num">
                                      <p:cBhvr>
                                        <p:cTn id="22" dur="1000" fill="hold"/>
                                        <p:tgtEl>
                                          <p:spTgt spid="50"/>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3" fill="hold">
                      <p:stCondLst>
                        <p:cond delay="indefinite"/>
                      </p:stCondLst>
                      <p:childTnLst>
                        <p:par>
                          <p:cTn id="24" fill="hold">
                            <p:stCondLst>
                              <p:cond delay="0"/>
                            </p:stCondLst>
                            <p:childTnLst>
                              <p:par>
                                <p:cTn id="25" presetID="15" presetClass="entr" presetSubtype="0" fill="hold" grpId="0" nodeType="clickEffect">
                                  <p:stCondLst>
                                    <p:cond delay="0"/>
                                  </p:stCondLst>
                                  <p:childTnLst>
                                    <p:set>
                                      <p:cBhvr>
                                        <p:cTn id="26" dur="1" fill="hold">
                                          <p:stCondLst>
                                            <p:cond delay="0"/>
                                          </p:stCondLst>
                                        </p:cTn>
                                        <p:tgtEl>
                                          <p:spTgt spid="55"/>
                                        </p:tgtEl>
                                        <p:attrNameLst>
                                          <p:attrName>style.visibility</p:attrName>
                                        </p:attrNameLst>
                                      </p:cBhvr>
                                      <p:to>
                                        <p:strVal val="visible"/>
                                      </p:to>
                                    </p:set>
                                    <p:anim calcmode="lin" valueType="num">
                                      <p:cBhvr>
                                        <p:cTn id="27" dur="1000" fill="hold"/>
                                        <p:tgtEl>
                                          <p:spTgt spid="55"/>
                                        </p:tgtEl>
                                        <p:attrNameLst>
                                          <p:attrName>ppt_w</p:attrName>
                                        </p:attrNameLst>
                                      </p:cBhvr>
                                      <p:tavLst>
                                        <p:tav tm="0">
                                          <p:val>
                                            <p:fltVal val="0"/>
                                          </p:val>
                                        </p:tav>
                                        <p:tav tm="100000">
                                          <p:val>
                                            <p:strVal val="#ppt_w"/>
                                          </p:val>
                                        </p:tav>
                                      </p:tavLst>
                                    </p:anim>
                                    <p:anim calcmode="lin" valueType="num">
                                      <p:cBhvr>
                                        <p:cTn id="28" dur="1000" fill="hold"/>
                                        <p:tgtEl>
                                          <p:spTgt spid="55"/>
                                        </p:tgtEl>
                                        <p:attrNameLst>
                                          <p:attrName>ppt_h</p:attrName>
                                        </p:attrNameLst>
                                      </p:cBhvr>
                                      <p:tavLst>
                                        <p:tav tm="0">
                                          <p:val>
                                            <p:fltVal val="0"/>
                                          </p:val>
                                        </p:tav>
                                        <p:tav tm="100000">
                                          <p:val>
                                            <p:strVal val="#ppt_h"/>
                                          </p:val>
                                        </p:tav>
                                      </p:tavLst>
                                    </p:anim>
                                    <p:anim calcmode="lin" valueType="num">
                                      <p:cBhvr>
                                        <p:cTn id="29" dur="1000" fill="hold"/>
                                        <p:tgtEl>
                                          <p:spTgt spid="55"/>
                                        </p:tgtEl>
                                        <p:attrNameLst>
                                          <p:attrName>ppt_x</p:attrName>
                                        </p:attrNameLst>
                                      </p:cBhvr>
                                      <p:tavLst>
                                        <p:tav tm="0" fmla="#ppt_x+(cos(-2*pi*(1-$))*-#ppt_x-sin(-2*pi*(1-$))*(1-#ppt_y))*(1-$)">
                                          <p:val>
                                            <p:fltVal val="0"/>
                                          </p:val>
                                        </p:tav>
                                        <p:tav tm="100000">
                                          <p:val>
                                            <p:fltVal val="1"/>
                                          </p:val>
                                        </p:tav>
                                      </p:tavLst>
                                    </p:anim>
                                    <p:anim calcmode="lin" valueType="num">
                                      <p:cBhvr>
                                        <p:cTn id="30" dur="1000" fill="hold"/>
                                        <p:tgtEl>
                                          <p:spTgt spid="55"/>
                                        </p:tgtEl>
                                        <p:attrNameLst>
                                          <p:attrName>ppt_y</p:attrName>
                                        </p:attrNameLst>
                                      </p:cBhvr>
                                      <p:tavLst>
                                        <p:tav tm="0" fmla="#ppt_y+(sin(-2*pi*(1-$))*-#ppt_x+cos(-2*pi*(1-$))*(1-#ppt_y))*(1-$)">
                                          <p:val>
                                            <p:fltVal val="0"/>
                                          </p:val>
                                        </p:tav>
                                        <p:tav tm="100000">
                                          <p:val>
                                            <p:fltVal val="1"/>
                                          </p:val>
                                        </p:tav>
                                      </p:tavLst>
                                    </p:anim>
                                  </p:childTnLst>
                                </p:cTn>
                              </p:par>
                              <p:par>
                                <p:cTn id="31" presetID="15" presetClass="entr" presetSubtype="0" fill="hold" grpId="0" nodeType="withEffect">
                                  <p:stCondLst>
                                    <p:cond delay="0"/>
                                  </p:stCondLst>
                                  <p:childTnLst>
                                    <p:set>
                                      <p:cBhvr>
                                        <p:cTn id="32" dur="1" fill="hold">
                                          <p:stCondLst>
                                            <p:cond delay="0"/>
                                          </p:stCondLst>
                                        </p:cTn>
                                        <p:tgtEl>
                                          <p:spTgt spid="44"/>
                                        </p:tgtEl>
                                        <p:attrNameLst>
                                          <p:attrName>style.visibility</p:attrName>
                                        </p:attrNameLst>
                                      </p:cBhvr>
                                      <p:to>
                                        <p:strVal val="visible"/>
                                      </p:to>
                                    </p:set>
                                    <p:anim calcmode="lin" valueType="num">
                                      <p:cBhvr>
                                        <p:cTn id="33" dur="1000" fill="hold"/>
                                        <p:tgtEl>
                                          <p:spTgt spid="44"/>
                                        </p:tgtEl>
                                        <p:attrNameLst>
                                          <p:attrName>ppt_w</p:attrName>
                                        </p:attrNameLst>
                                      </p:cBhvr>
                                      <p:tavLst>
                                        <p:tav tm="0">
                                          <p:val>
                                            <p:fltVal val="0"/>
                                          </p:val>
                                        </p:tav>
                                        <p:tav tm="100000">
                                          <p:val>
                                            <p:strVal val="#ppt_w"/>
                                          </p:val>
                                        </p:tav>
                                      </p:tavLst>
                                    </p:anim>
                                    <p:anim calcmode="lin" valueType="num">
                                      <p:cBhvr>
                                        <p:cTn id="34" dur="1000" fill="hold"/>
                                        <p:tgtEl>
                                          <p:spTgt spid="44"/>
                                        </p:tgtEl>
                                        <p:attrNameLst>
                                          <p:attrName>ppt_h</p:attrName>
                                        </p:attrNameLst>
                                      </p:cBhvr>
                                      <p:tavLst>
                                        <p:tav tm="0">
                                          <p:val>
                                            <p:fltVal val="0"/>
                                          </p:val>
                                        </p:tav>
                                        <p:tav tm="100000">
                                          <p:val>
                                            <p:strVal val="#ppt_h"/>
                                          </p:val>
                                        </p:tav>
                                      </p:tavLst>
                                    </p:anim>
                                    <p:anim calcmode="lin" valueType="num">
                                      <p:cBhvr>
                                        <p:cTn id="35" dur="1000" fill="hold"/>
                                        <p:tgtEl>
                                          <p:spTgt spid="44"/>
                                        </p:tgtEl>
                                        <p:attrNameLst>
                                          <p:attrName>ppt_x</p:attrName>
                                        </p:attrNameLst>
                                      </p:cBhvr>
                                      <p:tavLst>
                                        <p:tav tm="0" fmla="#ppt_x+(cos(-2*pi*(1-$))*-#ppt_x-sin(-2*pi*(1-$))*(1-#ppt_y))*(1-$)">
                                          <p:val>
                                            <p:fltVal val="0"/>
                                          </p:val>
                                        </p:tav>
                                        <p:tav tm="100000">
                                          <p:val>
                                            <p:fltVal val="1"/>
                                          </p:val>
                                        </p:tav>
                                      </p:tavLst>
                                    </p:anim>
                                    <p:anim calcmode="lin" valueType="num">
                                      <p:cBhvr>
                                        <p:cTn id="36" dur="1000" fill="hold"/>
                                        <p:tgtEl>
                                          <p:spTgt spid="44"/>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37" fill="hold">
                      <p:stCondLst>
                        <p:cond delay="indefinite"/>
                      </p:stCondLst>
                      <p:childTnLst>
                        <p:par>
                          <p:cTn id="38" fill="hold">
                            <p:stCondLst>
                              <p:cond delay="0"/>
                            </p:stCondLst>
                            <p:childTnLst>
                              <p:par>
                                <p:cTn id="39" presetID="15" presetClass="entr" presetSubtype="0" fill="hold" grpId="1" nodeType="clickEffect">
                                  <p:stCondLst>
                                    <p:cond delay="0"/>
                                  </p:stCondLst>
                                  <p:childTnLst>
                                    <p:set>
                                      <p:cBhvr>
                                        <p:cTn id="40" dur="1" fill="hold">
                                          <p:stCondLst>
                                            <p:cond delay="0"/>
                                          </p:stCondLst>
                                        </p:cTn>
                                        <p:tgtEl>
                                          <p:spTgt spid="56"/>
                                        </p:tgtEl>
                                        <p:attrNameLst>
                                          <p:attrName>style.visibility</p:attrName>
                                        </p:attrNameLst>
                                      </p:cBhvr>
                                      <p:to>
                                        <p:strVal val="visible"/>
                                      </p:to>
                                    </p:set>
                                    <p:anim calcmode="lin" valueType="num">
                                      <p:cBhvr>
                                        <p:cTn id="41" dur="1000" fill="hold"/>
                                        <p:tgtEl>
                                          <p:spTgt spid="56"/>
                                        </p:tgtEl>
                                        <p:attrNameLst>
                                          <p:attrName>ppt_w</p:attrName>
                                        </p:attrNameLst>
                                      </p:cBhvr>
                                      <p:tavLst>
                                        <p:tav tm="0">
                                          <p:val>
                                            <p:fltVal val="0"/>
                                          </p:val>
                                        </p:tav>
                                        <p:tav tm="100000">
                                          <p:val>
                                            <p:strVal val="#ppt_w"/>
                                          </p:val>
                                        </p:tav>
                                      </p:tavLst>
                                    </p:anim>
                                    <p:anim calcmode="lin" valueType="num">
                                      <p:cBhvr>
                                        <p:cTn id="42" dur="1000" fill="hold"/>
                                        <p:tgtEl>
                                          <p:spTgt spid="56"/>
                                        </p:tgtEl>
                                        <p:attrNameLst>
                                          <p:attrName>ppt_h</p:attrName>
                                        </p:attrNameLst>
                                      </p:cBhvr>
                                      <p:tavLst>
                                        <p:tav tm="0">
                                          <p:val>
                                            <p:fltVal val="0"/>
                                          </p:val>
                                        </p:tav>
                                        <p:tav tm="100000">
                                          <p:val>
                                            <p:strVal val="#ppt_h"/>
                                          </p:val>
                                        </p:tav>
                                      </p:tavLst>
                                    </p:anim>
                                    <p:anim calcmode="lin" valueType="num">
                                      <p:cBhvr>
                                        <p:cTn id="43" dur="1000" fill="hold"/>
                                        <p:tgtEl>
                                          <p:spTgt spid="56"/>
                                        </p:tgtEl>
                                        <p:attrNameLst>
                                          <p:attrName>ppt_x</p:attrName>
                                        </p:attrNameLst>
                                      </p:cBhvr>
                                      <p:tavLst>
                                        <p:tav tm="0" fmla="#ppt_x+(cos(-2*pi*(1-$))*-#ppt_x-sin(-2*pi*(1-$))*(1-#ppt_y))*(1-$)">
                                          <p:val>
                                            <p:fltVal val="0"/>
                                          </p:val>
                                        </p:tav>
                                        <p:tav tm="100000">
                                          <p:val>
                                            <p:fltVal val="1"/>
                                          </p:val>
                                        </p:tav>
                                      </p:tavLst>
                                    </p:anim>
                                    <p:anim calcmode="lin" valueType="num">
                                      <p:cBhvr>
                                        <p:cTn id="44" dur="1000" fill="hold"/>
                                        <p:tgtEl>
                                          <p:spTgt spid="56"/>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45" fill="hold">
                      <p:stCondLst>
                        <p:cond delay="indefinite"/>
                      </p:stCondLst>
                      <p:childTnLst>
                        <p:par>
                          <p:cTn id="46" fill="hold">
                            <p:stCondLst>
                              <p:cond delay="0"/>
                            </p:stCondLst>
                            <p:childTnLst>
                              <p:par>
                                <p:cTn id="47" presetID="15" presetClass="entr" presetSubtype="0" fill="hold" grpId="0" nodeType="clickEffect">
                                  <p:stCondLst>
                                    <p:cond delay="0"/>
                                  </p:stCondLst>
                                  <p:childTnLst>
                                    <p:set>
                                      <p:cBhvr>
                                        <p:cTn id="48" dur="1" fill="hold">
                                          <p:stCondLst>
                                            <p:cond delay="0"/>
                                          </p:stCondLst>
                                        </p:cTn>
                                        <p:tgtEl>
                                          <p:spTgt spid="53"/>
                                        </p:tgtEl>
                                        <p:attrNameLst>
                                          <p:attrName>style.visibility</p:attrName>
                                        </p:attrNameLst>
                                      </p:cBhvr>
                                      <p:to>
                                        <p:strVal val="visible"/>
                                      </p:to>
                                    </p:set>
                                    <p:anim calcmode="lin" valueType="num">
                                      <p:cBhvr>
                                        <p:cTn id="49" dur="1000" fill="hold"/>
                                        <p:tgtEl>
                                          <p:spTgt spid="53"/>
                                        </p:tgtEl>
                                        <p:attrNameLst>
                                          <p:attrName>ppt_w</p:attrName>
                                        </p:attrNameLst>
                                      </p:cBhvr>
                                      <p:tavLst>
                                        <p:tav tm="0">
                                          <p:val>
                                            <p:fltVal val="0"/>
                                          </p:val>
                                        </p:tav>
                                        <p:tav tm="100000">
                                          <p:val>
                                            <p:strVal val="#ppt_w"/>
                                          </p:val>
                                        </p:tav>
                                      </p:tavLst>
                                    </p:anim>
                                    <p:anim calcmode="lin" valueType="num">
                                      <p:cBhvr>
                                        <p:cTn id="50" dur="1000" fill="hold"/>
                                        <p:tgtEl>
                                          <p:spTgt spid="53"/>
                                        </p:tgtEl>
                                        <p:attrNameLst>
                                          <p:attrName>ppt_h</p:attrName>
                                        </p:attrNameLst>
                                      </p:cBhvr>
                                      <p:tavLst>
                                        <p:tav tm="0">
                                          <p:val>
                                            <p:fltVal val="0"/>
                                          </p:val>
                                        </p:tav>
                                        <p:tav tm="100000">
                                          <p:val>
                                            <p:strVal val="#ppt_h"/>
                                          </p:val>
                                        </p:tav>
                                      </p:tavLst>
                                    </p:anim>
                                    <p:anim calcmode="lin" valueType="num">
                                      <p:cBhvr>
                                        <p:cTn id="51" dur="1000" fill="hold"/>
                                        <p:tgtEl>
                                          <p:spTgt spid="53"/>
                                        </p:tgtEl>
                                        <p:attrNameLst>
                                          <p:attrName>ppt_x</p:attrName>
                                        </p:attrNameLst>
                                      </p:cBhvr>
                                      <p:tavLst>
                                        <p:tav tm="0" fmla="#ppt_x+(cos(-2*pi*(1-$))*-#ppt_x-sin(-2*pi*(1-$))*(1-#ppt_y))*(1-$)">
                                          <p:val>
                                            <p:fltVal val="0"/>
                                          </p:val>
                                        </p:tav>
                                        <p:tav tm="100000">
                                          <p:val>
                                            <p:fltVal val="1"/>
                                          </p:val>
                                        </p:tav>
                                      </p:tavLst>
                                    </p:anim>
                                    <p:anim calcmode="lin" valueType="num">
                                      <p:cBhvr>
                                        <p:cTn id="52" dur="1000" fill="hold"/>
                                        <p:tgtEl>
                                          <p:spTgt spid="53"/>
                                        </p:tgtEl>
                                        <p:attrNameLst>
                                          <p:attrName>ppt_y</p:attrName>
                                        </p:attrNameLst>
                                      </p:cBhvr>
                                      <p:tavLst>
                                        <p:tav tm="0" fmla="#ppt_y+(sin(-2*pi*(1-$))*-#ppt_x+cos(-2*pi*(1-$))*(1-#ppt_y))*(1-$)">
                                          <p:val>
                                            <p:fltVal val="0"/>
                                          </p:val>
                                        </p:tav>
                                        <p:tav tm="100000">
                                          <p:val>
                                            <p:fltVal val="1"/>
                                          </p:val>
                                        </p:tav>
                                      </p:tavLst>
                                    </p:anim>
                                  </p:childTnLst>
                                </p:cTn>
                              </p:par>
                              <p:par>
                                <p:cTn id="53" presetID="15" presetClass="entr" presetSubtype="0" fill="hold" grpId="0" nodeType="withEffect">
                                  <p:stCondLst>
                                    <p:cond delay="0"/>
                                  </p:stCondLst>
                                  <p:childTnLst>
                                    <p:set>
                                      <p:cBhvr>
                                        <p:cTn id="54" dur="1" fill="hold">
                                          <p:stCondLst>
                                            <p:cond delay="0"/>
                                          </p:stCondLst>
                                        </p:cTn>
                                        <p:tgtEl>
                                          <p:spTgt spid="54"/>
                                        </p:tgtEl>
                                        <p:attrNameLst>
                                          <p:attrName>style.visibility</p:attrName>
                                        </p:attrNameLst>
                                      </p:cBhvr>
                                      <p:to>
                                        <p:strVal val="visible"/>
                                      </p:to>
                                    </p:set>
                                    <p:anim calcmode="lin" valueType="num">
                                      <p:cBhvr>
                                        <p:cTn id="55" dur="1000" fill="hold"/>
                                        <p:tgtEl>
                                          <p:spTgt spid="54"/>
                                        </p:tgtEl>
                                        <p:attrNameLst>
                                          <p:attrName>ppt_w</p:attrName>
                                        </p:attrNameLst>
                                      </p:cBhvr>
                                      <p:tavLst>
                                        <p:tav tm="0">
                                          <p:val>
                                            <p:fltVal val="0"/>
                                          </p:val>
                                        </p:tav>
                                        <p:tav tm="100000">
                                          <p:val>
                                            <p:strVal val="#ppt_w"/>
                                          </p:val>
                                        </p:tav>
                                      </p:tavLst>
                                    </p:anim>
                                    <p:anim calcmode="lin" valueType="num">
                                      <p:cBhvr>
                                        <p:cTn id="56" dur="1000" fill="hold"/>
                                        <p:tgtEl>
                                          <p:spTgt spid="54"/>
                                        </p:tgtEl>
                                        <p:attrNameLst>
                                          <p:attrName>ppt_h</p:attrName>
                                        </p:attrNameLst>
                                      </p:cBhvr>
                                      <p:tavLst>
                                        <p:tav tm="0">
                                          <p:val>
                                            <p:fltVal val="0"/>
                                          </p:val>
                                        </p:tav>
                                        <p:tav tm="100000">
                                          <p:val>
                                            <p:strVal val="#ppt_h"/>
                                          </p:val>
                                        </p:tav>
                                      </p:tavLst>
                                    </p:anim>
                                    <p:anim calcmode="lin" valueType="num">
                                      <p:cBhvr>
                                        <p:cTn id="57" dur="1000" fill="hold"/>
                                        <p:tgtEl>
                                          <p:spTgt spid="54"/>
                                        </p:tgtEl>
                                        <p:attrNameLst>
                                          <p:attrName>ppt_x</p:attrName>
                                        </p:attrNameLst>
                                      </p:cBhvr>
                                      <p:tavLst>
                                        <p:tav tm="0" fmla="#ppt_x+(cos(-2*pi*(1-$))*-#ppt_x-sin(-2*pi*(1-$))*(1-#ppt_y))*(1-$)">
                                          <p:val>
                                            <p:fltVal val="0"/>
                                          </p:val>
                                        </p:tav>
                                        <p:tav tm="100000">
                                          <p:val>
                                            <p:fltVal val="1"/>
                                          </p:val>
                                        </p:tav>
                                      </p:tavLst>
                                    </p:anim>
                                    <p:anim calcmode="lin" valueType="num">
                                      <p:cBhvr>
                                        <p:cTn id="58" dur="1000" fill="hold"/>
                                        <p:tgtEl>
                                          <p:spTgt spid="54"/>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59" fill="hold">
                      <p:stCondLst>
                        <p:cond delay="indefinite"/>
                      </p:stCondLst>
                      <p:childTnLst>
                        <p:par>
                          <p:cTn id="60" fill="hold">
                            <p:stCondLst>
                              <p:cond delay="0"/>
                            </p:stCondLst>
                            <p:childTnLst>
                              <p:par>
                                <p:cTn id="61" presetID="30" presetClass="entr" presetSubtype="0" fill="hold" nodeType="clickEffect">
                                  <p:stCondLst>
                                    <p:cond delay="0"/>
                                  </p:stCondLst>
                                  <p:childTnLst>
                                    <p:set>
                                      <p:cBhvr>
                                        <p:cTn id="62" dur="1" fill="hold">
                                          <p:stCondLst>
                                            <p:cond delay="0"/>
                                          </p:stCondLst>
                                        </p:cTn>
                                        <p:tgtEl>
                                          <p:spTgt spid="3"/>
                                        </p:tgtEl>
                                        <p:attrNameLst>
                                          <p:attrName>style.visibility</p:attrName>
                                        </p:attrNameLst>
                                      </p:cBhvr>
                                      <p:to>
                                        <p:strVal val="visible"/>
                                      </p:to>
                                    </p:set>
                                    <p:animEffect transition="in" filter="fade">
                                      <p:cBhvr>
                                        <p:cTn id="63" dur="800" decel="100000"/>
                                        <p:tgtEl>
                                          <p:spTgt spid="3"/>
                                        </p:tgtEl>
                                      </p:cBhvr>
                                    </p:animEffect>
                                    <p:anim calcmode="lin" valueType="num">
                                      <p:cBhvr>
                                        <p:cTn id="64" dur="800" decel="100000" fill="hold"/>
                                        <p:tgtEl>
                                          <p:spTgt spid="3"/>
                                        </p:tgtEl>
                                        <p:attrNameLst>
                                          <p:attrName>style.rotation</p:attrName>
                                        </p:attrNameLst>
                                      </p:cBhvr>
                                      <p:tavLst>
                                        <p:tav tm="0">
                                          <p:val>
                                            <p:fltVal val="-90"/>
                                          </p:val>
                                        </p:tav>
                                        <p:tav tm="100000">
                                          <p:val>
                                            <p:fltVal val="0"/>
                                          </p:val>
                                        </p:tav>
                                      </p:tavLst>
                                    </p:anim>
                                    <p:anim calcmode="lin" valueType="num">
                                      <p:cBhvr>
                                        <p:cTn id="65" dur="800" decel="100000" fill="hold"/>
                                        <p:tgtEl>
                                          <p:spTgt spid="3"/>
                                        </p:tgtEl>
                                        <p:attrNameLst>
                                          <p:attrName>ppt_x</p:attrName>
                                        </p:attrNameLst>
                                      </p:cBhvr>
                                      <p:tavLst>
                                        <p:tav tm="0">
                                          <p:val>
                                            <p:strVal val="#ppt_x+0.4"/>
                                          </p:val>
                                        </p:tav>
                                        <p:tav tm="100000">
                                          <p:val>
                                            <p:strVal val="#ppt_x-0.05"/>
                                          </p:val>
                                        </p:tav>
                                      </p:tavLst>
                                    </p:anim>
                                    <p:anim calcmode="lin" valueType="num">
                                      <p:cBhvr>
                                        <p:cTn id="66" dur="800" decel="100000" fill="hold"/>
                                        <p:tgtEl>
                                          <p:spTgt spid="3"/>
                                        </p:tgtEl>
                                        <p:attrNameLst>
                                          <p:attrName>ppt_y</p:attrName>
                                        </p:attrNameLst>
                                      </p:cBhvr>
                                      <p:tavLst>
                                        <p:tav tm="0">
                                          <p:val>
                                            <p:strVal val="#ppt_y-0.4"/>
                                          </p:val>
                                        </p:tav>
                                        <p:tav tm="100000">
                                          <p:val>
                                            <p:strVal val="#ppt_y+0.1"/>
                                          </p:val>
                                        </p:tav>
                                      </p:tavLst>
                                    </p:anim>
                                    <p:anim calcmode="lin" valueType="num">
                                      <p:cBhvr>
                                        <p:cTn id="67" dur="200" accel="100000" fill="hold">
                                          <p:stCondLst>
                                            <p:cond delay="800"/>
                                          </p:stCondLst>
                                        </p:cTn>
                                        <p:tgtEl>
                                          <p:spTgt spid="3"/>
                                        </p:tgtEl>
                                        <p:attrNameLst>
                                          <p:attrName>ppt_x</p:attrName>
                                        </p:attrNameLst>
                                      </p:cBhvr>
                                      <p:tavLst>
                                        <p:tav tm="0">
                                          <p:val>
                                            <p:strVal val="#ppt_x-0.05"/>
                                          </p:val>
                                        </p:tav>
                                        <p:tav tm="100000">
                                          <p:val>
                                            <p:strVal val="#ppt_x"/>
                                          </p:val>
                                        </p:tav>
                                      </p:tavLst>
                                    </p:anim>
                                    <p:anim calcmode="lin" valueType="num">
                                      <p:cBhvr>
                                        <p:cTn id="68" dur="200" accel="100000" fill="hold">
                                          <p:stCondLst>
                                            <p:cond delay="800"/>
                                          </p:stCondLst>
                                        </p:cTn>
                                        <p:tgtEl>
                                          <p:spTgt spid="3"/>
                                        </p:tgtEl>
                                        <p:attrNameLst>
                                          <p:attrName>ppt_y</p:attrName>
                                        </p:attrNameLst>
                                      </p:cBhvr>
                                      <p:tavLst>
                                        <p:tav tm="0">
                                          <p:val>
                                            <p:strVal val="#ppt_y+0.1"/>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16" presetClass="entr" presetSubtype="21" fill="hold" nodeType="clickEffect">
                                  <p:stCondLst>
                                    <p:cond delay="0"/>
                                  </p:stCondLst>
                                  <p:childTnLst>
                                    <p:set>
                                      <p:cBhvr>
                                        <p:cTn id="72" dur="1" fill="hold">
                                          <p:stCondLst>
                                            <p:cond delay="0"/>
                                          </p:stCondLst>
                                        </p:cTn>
                                        <p:tgtEl>
                                          <p:spTgt spid="58"/>
                                        </p:tgtEl>
                                        <p:attrNameLst>
                                          <p:attrName>style.visibility</p:attrName>
                                        </p:attrNameLst>
                                      </p:cBhvr>
                                      <p:to>
                                        <p:strVal val="visible"/>
                                      </p:to>
                                    </p:set>
                                    <p:animEffect transition="in" filter="barn(inVertical)">
                                      <p:cBhvr>
                                        <p:cTn id="73" dur="500"/>
                                        <p:tgtEl>
                                          <p:spTgt spid="58"/>
                                        </p:tgtEl>
                                      </p:cBhvr>
                                    </p:animEffect>
                                  </p:childTnLst>
                                </p:cTn>
                              </p:par>
                            </p:childTnLst>
                          </p:cTn>
                        </p:par>
                      </p:childTnLst>
                    </p:cTn>
                  </p:par>
                  <p:par>
                    <p:cTn id="74" fill="hold">
                      <p:stCondLst>
                        <p:cond delay="indefinite"/>
                      </p:stCondLst>
                      <p:childTnLst>
                        <p:par>
                          <p:cTn id="75" fill="hold">
                            <p:stCondLst>
                              <p:cond delay="0"/>
                            </p:stCondLst>
                            <p:childTnLst>
                              <p:par>
                                <p:cTn id="76" presetID="2" presetClass="entr" presetSubtype="4" fill="hold" grpId="0" nodeType="clickEffect">
                                  <p:stCondLst>
                                    <p:cond delay="0"/>
                                  </p:stCondLst>
                                  <p:childTnLst>
                                    <p:set>
                                      <p:cBhvr>
                                        <p:cTn id="77" dur="1" fill="hold">
                                          <p:stCondLst>
                                            <p:cond delay="0"/>
                                          </p:stCondLst>
                                        </p:cTn>
                                        <p:tgtEl>
                                          <p:spTgt spid="57"/>
                                        </p:tgtEl>
                                        <p:attrNameLst>
                                          <p:attrName>style.visibility</p:attrName>
                                        </p:attrNameLst>
                                      </p:cBhvr>
                                      <p:to>
                                        <p:strVal val="visible"/>
                                      </p:to>
                                    </p:set>
                                    <p:anim calcmode="lin" valueType="num">
                                      <p:cBhvr additive="base">
                                        <p:cTn id="78" dur="500" fill="hold"/>
                                        <p:tgtEl>
                                          <p:spTgt spid="57"/>
                                        </p:tgtEl>
                                        <p:attrNameLst>
                                          <p:attrName>ppt_x</p:attrName>
                                        </p:attrNameLst>
                                      </p:cBhvr>
                                      <p:tavLst>
                                        <p:tav tm="0">
                                          <p:val>
                                            <p:strVal val="#ppt_x"/>
                                          </p:val>
                                        </p:tav>
                                        <p:tav tm="100000">
                                          <p:val>
                                            <p:strVal val="#ppt_x"/>
                                          </p:val>
                                        </p:tav>
                                      </p:tavLst>
                                    </p:anim>
                                    <p:anim calcmode="lin" valueType="num">
                                      <p:cBhvr additive="base">
                                        <p:cTn id="79" dur="500" fill="hold"/>
                                        <p:tgtEl>
                                          <p:spTgt spid="57"/>
                                        </p:tgtEl>
                                        <p:attrNameLst>
                                          <p:attrName>ppt_y</p:attrName>
                                        </p:attrNameLst>
                                      </p:cBhvr>
                                      <p:tavLst>
                                        <p:tav tm="0">
                                          <p:val>
                                            <p:strVal val="1+#ppt_h/2"/>
                                          </p:val>
                                        </p:tav>
                                        <p:tav tm="100000">
                                          <p:val>
                                            <p:strVal val="#ppt_y"/>
                                          </p:val>
                                        </p:tav>
                                      </p:tavLst>
                                    </p:anim>
                                  </p:childTnLst>
                                </p:cTn>
                              </p:par>
                              <p:par>
                                <p:cTn id="80" presetID="2" presetClass="entr" presetSubtype="1" fill="hold" grpId="0" nodeType="withEffect">
                                  <p:stCondLst>
                                    <p:cond delay="0"/>
                                  </p:stCondLst>
                                  <p:childTnLst>
                                    <p:set>
                                      <p:cBhvr>
                                        <p:cTn id="81" dur="1" fill="hold">
                                          <p:stCondLst>
                                            <p:cond delay="0"/>
                                          </p:stCondLst>
                                        </p:cTn>
                                        <p:tgtEl>
                                          <p:spTgt spid="59"/>
                                        </p:tgtEl>
                                        <p:attrNameLst>
                                          <p:attrName>style.visibility</p:attrName>
                                        </p:attrNameLst>
                                      </p:cBhvr>
                                      <p:to>
                                        <p:strVal val="visible"/>
                                      </p:to>
                                    </p:set>
                                    <p:anim calcmode="lin" valueType="num">
                                      <p:cBhvr additive="base">
                                        <p:cTn id="82" dur="500" fill="hold"/>
                                        <p:tgtEl>
                                          <p:spTgt spid="59"/>
                                        </p:tgtEl>
                                        <p:attrNameLst>
                                          <p:attrName>ppt_x</p:attrName>
                                        </p:attrNameLst>
                                      </p:cBhvr>
                                      <p:tavLst>
                                        <p:tav tm="0">
                                          <p:val>
                                            <p:strVal val="#ppt_x"/>
                                          </p:val>
                                        </p:tav>
                                        <p:tav tm="100000">
                                          <p:val>
                                            <p:strVal val="#ppt_x"/>
                                          </p:val>
                                        </p:tav>
                                      </p:tavLst>
                                    </p:anim>
                                    <p:anim calcmode="lin" valueType="num">
                                      <p:cBhvr additive="base">
                                        <p:cTn id="83" dur="500" fill="hold"/>
                                        <p:tgtEl>
                                          <p:spTgt spid="59"/>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4" grpId="0" animBg="1"/>
      <p:bldP spid="50" grpId="0" animBg="1"/>
      <p:bldP spid="53" grpId="0" animBg="1"/>
      <p:bldP spid="54" grpId="0" animBg="1"/>
      <p:bldP spid="55" grpId="0" animBg="1"/>
      <p:bldP spid="56" grpId="0" animBg="1"/>
      <p:bldP spid="56" grpId="1" animBg="1"/>
      <p:bldP spid="57" grpId="0"/>
      <p:bldP spid="59"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6" name="组合 75"/>
          <p:cNvGrpSpPr/>
          <p:nvPr/>
        </p:nvGrpSpPr>
        <p:grpSpPr>
          <a:xfrm>
            <a:off x="1" y="-2"/>
            <a:ext cx="12191999" cy="6858000"/>
            <a:chOff x="1" y="-2"/>
            <a:chExt cx="12191999" cy="6858000"/>
          </a:xfrm>
        </p:grpSpPr>
        <p:pic>
          <p:nvPicPr>
            <p:cNvPr id="77" name="图片 76"/>
            <p:cNvPicPr>
              <a:picLocks noChangeAspect="1"/>
            </p:cNvPicPr>
            <p:nvPr/>
          </p:nvPicPr>
          <p:blipFill>
            <a:blip r:embed="rId1">
              <a:extLst>
                <a:ext uri="{BEBA8EAE-BF5A-486C-A8C5-ECC9F3942E4B}">
                  <a14:imgProps xmlns:a14="http://schemas.microsoft.com/office/drawing/2010/main">
                    <a14:imgLayer r:embed="rId2">
                      <a14:imgEffect>
                        <a14:brightnessContrast contrast="40000"/>
                      </a14:imgEffect>
                      <a14:imgEffect>
                        <a14:saturation sat="400000"/>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1" y="-2"/>
              <a:ext cx="12191999" cy="6858000"/>
            </a:xfrm>
            <a:prstGeom prst="rect">
              <a:avLst/>
            </a:prstGeom>
          </p:spPr>
        </p:pic>
        <p:sp>
          <p:nvSpPr>
            <p:cNvPr id="78" name="矩形 77"/>
            <p:cNvSpPr/>
            <p:nvPr/>
          </p:nvSpPr>
          <p:spPr>
            <a:xfrm>
              <a:off x="250371" y="267786"/>
              <a:ext cx="11691258" cy="632242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lumMod val="75000"/>
                    <a:lumOff val="25000"/>
                  </a:schemeClr>
                </a:solidFill>
                <a:latin typeface="思源黑体" panose="020B0500000000000000" pitchFamily="34" charset="-122"/>
                <a:ea typeface="思源黑体" panose="020B0500000000000000" pitchFamily="34" charset="-122"/>
              </a:endParaRPr>
            </a:p>
          </p:txBody>
        </p:sp>
      </p:grpSp>
      <p:grpSp>
        <p:nvGrpSpPr>
          <p:cNvPr id="6" name="组合 5"/>
          <p:cNvGrpSpPr/>
          <p:nvPr/>
        </p:nvGrpSpPr>
        <p:grpSpPr>
          <a:xfrm>
            <a:off x="942702" y="876582"/>
            <a:ext cx="2483440" cy="677108"/>
            <a:chOff x="250371" y="432445"/>
            <a:chExt cx="2483440" cy="677108"/>
          </a:xfrm>
        </p:grpSpPr>
        <p:sp>
          <p:nvSpPr>
            <p:cNvPr id="58" name="1"/>
            <p:cNvSpPr/>
            <p:nvPr/>
          </p:nvSpPr>
          <p:spPr>
            <a:xfrm flipV="1">
              <a:off x="250371" y="503428"/>
              <a:ext cx="144000" cy="527747"/>
            </a:xfrm>
            <a:prstGeom prst="rect">
              <a:avLst/>
            </a:prstGeom>
            <a:solidFill>
              <a:srgbClr val="587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panose="020B0500000000000000" pitchFamily="34" charset="-122"/>
                <a:ea typeface="思源黑体" panose="020B0500000000000000" pitchFamily="34" charset="-122"/>
              </a:endParaRPr>
            </a:p>
          </p:txBody>
        </p:sp>
        <p:sp>
          <p:nvSpPr>
            <p:cNvPr id="63" name="文本框 62"/>
            <p:cNvSpPr txBox="1"/>
            <p:nvPr/>
          </p:nvSpPr>
          <p:spPr>
            <a:xfrm>
              <a:off x="468735" y="432445"/>
              <a:ext cx="2265076" cy="523220"/>
            </a:xfrm>
            <a:prstGeom prst="rect">
              <a:avLst/>
            </a:prstGeom>
            <a:noFill/>
          </p:spPr>
          <p:txBody>
            <a:bodyPr wrap="square" rtlCol="0">
              <a:spAutoFit/>
            </a:bodyPr>
            <a:lstStyle/>
            <a:p>
              <a:r>
                <a:rPr lang="en-US" altLang="zh-CN" sz="2800" b="1" dirty="0">
                  <a:solidFill>
                    <a:srgbClr val="2E5596"/>
                  </a:solidFill>
                  <a:latin typeface="思源黑体" panose="020B0500000000000000" pitchFamily="34" charset="-122"/>
                  <a:ea typeface="思源黑体" panose="020B0500000000000000" pitchFamily="34" charset="-122"/>
                </a:rPr>
                <a:t>05/</a:t>
              </a:r>
              <a:r>
                <a:rPr lang="zh-CN" altLang="en-US" sz="2800" b="1" dirty="0">
                  <a:solidFill>
                    <a:srgbClr val="2E5596"/>
                  </a:solidFill>
                  <a:latin typeface="思源黑体" panose="020B0500000000000000" pitchFamily="34" charset="-122"/>
                  <a:ea typeface="思源黑体" panose="020B0500000000000000" pitchFamily="34" charset="-122"/>
                </a:rPr>
                <a:t>工作计划</a:t>
              </a:r>
              <a:endParaRPr lang="zh-CN" altLang="en-US" sz="2800" b="1" dirty="0">
                <a:solidFill>
                  <a:srgbClr val="2E5596"/>
                </a:solidFill>
                <a:latin typeface="思源黑体" panose="020B0500000000000000" pitchFamily="34" charset="-122"/>
                <a:ea typeface="思源黑体" panose="020B0500000000000000" pitchFamily="34" charset="-122"/>
              </a:endParaRPr>
            </a:p>
          </p:txBody>
        </p:sp>
        <p:sp>
          <p:nvSpPr>
            <p:cNvPr id="64" name="文本框 63"/>
            <p:cNvSpPr txBox="1"/>
            <p:nvPr/>
          </p:nvSpPr>
          <p:spPr>
            <a:xfrm>
              <a:off x="468735" y="801776"/>
              <a:ext cx="2265076" cy="307777"/>
            </a:xfrm>
            <a:prstGeom prst="rect">
              <a:avLst/>
            </a:prstGeom>
            <a:noFill/>
          </p:spPr>
          <p:txBody>
            <a:bodyPr wrap="square" rtlCol="0">
              <a:spAutoFit/>
            </a:bodyPr>
            <a:lstStyle/>
            <a:p>
              <a:r>
                <a:rPr lang="en-US" altLang="zh-CN" sz="1400" dirty="0">
                  <a:solidFill>
                    <a:schemeClr val="tx1">
                      <a:lumMod val="65000"/>
                      <a:lumOff val="35000"/>
                    </a:schemeClr>
                  </a:solidFill>
                  <a:latin typeface="思源黑体" panose="020B0500000000000000" pitchFamily="34" charset="-122"/>
                  <a:ea typeface="思源黑体" panose="020B0500000000000000" pitchFamily="34" charset="-122"/>
                </a:rPr>
                <a:t>Mid year work summary</a:t>
              </a:r>
              <a:endParaRPr lang="en-US" altLang="zh-CN" sz="1400" dirty="0">
                <a:solidFill>
                  <a:schemeClr val="tx1">
                    <a:lumMod val="65000"/>
                    <a:lumOff val="35000"/>
                  </a:schemeClr>
                </a:solidFill>
                <a:latin typeface="思源黑体" panose="020B0500000000000000" pitchFamily="34" charset="-122"/>
                <a:ea typeface="思源黑体" panose="020B0500000000000000" pitchFamily="34" charset="-122"/>
              </a:endParaRPr>
            </a:p>
          </p:txBody>
        </p:sp>
      </p:grpSp>
      <p:grpSp>
        <p:nvGrpSpPr>
          <p:cNvPr id="2" name="组合 1"/>
          <p:cNvGrpSpPr/>
          <p:nvPr/>
        </p:nvGrpSpPr>
        <p:grpSpPr>
          <a:xfrm>
            <a:off x="1273197" y="2463719"/>
            <a:ext cx="3183654" cy="2795492"/>
            <a:chOff x="1273197" y="2463719"/>
            <a:chExt cx="3183654" cy="2795492"/>
          </a:xfrm>
        </p:grpSpPr>
        <p:sp>
          <p:nvSpPr>
            <p:cNvPr id="81" name="TextBox 7"/>
            <p:cNvSpPr txBox="1"/>
            <p:nvPr/>
          </p:nvSpPr>
          <p:spPr>
            <a:xfrm>
              <a:off x="1277941" y="2979663"/>
              <a:ext cx="2031325" cy="830997"/>
            </a:xfrm>
            <a:prstGeom prst="rect">
              <a:avLst/>
            </a:prstGeom>
            <a:noFill/>
          </p:spPr>
          <p:txBody>
            <a:bodyPr wrap="none" rtlCol="0">
              <a:spAutoFit/>
            </a:bodyPr>
            <a:lstStyle/>
            <a:p>
              <a:pPr algn="l"/>
              <a:r>
                <a:rPr lang="zh-CN" altLang="en-US" sz="2400" b="1" dirty="0">
                  <a:solidFill>
                    <a:schemeClr val="tx1">
                      <a:lumMod val="75000"/>
                      <a:lumOff val="25000"/>
                    </a:schemeClr>
                  </a:solidFill>
                  <a:latin typeface="思源黑体" panose="020B0500000000000000" pitchFamily="34" charset="-122"/>
                  <a:ea typeface="思源黑体" panose="020B0500000000000000" pitchFamily="34" charset="-122"/>
                </a:rPr>
                <a:t>在这添加</a:t>
              </a:r>
              <a:endParaRPr lang="en-US" altLang="zh-CN" sz="2400" b="1" dirty="0">
                <a:solidFill>
                  <a:schemeClr val="tx1">
                    <a:lumMod val="75000"/>
                    <a:lumOff val="25000"/>
                  </a:schemeClr>
                </a:solidFill>
                <a:latin typeface="思源黑体" panose="020B0500000000000000" pitchFamily="34" charset="-122"/>
                <a:ea typeface="思源黑体" panose="020B0500000000000000" pitchFamily="34" charset="-122"/>
              </a:endParaRPr>
            </a:p>
            <a:p>
              <a:pPr algn="l"/>
              <a:r>
                <a:rPr lang="zh-CN" altLang="en-US" sz="2400" b="1" dirty="0">
                  <a:solidFill>
                    <a:schemeClr val="tx1">
                      <a:lumMod val="75000"/>
                      <a:lumOff val="25000"/>
                    </a:schemeClr>
                  </a:solidFill>
                  <a:latin typeface="思源黑体" panose="020B0500000000000000" pitchFamily="34" charset="-122"/>
                  <a:ea typeface="思源黑体" panose="020B0500000000000000" pitchFamily="34" charset="-122"/>
                </a:rPr>
                <a:t>页面标题内容</a:t>
              </a:r>
              <a:endParaRPr lang="zh-CN" altLang="en-US" sz="2400" b="1" dirty="0">
                <a:solidFill>
                  <a:schemeClr val="tx1">
                    <a:lumMod val="75000"/>
                    <a:lumOff val="25000"/>
                  </a:schemeClr>
                </a:solidFill>
                <a:latin typeface="思源黑体" panose="020B0500000000000000" pitchFamily="34" charset="-122"/>
                <a:ea typeface="思源黑体" panose="020B0500000000000000" pitchFamily="34" charset="-122"/>
              </a:endParaRPr>
            </a:p>
          </p:txBody>
        </p:sp>
        <p:sp>
          <p:nvSpPr>
            <p:cNvPr id="82" name="Google Shape;86;p19"/>
            <p:cNvSpPr txBox="1"/>
            <p:nvPr/>
          </p:nvSpPr>
          <p:spPr>
            <a:xfrm>
              <a:off x="1273197" y="2463719"/>
              <a:ext cx="3183654" cy="310226"/>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b="0" i="0" u="none" strike="noStrike" cap="none" dirty="0">
                  <a:solidFill>
                    <a:schemeClr val="tx1">
                      <a:lumMod val="75000"/>
                      <a:lumOff val="25000"/>
                    </a:schemeClr>
                  </a:solidFill>
                  <a:latin typeface="思源黑体" panose="020B0500000000000000" pitchFamily="34" charset="-122"/>
                  <a:ea typeface="思源黑体" panose="020B0500000000000000" pitchFamily="34" charset="-122"/>
                  <a:cs typeface="Lato"/>
                  <a:sym typeface="Lato"/>
                </a:rPr>
                <a:t>YOUR TITLE HERE</a:t>
              </a:r>
              <a:endParaRPr sz="2000" b="0" i="0" u="none" strike="noStrike" cap="none" dirty="0">
                <a:solidFill>
                  <a:schemeClr val="tx1">
                    <a:lumMod val="75000"/>
                    <a:lumOff val="25000"/>
                  </a:schemeClr>
                </a:solidFill>
                <a:latin typeface="思源黑体" panose="020B0500000000000000" pitchFamily="34" charset="-122"/>
                <a:ea typeface="思源黑体" panose="020B0500000000000000" pitchFamily="34" charset="-122"/>
                <a:cs typeface="Lato"/>
                <a:sym typeface="Lato"/>
              </a:endParaRPr>
            </a:p>
          </p:txBody>
        </p:sp>
        <p:sp>
          <p:nvSpPr>
            <p:cNvPr id="83" name="TextBox 24"/>
            <p:cNvSpPr txBox="1"/>
            <p:nvPr/>
          </p:nvSpPr>
          <p:spPr>
            <a:xfrm>
              <a:off x="1340745" y="3911871"/>
              <a:ext cx="2827635" cy="1347340"/>
            </a:xfrm>
            <a:prstGeom prst="rect">
              <a:avLst/>
            </a:prstGeom>
            <a:noFill/>
          </p:spPr>
          <p:txBody>
            <a:bodyPr wrap="square" lIns="91423" tIns="45712" rIns="91423" bIns="45712" rtlCol="0">
              <a:spAutoFit/>
            </a:bodyPr>
            <a:lstStyle/>
            <a:p>
              <a:pPr marL="0" marR="0" lvl="0" indent="0" algn="l" defTabSz="1217930" rtl="0" eaLnBrk="1" fontAlgn="auto" latinLnBrk="0" hangingPunct="1">
                <a:lnSpc>
                  <a:spcPts val="2000"/>
                </a:lnSpc>
                <a:spcBef>
                  <a:spcPts val="0"/>
                </a:spcBef>
                <a:spcAft>
                  <a:spcPts val="0"/>
                </a:spcAft>
                <a:buClrTx/>
                <a:buSzTx/>
                <a:buFontTx/>
                <a:buNone/>
                <a:defRPr/>
              </a:pPr>
              <a:r>
                <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sym typeface="FZHei-B01S" panose="02010601030101010101" pitchFamily="2" charset="-122"/>
                </a:rPr>
                <a:t>请在此处添加具体内容，文字尽量言简意赅，简单说明即可，不必过于繁琐，注意板面美观度。请在此处添加具体内容，文字尽量言简意赅，简单说明即可，不必过于繁琐，注意板面美观度。</a:t>
              </a:r>
              <a:endParaRPr kumimoji="0" lang="zh-CN" altLang="en-US" sz="1200" b="0" i="0" u="none" strike="noStrike" kern="1200" cap="none" spc="0" normalizeH="0" baseline="0" noProof="0" dirty="0">
                <a:ln>
                  <a:noFill/>
                </a:ln>
                <a:solidFill>
                  <a:schemeClr val="tx1">
                    <a:lumMod val="75000"/>
                    <a:lumOff val="25000"/>
                  </a:schemeClr>
                </a:solidFill>
                <a:effectLst/>
                <a:uLnTx/>
                <a:uFillTx/>
                <a:latin typeface="思源黑体" panose="020B0500000000000000" pitchFamily="34" charset="-122"/>
                <a:ea typeface="思源黑体" panose="020B0500000000000000" pitchFamily="34" charset="-122"/>
                <a:sym typeface="FZHei-B01S" panose="02010601030101010101" pitchFamily="2" charset="-122"/>
              </a:endParaRPr>
            </a:p>
          </p:txBody>
        </p:sp>
      </p:grpSp>
      <p:grpSp>
        <p:nvGrpSpPr>
          <p:cNvPr id="5" name="组合 4"/>
          <p:cNvGrpSpPr/>
          <p:nvPr/>
        </p:nvGrpSpPr>
        <p:grpSpPr>
          <a:xfrm>
            <a:off x="4789135" y="4568276"/>
            <a:ext cx="2582737" cy="1152561"/>
            <a:chOff x="4789135" y="4568276"/>
            <a:chExt cx="2582737" cy="1152561"/>
          </a:xfrm>
        </p:grpSpPr>
        <p:sp>
          <p:nvSpPr>
            <p:cNvPr id="79" name="Rectangle 29"/>
            <p:cNvSpPr/>
            <p:nvPr/>
          </p:nvSpPr>
          <p:spPr>
            <a:xfrm>
              <a:off x="5464649" y="4889519"/>
              <a:ext cx="1907223" cy="831318"/>
            </a:xfrm>
            <a:prstGeom prst="rect">
              <a:avLst/>
            </a:prstGeom>
          </p:spPr>
          <p:txBody>
            <a:bodyPr wrap="square">
              <a:spAutoFit/>
            </a:bodyPr>
            <a:lstStyle/>
            <a:p>
              <a:pPr lvl="0" algn="l">
                <a:lnSpc>
                  <a:spcPts val="2000"/>
                </a:lnSpc>
                <a:defRPr/>
              </a:pPr>
              <a:r>
                <a:rPr lang="zh-CN" altLang="en-US" sz="1100" dirty="0">
                  <a:solidFill>
                    <a:schemeClr val="tx1">
                      <a:lumMod val="75000"/>
                      <a:lumOff val="25000"/>
                    </a:schemeClr>
                  </a:solidFill>
                  <a:latin typeface="思源黑体" panose="020B0500000000000000" pitchFamily="34" charset="-122"/>
                  <a:ea typeface="思源黑体" panose="020B0500000000000000" pitchFamily="34" charset="-122"/>
                  <a:sym typeface="FZHei-B01S" panose="02010601030101010101" pitchFamily="2" charset="-122"/>
                </a:rPr>
                <a:t>请在此处添加具体内容，文字尽量言简意赅，简单说明即可，不必过于繁琐</a:t>
              </a:r>
              <a:endParaRPr lang="zh-CN" altLang="en-US" sz="1100" dirty="0">
                <a:solidFill>
                  <a:schemeClr val="tx1">
                    <a:lumMod val="75000"/>
                    <a:lumOff val="25000"/>
                  </a:schemeClr>
                </a:solidFill>
                <a:latin typeface="思源黑体" panose="020B0500000000000000" pitchFamily="34" charset="-122"/>
                <a:ea typeface="思源黑体" panose="020B0500000000000000" pitchFamily="34" charset="-122"/>
                <a:sym typeface="FZHei-B01S" panose="02010601030101010101" pitchFamily="2" charset="-122"/>
              </a:endParaRPr>
            </a:p>
          </p:txBody>
        </p:sp>
        <p:sp>
          <p:nvSpPr>
            <p:cNvPr id="80" name="Rectangle 30"/>
            <p:cNvSpPr/>
            <p:nvPr/>
          </p:nvSpPr>
          <p:spPr>
            <a:xfrm>
              <a:off x="5464649" y="4568276"/>
              <a:ext cx="1092141" cy="33718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b="1" noProof="0" dirty="0">
                  <a:ln>
                    <a:noFill/>
                  </a:ln>
                  <a:solidFill>
                    <a:schemeClr val="tx1">
                      <a:lumMod val="75000"/>
                      <a:lumOff val="25000"/>
                    </a:schemeClr>
                  </a:solidFill>
                  <a:effectLst/>
                  <a:uLnTx/>
                  <a:uFillTx/>
                  <a:latin typeface="思源黑体" panose="020B0500000000000000" pitchFamily="34" charset="-122"/>
                  <a:ea typeface="思源黑体" panose="020B0500000000000000" pitchFamily="34" charset="-122"/>
                  <a:cs typeface="Open Sans" pitchFamily="34" charset="0"/>
                  <a:sym typeface="+mn-ea"/>
                </a:rPr>
                <a:t>添加标题</a:t>
              </a:r>
              <a:endParaRPr kumimoji="0" lang="zh-CN" altLang="en-US" sz="1600" b="1" i="0" u="none" strike="noStrike" kern="1200" cap="none" spc="0" normalizeH="0" baseline="0" noProof="0" dirty="0">
                <a:ln>
                  <a:noFill/>
                </a:ln>
                <a:solidFill>
                  <a:schemeClr val="tx1">
                    <a:lumMod val="75000"/>
                    <a:lumOff val="25000"/>
                  </a:schemeClr>
                </a:solidFill>
                <a:effectLst/>
                <a:uLnTx/>
                <a:uFillTx/>
                <a:latin typeface="思源黑体" panose="020B0500000000000000" pitchFamily="34" charset="-122"/>
                <a:ea typeface="思源黑体" panose="020B0500000000000000" pitchFamily="34" charset="-122"/>
                <a:cs typeface="Open Sans" pitchFamily="34" charset="0"/>
                <a:sym typeface="+mn-ea"/>
              </a:endParaRPr>
            </a:p>
          </p:txBody>
        </p:sp>
        <p:grpSp>
          <p:nvGrpSpPr>
            <p:cNvPr id="85" name="Group 11"/>
            <p:cNvGrpSpPr/>
            <p:nvPr/>
          </p:nvGrpSpPr>
          <p:grpSpPr>
            <a:xfrm>
              <a:off x="4789135" y="4636274"/>
              <a:ext cx="516752" cy="516752"/>
              <a:chOff x="4732010" y="4200773"/>
              <a:chExt cx="573588" cy="573588"/>
            </a:xfrm>
            <a:effectLst>
              <a:outerShdw blurRad="254000" dist="63500" dir="2700000" algn="tl" rotWithShape="0">
                <a:prstClr val="black">
                  <a:alpha val="25000"/>
                </a:prstClr>
              </a:outerShdw>
            </a:effectLst>
          </p:grpSpPr>
          <p:sp>
            <p:nvSpPr>
              <p:cNvPr id="88" name="Rounded Rectangle 12"/>
              <p:cNvSpPr/>
              <p:nvPr/>
            </p:nvSpPr>
            <p:spPr>
              <a:xfrm>
                <a:off x="4732010" y="4200773"/>
                <a:ext cx="573588" cy="573588"/>
              </a:xfrm>
              <a:prstGeom prst="roundRect">
                <a:avLst>
                  <a:gd name="adj" fmla="val 50000"/>
                </a:avLst>
              </a:prstGeom>
              <a:solidFill>
                <a:srgbClr val="587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lumMod val="75000"/>
                      <a:lumOff val="25000"/>
                    </a:schemeClr>
                  </a:solidFill>
                  <a:latin typeface="思源黑体" panose="020B0500000000000000" pitchFamily="34" charset="-122"/>
                  <a:ea typeface="思源黑体" panose="020B0500000000000000" pitchFamily="34" charset="-122"/>
                </a:endParaRPr>
              </a:p>
            </p:txBody>
          </p:sp>
          <p:sp>
            <p:nvSpPr>
              <p:cNvPr id="89" name="Freeform 36"/>
              <p:cNvSpPr>
                <a:spLocks noChangeAspect="1" noChangeArrowheads="1"/>
              </p:cNvSpPr>
              <p:nvPr/>
            </p:nvSpPr>
            <p:spPr bwMode="auto">
              <a:xfrm>
                <a:off x="4877289" y="4285396"/>
                <a:ext cx="269400" cy="423196"/>
              </a:xfrm>
              <a:custGeom>
                <a:avLst/>
                <a:gdLst>
                  <a:gd name="T0" fmla="*/ 406 w 657"/>
                  <a:gd name="T1" fmla="*/ 947 h 1032"/>
                  <a:gd name="T2" fmla="*/ 333 w 657"/>
                  <a:gd name="T3" fmla="*/ 1031 h 1032"/>
                  <a:gd name="T4" fmla="*/ 250 w 657"/>
                  <a:gd name="T5" fmla="*/ 947 h 1032"/>
                  <a:gd name="T6" fmla="*/ 448 w 657"/>
                  <a:gd name="T7" fmla="*/ 916 h 1032"/>
                  <a:gd name="T8" fmla="*/ 198 w 657"/>
                  <a:gd name="T9" fmla="*/ 833 h 1032"/>
                  <a:gd name="T10" fmla="*/ 656 w 657"/>
                  <a:gd name="T11" fmla="*/ 333 h 1032"/>
                  <a:gd name="T12" fmla="*/ 562 w 657"/>
                  <a:gd name="T13" fmla="*/ 562 h 1032"/>
                  <a:gd name="T14" fmla="*/ 531 w 657"/>
                  <a:gd name="T15" fmla="*/ 635 h 1032"/>
                  <a:gd name="T16" fmla="*/ 500 w 657"/>
                  <a:gd name="T17" fmla="*/ 708 h 1032"/>
                  <a:gd name="T18" fmla="*/ 500 w 657"/>
                  <a:gd name="T19" fmla="*/ 729 h 1032"/>
                  <a:gd name="T20" fmla="*/ 166 w 657"/>
                  <a:gd name="T21" fmla="*/ 791 h 1032"/>
                  <a:gd name="T22" fmla="*/ 156 w 657"/>
                  <a:gd name="T23" fmla="*/ 708 h 1032"/>
                  <a:gd name="T24" fmla="*/ 135 w 657"/>
                  <a:gd name="T25" fmla="*/ 635 h 1032"/>
                  <a:gd name="T26" fmla="*/ 93 w 657"/>
                  <a:gd name="T27" fmla="*/ 552 h 1032"/>
                  <a:gd name="T28" fmla="*/ 0 w 657"/>
                  <a:gd name="T29" fmla="*/ 333 h 1032"/>
                  <a:gd name="T30" fmla="*/ 333 w 657"/>
                  <a:gd name="T31" fmla="*/ 0 h 1032"/>
                  <a:gd name="T32" fmla="*/ 656 w 657"/>
                  <a:gd name="T33" fmla="*/ 333 h 1032"/>
                  <a:gd name="T34" fmla="*/ 510 w 657"/>
                  <a:gd name="T35" fmla="*/ 156 h 1032"/>
                  <a:gd name="T36" fmla="*/ 156 w 657"/>
                  <a:gd name="T37" fmla="*/ 156 h 1032"/>
                  <a:gd name="T38" fmla="*/ 146 w 657"/>
                  <a:gd name="T39" fmla="*/ 499 h 1032"/>
                  <a:gd name="T40" fmla="*/ 166 w 657"/>
                  <a:gd name="T41" fmla="*/ 541 h 1032"/>
                  <a:gd name="T42" fmla="*/ 229 w 657"/>
                  <a:gd name="T43" fmla="*/ 666 h 1032"/>
                  <a:gd name="T44" fmla="*/ 427 w 657"/>
                  <a:gd name="T45" fmla="*/ 718 h 1032"/>
                  <a:gd name="T46" fmla="*/ 458 w 657"/>
                  <a:gd name="T47" fmla="*/ 604 h 1032"/>
                  <a:gd name="T48" fmla="*/ 510 w 657"/>
                  <a:gd name="T49" fmla="*/ 520 h 1032"/>
                  <a:gd name="T50" fmla="*/ 583 w 657"/>
                  <a:gd name="T51" fmla="*/ 333 h 1032"/>
                  <a:gd name="T52" fmla="*/ 354 w 657"/>
                  <a:gd name="T53" fmla="*/ 354 h 1032"/>
                  <a:gd name="T54" fmla="*/ 302 w 657"/>
                  <a:gd name="T55" fmla="*/ 354 h 1032"/>
                  <a:gd name="T56" fmla="*/ 239 w 657"/>
                  <a:gd name="T57" fmla="*/ 354 h 1032"/>
                  <a:gd name="T58" fmla="*/ 250 w 657"/>
                  <a:gd name="T59" fmla="*/ 499 h 1032"/>
                  <a:gd name="T60" fmla="*/ 302 w 657"/>
                  <a:gd name="T61" fmla="*/ 499 h 1032"/>
                  <a:gd name="T62" fmla="*/ 364 w 657"/>
                  <a:gd name="T63" fmla="*/ 499 h 1032"/>
                  <a:gd name="T64" fmla="*/ 416 w 657"/>
                  <a:gd name="T65" fmla="*/ 499 h 1032"/>
                  <a:gd name="T66" fmla="*/ 427 w 657"/>
                  <a:gd name="T67" fmla="*/ 354 h 1032"/>
                  <a:gd name="T68" fmla="*/ 385 w 657"/>
                  <a:gd name="T69" fmla="*/ 416 h 10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657" h="1032">
                    <a:moveTo>
                      <a:pt x="250" y="947"/>
                    </a:moveTo>
                    <a:cubicBezTo>
                      <a:pt x="406" y="947"/>
                      <a:pt x="406" y="947"/>
                      <a:pt x="406" y="947"/>
                    </a:cubicBezTo>
                    <a:cubicBezTo>
                      <a:pt x="406" y="968"/>
                      <a:pt x="396" y="989"/>
                      <a:pt x="385" y="1010"/>
                    </a:cubicBezTo>
                    <a:cubicBezTo>
                      <a:pt x="364" y="1020"/>
                      <a:pt x="354" y="1031"/>
                      <a:pt x="333" y="1031"/>
                    </a:cubicBezTo>
                    <a:cubicBezTo>
                      <a:pt x="312" y="1031"/>
                      <a:pt x="291" y="1020"/>
                      <a:pt x="281" y="1010"/>
                    </a:cubicBezTo>
                    <a:cubicBezTo>
                      <a:pt x="260" y="989"/>
                      <a:pt x="250" y="968"/>
                      <a:pt x="250" y="947"/>
                    </a:cubicBezTo>
                    <a:close/>
                    <a:moveTo>
                      <a:pt x="208" y="916"/>
                    </a:moveTo>
                    <a:cubicBezTo>
                      <a:pt x="448" y="916"/>
                      <a:pt x="448" y="916"/>
                      <a:pt x="448" y="916"/>
                    </a:cubicBezTo>
                    <a:cubicBezTo>
                      <a:pt x="458" y="833"/>
                      <a:pt x="458" y="833"/>
                      <a:pt x="458" y="833"/>
                    </a:cubicBezTo>
                    <a:cubicBezTo>
                      <a:pt x="198" y="833"/>
                      <a:pt x="198" y="833"/>
                      <a:pt x="198" y="833"/>
                    </a:cubicBezTo>
                    <a:lnTo>
                      <a:pt x="208" y="916"/>
                    </a:lnTo>
                    <a:close/>
                    <a:moveTo>
                      <a:pt x="656" y="333"/>
                    </a:moveTo>
                    <a:cubicBezTo>
                      <a:pt x="656" y="416"/>
                      <a:pt x="625" y="489"/>
                      <a:pt x="573" y="552"/>
                    </a:cubicBezTo>
                    <a:lnTo>
                      <a:pt x="562" y="562"/>
                    </a:lnTo>
                    <a:cubicBezTo>
                      <a:pt x="562" y="562"/>
                      <a:pt x="562" y="572"/>
                      <a:pt x="552" y="572"/>
                    </a:cubicBezTo>
                    <a:cubicBezTo>
                      <a:pt x="541" y="593"/>
                      <a:pt x="541" y="614"/>
                      <a:pt x="531" y="635"/>
                    </a:cubicBezTo>
                    <a:cubicBezTo>
                      <a:pt x="521" y="656"/>
                      <a:pt x="510" y="677"/>
                      <a:pt x="510" y="697"/>
                    </a:cubicBezTo>
                    <a:cubicBezTo>
                      <a:pt x="500" y="697"/>
                      <a:pt x="500" y="697"/>
                      <a:pt x="500" y="708"/>
                    </a:cubicBezTo>
                    <a:lnTo>
                      <a:pt x="500" y="718"/>
                    </a:lnTo>
                    <a:cubicBezTo>
                      <a:pt x="500" y="729"/>
                      <a:pt x="500" y="729"/>
                      <a:pt x="500" y="729"/>
                    </a:cubicBezTo>
                    <a:cubicBezTo>
                      <a:pt x="500" y="791"/>
                      <a:pt x="500" y="791"/>
                      <a:pt x="500" y="791"/>
                    </a:cubicBezTo>
                    <a:cubicBezTo>
                      <a:pt x="166" y="791"/>
                      <a:pt x="166" y="791"/>
                      <a:pt x="166" y="791"/>
                    </a:cubicBezTo>
                    <a:cubicBezTo>
                      <a:pt x="166" y="729"/>
                      <a:pt x="166" y="729"/>
                      <a:pt x="166" y="729"/>
                    </a:cubicBezTo>
                    <a:cubicBezTo>
                      <a:pt x="166" y="718"/>
                      <a:pt x="156" y="718"/>
                      <a:pt x="156" y="708"/>
                    </a:cubicBezTo>
                    <a:lnTo>
                      <a:pt x="156" y="697"/>
                    </a:lnTo>
                    <a:cubicBezTo>
                      <a:pt x="146" y="677"/>
                      <a:pt x="146" y="656"/>
                      <a:pt x="135" y="635"/>
                    </a:cubicBezTo>
                    <a:cubicBezTo>
                      <a:pt x="125" y="614"/>
                      <a:pt x="114" y="593"/>
                      <a:pt x="104" y="572"/>
                    </a:cubicBezTo>
                    <a:cubicBezTo>
                      <a:pt x="93" y="562"/>
                      <a:pt x="93" y="562"/>
                      <a:pt x="93" y="552"/>
                    </a:cubicBezTo>
                    <a:lnTo>
                      <a:pt x="83" y="552"/>
                    </a:lnTo>
                    <a:cubicBezTo>
                      <a:pt x="31" y="489"/>
                      <a:pt x="0" y="416"/>
                      <a:pt x="0" y="333"/>
                    </a:cubicBezTo>
                    <a:cubicBezTo>
                      <a:pt x="0" y="239"/>
                      <a:pt x="31" y="166"/>
                      <a:pt x="104" y="104"/>
                    </a:cubicBezTo>
                    <a:cubicBezTo>
                      <a:pt x="166" y="31"/>
                      <a:pt x="239" y="0"/>
                      <a:pt x="333" y="0"/>
                    </a:cubicBezTo>
                    <a:cubicBezTo>
                      <a:pt x="416" y="0"/>
                      <a:pt x="500" y="31"/>
                      <a:pt x="562" y="104"/>
                    </a:cubicBezTo>
                    <a:cubicBezTo>
                      <a:pt x="625" y="166"/>
                      <a:pt x="656" y="239"/>
                      <a:pt x="656" y="333"/>
                    </a:cubicBezTo>
                    <a:close/>
                    <a:moveTo>
                      <a:pt x="583" y="333"/>
                    </a:moveTo>
                    <a:cubicBezTo>
                      <a:pt x="583" y="260"/>
                      <a:pt x="562" y="198"/>
                      <a:pt x="510" y="156"/>
                    </a:cubicBezTo>
                    <a:cubicBezTo>
                      <a:pt x="458" y="104"/>
                      <a:pt x="396" y="83"/>
                      <a:pt x="333" y="83"/>
                    </a:cubicBezTo>
                    <a:cubicBezTo>
                      <a:pt x="260" y="83"/>
                      <a:pt x="198" y="104"/>
                      <a:pt x="156" y="156"/>
                    </a:cubicBezTo>
                    <a:cubicBezTo>
                      <a:pt x="104" y="198"/>
                      <a:pt x="73" y="260"/>
                      <a:pt x="73" y="333"/>
                    </a:cubicBezTo>
                    <a:cubicBezTo>
                      <a:pt x="73" y="396"/>
                      <a:pt x="93" y="448"/>
                      <a:pt x="146" y="499"/>
                    </a:cubicBezTo>
                    <a:cubicBezTo>
                      <a:pt x="146" y="499"/>
                      <a:pt x="146" y="510"/>
                      <a:pt x="156" y="510"/>
                    </a:cubicBezTo>
                    <a:cubicBezTo>
                      <a:pt x="156" y="520"/>
                      <a:pt x="166" y="531"/>
                      <a:pt x="166" y="541"/>
                    </a:cubicBezTo>
                    <a:cubicBezTo>
                      <a:pt x="177" y="562"/>
                      <a:pt x="187" y="583"/>
                      <a:pt x="198" y="604"/>
                    </a:cubicBezTo>
                    <a:cubicBezTo>
                      <a:pt x="208" y="624"/>
                      <a:pt x="218" y="645"/>
                      <a:pt x="229" y="666"/>
                    </a:cubicBezTo>
                    <a:cubicBezTo>
                      <a:pt x="229" y="697"/>
                      <a:pt x="239" y="708"/>
                      <a:pt x="239" y="718"/>
                    </a:cubicBezTo>
                    <a:cubicBezTo>
                      <a:pt x="427" y="718"/>
                      <a:pt x="427" y="718"/>
                      <a:pt x="427" y="718"/>
                    </a:cubicBezTo>
                    <a:cubicBezTo>
                      <a:pt x="427" y="708"/>
                      <a:pt x="427" y="697"/>
                      <a:pt x="437" y="666"/>
                    </a:cubicBezTo>
                    <a:cubicBezTo>
                      <a:pt x="437" y="645"/>
                      <a:pt x="448" y="624"/>
                      <a:pt x="458" y="604"/>
                    </a:cubicBezTo>
                    <a:cubicBezTo>
                      <a:pt x="468" y="583"/>
                      <a:pt x="479" y="562"/>
                      <a:pt x="489" y="541"/>
                    </a:cubicBezTo>
                    <a:cubicBezTo>
                      <a:pt x="489" y="531"/>
                      <a:pt x="500" y="520"/>
                      <a:pt x="510" y="520"/>
                    </a:cubicBezTo>
                    <a:cubicBezTo>
                      <a:pt x="510" y="510"/>
                      <a:pt x="510" y="499"/>
                      <a:pt x="521" y="499"/>
                    </a:cubicBezTo>
                    <a:cubicBezTo>
                      <a:pt x="562" y="448"/>
                      <a:pt x="583" y="396"/>
                      <a:pt x="583" y="333"/>
                    </a:cubicBezTo>
                    <a:close/>
                    <a:moveTo>
                      <a:pt x="385" y="416"/>
                    </a:moveTo>
                    <a:cubicBezTo>
                      <a:pt x="354" y="354"/>
                      <a:pt x="354" y="354"/>
                      <a:pt x="354" y="354"/>
                    </a:cubicBezTo>
                    <a:cubicBezTo>
                      <a:pt x="333" y="302"/>
                      <a:pt x="333" y="302"/>
                      <a:pt x="333" y="302"/>
                    </a:cubicBezTo>
                    <a:cubicBezTo>
                      <a:pt x="302" y="354"/>
                      <a:pt x="302" y="354"/>
                      <a:pt x="302" y="354"/>
                    </a:cubicBezTo>
                    <a:cubicBezTo>
                      <a:pt x="271" y="416"/>
                      <a:pt x="271" y="416"/>
                      <a:pt x="271" y="416"/>
                    </a:cubicBezTo>
                    <a:cubicBezTo>
                      <a:pt x="239" y="354"/>
                      <a:pt x="239" y="354"/>
                      <a:pt x="239" y="354"/>
                    </a:cubicBezTo>
                    <a:cubicBezTo>
                      <a:pt x="187" y="385"/>
                      <a:pt x="187" y="385"/>
                      <a:pt x="187" y="385"/>
                    </a:cubicBezTo>
                    <a:cubicBezTo>
                      <a:pt x="250" y="499"/>
                      <a:pt x="250" y="499"/>
                      <a:pt x="250" y="499"/>
                    </a:cubicBezTo>
                    <a:cubicBezTo>
                      <a:pt x="271" y="552"/>
                      <a:pt x="271" y="552"/>
                      <a:pt x="271" y="552"/>
                    </a:cubicBezTo>
                    <a:cubicBezTo>
                      <a:pt x="302" y="499"/>
                      <a:pt x="302" y="499"/>
                      <a:pt x="302" y="499"/>
                    </a:cubicBezTo>
                    <a:cubicBezTo>
                      <a:pt x="333" y="437"/>
                      <a:pt x="333" y="437"/>
                      <a:pt x="333" y="437"/>
                    </a:cubicBezTo>
                    <a:cubicBezTo>
                      <a:pt x="364" y="499"/>
                      <a:pt x="364" y="499"/>
                      <a:pt x="364" y="499"/>
                    </a:cubicBezTo>
                    <a:cubicBezTo>
                      <a:pt x="385" y="552"/>
                      <a:pt x="385" y="552"/>
                      <a:pt x="385" y="552"/>
                    </a:cubicBezTo>
                    <a:cubicBezTo>
                      <a:pt x="416" y="499"/>
                      <a:pt x="416" y="499"/>
                      <a:pt x="416" y="499"/>
                    </a:cubicBezTo>
                    <a:cubicBezTo>
                      <a:pt x="479" y="385"/>
                      <a:pt x="479" y="385"/>
                      <a:pt x="479" y="385"/>
                    </a:cubicBezTo>
                    <a:cubicBezTo>
                      <a:pt x="427" y="354"/>
                      <a:pt x="427" y="354"/>
                      <a:pt x="427" y="354"/>
                    </a:cubicBezTo>
                    <a:lnTo>
                      <a:pt x="385" y="416"/>
                    </a:lnTo>
                    <a:close/>
                    <a:moveTo>
                      <a:pt x="385" y="416"/>
                    </a:moveTo>
                    <a:lnTo>
                      <a:pt x="385" y="416"/>
                    </a:lnTo>
                    <a:close/>
                  </a:path>
                </a:pathLst>
              </a:custGeom>
              <a:solidFill>
                <a:schemeClr val="bg1"/>
              </a:solidFill>
              <a:ln>
                <a:noFill/>
              </a:ln>
              <a:effectLst/>
            </p:spPr>
            <p:txBody>
              <a:bodyPr wrap="none" lIns="182843" tIns="91422" rIns="182843" bIns="91422" anchor="ctr"/>
              <a:lstStyle/>
              <a:p>
                <a:pPr>
                  <a:defRPr/>
                </a:pPr>
                <a:endParaRPr lang="en-US" sz="2400" dirty="0">
                  <a:solidFill>
                    <a:schemeClr val="tx1">
                      <a:lumMod val="75000"/>
                      <a:lumOff val="25000"/>
                    </a:schemeClr>
                  </a:solidFill>
                  <a:latin typeface="思源黑体" panose="020B0500000000000000" pitchFamily="34" charset="-122"/>
                  <a:ea typeface="思源黑体" panose="020B0500000000000000" pitchFamily="34" charset="-122"/>
                </a:endParaRPr>
              </a:p>
            </p:txBody>
          </p:sp>
        </p:grpSp>
      </p:grpSp>
      <p:grpSp>
        <p:nvGrpSpPr>
          <p:cNvPr id="8" name="组合 7"/>
          <p:cNvGrpSpPr/>
          <p:nvPr/>
        </p:nvGrpSpPr>
        <p:grpSpPr>
          <a:xfrm>
            <a:off x="4847465" y="1626184"/>
            <a:ext cx="2524407" cy="1152561"/>
            <a:chOff x="4847465" y="1626184"/>
            <a:chExt cx="2524407" cy="1152561"/>
          </a:xfrm>
        </p:grpSpPr>
        <p:sp>
          <p:nvSpPr>
            <p:cNvPr id="72" name="Rectangle 29"/>
            <p:cNvSpPr/>
            <p:nvPr/>
          </p:nvSpPr>
          <p:spPr>
            <a:xfrm>
              <a:off x="5464649" y="1947427"/>
              <a:ext cx="1907223" cy="831318"/>
            </a:xfrm>
            <a:prstGeom prst="rect">
              <a:avLst/>
            </a:prstGeom>
          </p:spPr>
          <p:txBody>
            <a:bodyPr wrap="square">
              <a:spAutoFit/>
            </a:bodyPr>
            <a:lstStyle/>
            <a:p>
              <a:pPr lvl="0" algn="l">
                <a:lnSpc>
                  <a:spcPts val="2000"/>
                </a:lnSpc>
                <a:defRPr/>
              </a:pPr>
              <a:r>
                <a:rPr lang="zh-CN" altLang="en-US" sz="1100" dirty="0">
                  <a:solidFill>
                    <a:schemeClr val="tx1">
                      <a:lumMod val="75000"/>
                      <a:lumOff val="25000"/>
                    </a:schemeClr>
                  </a:solidFill>
                  <a:latin typeface="思源黑体" panose="020B0500000000000000" pitchFamily="34" charset="-122"/>
                  <a:ea typeface="思源黑体" panose="020B0500000000000000" pitchFamily="34" charset="-122"/>
                  <a:sym typeface="FZHei-B01S" panose="02010601030101010101" pitchFamily="2" charset="-122"/>
                </a:rPr>
                <a:t>请在此处添加具体内容，文字尽量言简意赅，简单说明即可，不必过于繁琐</a:t>
              </a:r>
              <a:endParaRPr lang="zh-CN" altLang="en-US" sz="1100" dirty="0">
                <a:solidFill>
                  <a:schemeClr val="tx1">
                    <a:lumMod val="75000"/>
                    <a:lumOff val="25000"/>
                  </a:schemeClr>
                </a:solidFill>
                <a:latin typeface="思源黑体" panose="020B0500000000000000" pitchFamily="34" charset="-122"/>
                <a:ea typeface="思源黑体" panose="020B0500000000000000" pitchFamily="34" charset="-122"/>
                <a:sym typeface="FZHei-B01S" panose="02010601030101010101" pitchFamily="2" charset="-122"/>
              </a:endParaRPr>
            </a:p>
          </p:txBody>
        </p:sp>
        <p:sp>
          <p:nvSpPr>
            <p:cNvPr id="73" name="Rectangle 30"/>
            <p:cNvSpPr/>
            <p:nvPr/>
          </p:nvSpPr>
          <p:spPr>
            <a:xfrm>
              <a:off x="5464649" y="1626184"/>
              <a:ext cx="1092141" cy="33718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b="1" noProof="0" dirty="0">
                  <a:ln>
                    <a:noFill/>
                  </a:ln>
                  <a:solidFill>
                    <a:schemeClr val="tx1">
                      <a:lumMod val="75000"/>
                      <a:lumOff val="25000"/>
                    </a:schemeClr>
                  </a:solidFill>
                  <a:effectLst/>
                  <a:uLnTx/>
                  <a:uFillTx/>
                  <a:latin typeface="思源黑体" panose="020B0500000000000000" pitchFamily="34" charset="-122"/>
                  <a:ea typeface="思源黑体" panose="020B0500000000000000" pitchFamily="34" charset="-122"/>
                  <a:cs typeface="Open Sans" pitchFamily="34" charset="0"/>
                  <a:sym typeface="+mn-ea"/>
                </a:rPr>
                <a:t>添加标题</a:t>
              </a:r>
              <a:endParaRPr kumimoji="0" lang="zh-CN" altLang="en-US" sz="1600" b="1" i="0" u="none" strike="noStrike" kern="1200" cap="none" spc="0" normalizeH="0" baseline="0" noProof="0" dirty="0">
                <a:ln>
                  <a:noFill/>
                </a:ln>
                <a:solidFill>
                  <a:schemeClr val="tx1">
                    <a:lumMod val="75000"/>
                    <a:lumOff val="25000"/>
                  </a:schemeClr>
                </a:solidFill>
                <a:effectLst/>
                <a:uLnTx/>
                <a:uFillTx/>
                <a:latin typeface="思源黑体" panose="020B0500000000000000" pitchFamily="34" charset="-122"/>
                <a:ea typeface="思源黑体" panose="020B0500000000000000" pitchFamily="34" charset="-122"/>
                <a:cs typeface="Open Sans" pitchFamily="34" charset="0"/>
                <a:sym typeface="+mn-ea"/>
              </a:endParaRPr>
            </a:p>
          </p:txBody>
        </p:sp>
        <p:grpSp>
          <p:nvGrpSpPr>
            <p:cNvPr id="91" name="Group 13"/>
            <p:cNvGrpSpPr/>
            <p:nvPr/>
          </p:nvGrpSpPr>
          <p:grpSpPr>
            <a:xfrm>
              <a:off x="4847465" y="1712087"/>
              <a:ext cx="516752" cy="516752"/>
              <a:chOff x="8298170" y="4200773"/>
              <a:chExt cx="573588" cy="573588"/>
            </a:xfrm>
            <a:effectLst>
              <a:outerShdw blurRad="254000" dist="63500" dir="2700000" algn="tl" rotWithShape="0">
                <a:prstClr val="black">
                  <a:alpha val="25000"/>
                </a:prstClr>
              </a:outerShdw>
            </a:effectLst>
          </p:grpSpPr>
          <p:sp>
            <p:nvSpPr>
              <p:cNvPr id="94" name="Rounded Rectangle 14"/>
              <p:cNvSpPr/>
              <p:nvPr/>
            </p:nvSpPr>
            <p:spPr>
              <a:xfrm>
                <a:off x="8298170" y="4200773"/>
                <a:ext cx="573588" cy="573588"/>
              </a:xfrm>
              <a:prstGeom prst="roundRect">
                <a:avLst>
                  <a:gd name="adj" fmla="val 50000"/>
                </a:avLst>
              </a:prstGeom>
              <a:solidFill>
                <a:srgbClr val="2E55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lumMod val="75000"/>
                      <a:lumOff val="25000"/>
                    </a:schemeClr>
                  </a:solidFill>
                  <a:latin typeface="思源黑体" panose="020B0500000000000000" pitchFamily="34" charset="-122"/>
                  <a:ea typeface="思源黑体" panose="020B0500000000000000" pitchFamily="34" charset="-122"/>
                </a:endParaRPr>
              </a:p>
            </p:txBody>
          </p:sp>
          <p:sp>
            <p:nvSpPr>
              <p:cNvPr id="95" name="AutoShape 66"/>
              <p:cNvSpPr>
                <a:spLocks noChangeAspect="1"/>
              </p:cNvSpPr>
              <p:nvPr/>
            </p:nvSpPr>
            <p:spPr bwMode="auto">
              <a:xfrm>
                <a:off x="8424717" y="4317850"/>
                <a:ext cx="339345" cy="339433"/>
              </a:xfrm>
              <a:custGeom>
                <a:avLst/>
                <a:gdLst>
                  <a:gd name="T0" fmla="*/ 10799 w 21598"/>
                  <a:gd name="T1" fmla="*/ 10800 h 21600"/>
                  <a:gd name="T2" fmla="*/ 10799 w 21598"/>
                  <a:gd name="T3" fmla="*/ 10800 h 21600"/>
                  <a:gd name="T4" fmla="*/ 10799 w 21598"/>
                  <a:gd name="T5" fmla="*/ 10800 h 21600"/>
                  <a:gd name="T6" fmla="*/ 10799 w 21598"/>
                  <a:gd name="T7" fmla="*/ 10800 h 21600"/>
                </a:gdLst>
                <a:ahLst/>
                <a:cxnLst>
                  <a:cxn ang="0">
                    <a:pos x="T0" y="T1"/>
                  </a:cxn>
                  <a:cxn ang="0">
                    <a:pos x="T2" y="T3"/>
                  </a:cxn>
                  <a:cxn ang="0">
                    <a:pos x="T4" y="T5"/>
                  </a:cxn>
                  <a:cxn ang="0">
                    <a:pos x="T6" y="T7"/>
                  </a:cxn>
                </a:cxnLst>
                <a:rect l="0" t="0" r="r" b="b"/>
                <a:pathLst>
                  <a:path w="21598" h="21600">
                    <a:moveTo>
                      <a:pt x="17537" y="12697"/>
                    </a:moveTo>
                    <a:lnTo>
                      <a:pt x="19798" y="9997"/>
                    </a:lnTo>
                    <a:lnTo>
                      <a:pt x="19798" y="17284"/>
                    </a:lnTo>
                    <a:cubicBezTo>
                      <a:pt x="19798" y="17874"/>
                      <a:pt x="19700" y="18429"/>
                      <a:pt x="19505" y="18949"/>
                    </a:cubicBezTo>
                    <a:cubicBezTo>
                      <a:pt x="19309" y="19469"/>
                      <a:pt x="19049" y="19928"/>
                      <a:pt x="18721" y="20321"/>
                    </a:cubicBezTo>
                    <a:cubicBezTo>
                      <a:pt x="18394" y="20715"/>
                      <a:pt x="18014" y="21027"/>
                      <a:pt x="17583" y="21256"/>
                    </a:cubicBezTo>
                    <a:cubicBezTo>
                      <a:pt x="17153" y="21485"/>
                      <a:pt x="16690" y="21599"/>
                      <a:pt x="16188" y="21599"/>
                    </a:cubicBezTo>
                    <a:lnTo>
                      <a:pt x="3595" y="21599"/>
                    </a:lnTo>
                    <a:cubicBezTo>
                      <a:pt x="3103" y="21599"/>
                      <a:pt x="2635" y="21485"/>
                      <a:pt x="2195" y="21256"/>
                    </a:cubicBezTo>
                    <a:cubicBezTo>
                      <a:pt x="1754" y="21027"/>
                      <a:pt x="1372" y="20715"/>
                      <a:pt x="1052" y="20321"/>
                    </a:cubicBezTo>
                    <a:cubicBezTo>
                      <a:pt x="734" y="19928"/>
                      <a:pt x="477" y="19469"/>
                      <a:pt x="286" y="18949"/>
                    </a:cubicBezTo>
                    <a:cubicBezTo>
                      <a:pt x="95" y="18429"/>
                      <a:pt x="0" y="17874"/>
                      <a:pt x="0" y="17284"/>
                    </a:cubicBezTo>
                    <a:lnTo>
                      <a:pt x="0" y="4315"/>
                    </a:lnTo>
                    <a:cubicBezTo>
                      <a:pt x="0" y="3722"/>
                      <a:pt x="95" y="3164"/>
                      <a:pt x="286" y="2632"/>
                    </a:cubicBezTo>
                    <a:cubicBezTo>
                      <a:pt x="477" y="2106"/>
                      <a:pt x="734" y="1645"/>
                      <a:pt x="1052" y="1263"/>
                    </a:cubicBezTo>
                    <a:cubicBezTo>
                      <a:pt x="1372" y="878"/>
                      <a:pt x="1754" y="572"/>
                      <a:pt x="2195" y="343"/>
                    </a:cubicBezTo>
                    <a:cubicBezTo>
                      <a:pt x="2635" y="114"/>
                      <a:pt x="3103" y="0"/>
                      <a:pt x="3595" y="0"/>
                    </a:cubicBezTo>
                    <a:lnTo>
                      <a:pt x="16188" y="0"/>
                    </a:lnTo>
                    <a:cubicBezTo>
                      <a:pt x="16401" y="0"/>
                      <a:pt x="16605" y="26"/>
                      <a:pt x="16798" y="82"/>
                    </a:cubicBezTo>
                    <a:lnTo>
                      <a:pt x="14608" y="2714"/>
                    </a:lnTo>
                    <a:lnTo>
                      <a:pt x="3595" y="2714"/>
                    </a:lnTo>
                    <a:cubicBezTo>
                      <a:pt x="3228" y="2714"/>
                      <a:pt x="2914" y="2867"/>
                      <a:pt x="2652" y="3184"/>
                    </a:cubicBezTo>
                    <a:cubicBezTo>
                      <a:pt x="2391" y="3496"/>
                      <a:pt x="2261" y="3875"/>
                      <a:pt x="2261" y="4315"/>
                    </a:cubicBezTo>
                    <a:lnTo>
                      <a:pt x="2261" y="17284"/>
                    </a:lnTo>
                    <a:cubicBezTo>
                      <a:pt x="2261" y="17724"/>
                      <a:pt x="2391" y="18101"/>
                      <a:pt x="2652" y="18412"/>
                    </a:cubicBezTo>
                    <a:cubicBezTo>
                      <a:pt x="2914" y="18729"/>
                      <a:pt x="3228" y="18888"/>
                      <a:pt x="3595" y="18888"/>
                    </a:cubicBezTo>
                    <a:lnTo>
                      <a:pt x="16188" y="18888"/>
                    </a:lnTo>
                    <a:cubicBezTo>
                      <a:pt x="16556" y="18888"/>
                      <a:pt x="16874" y="18729"/>
                      <a:pt x="17138" y="18412"/>
                    </a:cubicBezTo>
                    <a:cubicBezTo>
                      <a:pt x="17405" y="18101"/>
                      <a:pt x="17537" y="17724"/>
                      <a:pt x="17537" y="17284"/>
                    </a:cubicBezTo>
                    <a:lnTo>
                      <a:pt x="17537" y="12697"/>
                    </a:lnTo>
                    <a:close/>
                    <a:moveTo>
                      <a:pt x="21333" y="2796"/>
                    </a:moveTo>
                    <a:cubicBezTo>
                      <a:pt x="21514" y="3011"/>
                      <a:pt x="21599" y="3272"/>
                      <a:pt x="21597" y="3578"/>
                    </a:cubicBezTo>
                    <a:cubicBezTo>
                      <a:pt x="21592" y="3881"/>
                      <a:pt x="21504" y="4136"/>
                      <a:pt x="21333" y="4342"/>
                    </a:cubicBezTo>
                    <a:lnTo>
                      <a:pt x="13005" y="14346"/>
                    </a:lnTo>
                    <a:lnTo>
                      <a:pt x="11854" y="15721"/>
                    </a:lnTo>
                    <a:cubicBezTo>
                      <a:pt x="11676" y="15938"/>
                      <a:pt x="11458" y="16044"/>
                      <a:pt x="11206" y="16044"/>
                    </a:cubicBezTo>
                    <a:cubicBezTo>
                      <a:pt x="10951" y="16044"/>
                      <a:pt x="10733" y="15938"/>
                      <a:pt x="10555" y="15721"/>
                    </a:cubicBezTo>
                    <a:lnTo>
                      <a:pt x="9383" y="14346"/>
                    </a:lnTo>
                    <a:lnTo>
                      <a:pt x="4779" y="8787"/>
                    </a:lnTo>
                    <a:cubicBezTo>
                      <a:pt x="4600" y="8573"/>
                      <a:pt x="4507" y="8314"/>
                      <a:pt x="4507" y="8006"/>
                    </a:cubicBezTo>
                    <a:cubicBezTo>
                      <a:pt x="4507" y="7703"/>
                      <a:pt x="4600" y="7441"/>
                      <a:pt x="4779" y="7227"/>
                    </a:cubicBezTo>
                    <a:lnTo>
                      <a:pt x="5927" y="5846"/>
                    </a:lnTo>
                    <a:cubicBezTo>
                      <a:pt x="6106" y="5635"/>
                      <a:pt x="6323" y="5526"/>
                      <a:pt x="6578" y="5526"/>
                    </a:cubicBezTo>
                    <a:cubicBezTo>
                      <a:pt x="6830" y="5526"/>
                      <a:pt x="7043" y="5634"/>
                      <a:pt x="7214" y="5846"/>
                    </a:cubicBezTo>
                    <a:lnTo>
                      <a:pt x="11198" y="10632"/>
                    </a:lnTo>
                    <a:lnTo>
                      <a:pt x="18861" y="1404"/>
                    </a:lnTo>
                    <a:cubicBezTo>
                      <a:pt x="19040" y="1186"/>
                      <a:pt x="19262" y="1084"/>
                      <a:pt x="19524" y="1087"/>
                    </a:cubicBezTo>
                    <a:cubicBezTo>
                      <a:pt x="19786" y="1092"/>
                      <a:pt x="20001" y="1198"/>
                      <a:pt x="20173" y="1404"/>
                    </a:cubicBezTo>
                    <a:lnTo>
                      <a:pt x="21333" y="2796"/>
                    </a:lnTo>
                    <a:close/>
                  </a:path>
                </a:pathLst>
              </a:custGeom>
              <a:solidFill>
                <a:schemeClr val="bg1"/>
              </a:solidFill>
              <a:ln>
                <a:noFill/>
              </a:ln>
              <a:effectLst/>
            </p:spPr>
            <p:txBody>
              <a:bodyPr lIns="50789" tIns="50789" rIns="50789" bIns="50789" anchor="ctr"/>
              <a:lstStyle/>
              <a:p>
                <a:pPr defTabSz="457200">
                  <a:defRPr/>
                </a:pPr>
                <a:endParaRPr lang="es-ES" sz="3600" dirty="0">
                  <a:solidFill>
                    <a:schemeClr val="tx1">
                      <a:lumMod val="75000"/>
                      <a:lumOff val="25000"/>
                    </a:schemeClr>
                  </a:solidFill>
                  <a:effectLst>
                    <a:outerShdw blurRad="38100" dist="38100" dir="2700000" algn="tl">
                      <a:srgbClr val="000000"/>
                    </a:outerShdw>
                  </a:effectLst>
                  <a:latin typeface="思源黑体" panose="020B0500000000000000" pitchFamily="34" charset="-122"/>
                  <a:ea typeface="思源黑体" panose="020B0500000000000000" pitchFamily="34" charset="-122"/>
                  <a:cs typeface="Gill Sans" panose="020B0502020104020203" charset="0"/>
                  <a:sym typeface="Gill Sans" panose="020B0502020104020203" charset="0"/>
                </a:endParaRPr>
              </a:p>
            </p:txBody>
          </p:sp>
        </p:grpSp>
      </p:grpSp>
      <p:grpSp>
        <p:nvGrpSpPr>
          <p:cNvPr id="7" name="组合 6"/>
          <p:cNvGrpSpPr/>
          <p:nvPr/>
        </p:nvGrpSpPr>
        <p:grpSpPr>
          <a:xfrm>
            <a:off x="4789135" y="3073919"/>
            <a:ext cx="2582737" cy="1152561"/>
            <a:chOff x="4789135" y="3073919"/>
            <a:chExt cx="2582737" cy="1152561"/>
          </a:xfrm>
        </p:grpSpPr>
        <p:sp>
          <p:nvSpPr>
            <p:cNvPr id="74" name="Rectangle 29"/>
            <p:cNvSpPr/>
            <p:nvPr/>
          </p:nvSpPr>
          <p:spPr>
            <a:xfrm>
              <a:off x="5464649" y="3395162"/>
              <a:ext cx="1907223" cy="831318"/>
            </a:xfrm>
            <a:prstGeom prst="rect">
              <a:avLst/>
            </a:prstGeom>
          </p:spPr>
          <p:txBody>
            <a:bodyPr wrap="square">
              <a:spAutoFit/>
            </a:bodyPr>
            <a:lstStyle/>
            <a:p>
              <a:pPr lvl="0" algn="l">
                <a:lnSpc>
                  <a:spcPts val="2000"/>
                </a:lnSpc>
                <a:defRPr/>
              </a:pPr>
              <a:r>
                <a:rPr lang="zh-CN" altLang="en-US" sz="1100" dirty="0">
                  <a:solidFill>
                    <a:schemeClr val="tx1">
                      <a:lumMod val="75000"/>
                      <a:lumOff val="25000"/>
                    </a:schemeClr>
                  </a:solidFill>
                  <a:latin typeface="思源黑体" panose="020B0500000000000000" pitchFamily="34" charset="-122"/>
                  <a:ea typeface="思源黑体" panose="020B0500000000000000" pitchFamily="34" charset="-122"/>
                  <a:sym typeface="FZHei-B01S" panose="02010601030101010101" pitchFamily="2" charset="-122"/>
                </a:rPr>
                <a:t>请在此处添加具体内容，文字尽量言简意赅，简单说明即可，不必过于繁琐</a:t>
              </a:r>
              <a:endParaRPr lang="zh-CN" altLang="en-US" sz="1100" dirty="0">
                <a:solidFill>
                  <a:schemeClr val="tx1">
                    <a:lumMod val="75000"/>
                    <a:lumOff val="25000"/>
                  </a:schemeClr>
                </a:solidFill>
                <a:latin typeface="思源黑体" panose="020B0500000000000000" pitchFamily="34" charset="-122"/>
                <a:ea typeface="思源黑体" panose="020B0500000000000000" pitchFamily="34" charset="-122"/>
                <a:sym typeface="FZHei-B01S" panose="02010601030101010101" pitchFamily="2" charset="-122"/>
              </a:endParaRPr>
            </a:p>
          </p:txBody>
        </p:sp>
        <p:sp>
          <p:nvSpPr>
            <p:cNvPr id="75" name="Rectangle 30"/>
            <p:cNvSpPr/>
            <p:nvPr/>
          </p:nvSpPr>
          <p:spPr>
            <a:xfrm>
              <a:off x="5464649" y="3073919"/>
              <a:ext cx="1092141" cy="33718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b="1" noProof="0" dirty="0">
                  <a:ln>
                    <a:noFill/>
                  </a:ln>
                  <a:solidFill>
                    <a:schemeClr val="tx1">
                      <a:lumMod val="75000"/>
                      <a:lumOff val="25000"/>
                    </a:schemeClr>
                  </a:solidFill>
                  <a:effectLst/>
                  <a:uLnTx/>
                  <a:uFillTx/>
                  <a:latin typeface="思源黑体" panose="020B0500000000000000" pitchFamily="34" charset="-122"/>
                  <a:ea typeface="思源黑体" panose="020B0500000000000000" pitchFamily="34" charset="-122"/>
                  <a:cs typeface="Open Sans" pitchFamily="34" charset="0"/>
                  <a:sym typeface="+mn-ea"/>
                </a:rPr>
                <a:t>添加标题</a:t>
              </a:r>
              <a:endParaRPr kumimoji="0" lang="zh-CN" altLang="en-US" sz="1600" b="1" i="0" u="none" strike="noStrike" kern="1200" cap="none" spc="0" normalizeH="0" baseline="0" noProof="0" dirty="0">
                <a:ln>
                  <a:noFill/>
                </a:ln>
                <a:solidFill>
                  <a:schemeClr val="tx1">
                    <a:lumMod val="75000"/>
                    <a:lumOff val="25000"/>
                  </a:schemeClr>
                </a:solidFill>
                <a:effectLst/>
                <a:uLnTx/>
                <a:uFillTx/>
                <a:latin typeface="思源黑体" panose="020B0500000000000000" pitchFamily="34" charset="-122"/>
                <a:ea typeface="思源黑体" panose="020B0500000000000000" pitchFamily="34" charset="-122"/>
                <a:cs typeface="Open Sans" pitchFamily="34" charset="0"/>
                <a:sym typeface="+mn-ea"/>
              </a:endParaRPr>
            </a:p>
          </p:txBody>
        </p:sp>
        <p:grpSp>
          <p:nvGrpSpPr>
            <p:cNvPr id="97" name="Group 7"/>
            <p:cNvGrpSpPr/>
            <p:nvPr/>
          </p:nvGrpSpPr>
          <p:grpSpPr>
            <a:xfrm>
              <a:off x="4789135" y="3091601"/>
              <a:ext cx="516752" cy="516752"/>
              <a:chOff x="8298170" y="1966801"/>
              <a:chExt cx="573588" cy="573588"/>
            </a:xfrm>
            <a:effectLst>
              <a:outerShdw blurRad="254000" dist="63500" dir="2700000" algn="tl" rotWithShape="0">
                <a:prstClr val="black">
                  <a:alpha val="25000"/>
                </a:prstClr>
              </a:outerShdw>
            </a:effectLst>
          </p:grpSpPr>
          <p:sp>
            <p:nvSpPr>
              <p:cNvPr id="100" name="Rounded Rectangle 8"/>
              <p:cNvSpPr/>
              <p:nvPr/>
            </p:nvSpPr>
            <p:spPr>
              <a:xfrm>
                <a:off x="8298170" y="1966801"/>
                <a:ext cx="573588" cy="573588"/>
              </a:xfrm>
              <a:prstGeom prst="roundRect">
                <a:avLst>
                  <a:gd name="adj" fmla="val 50000"/>
                </a:avLst>
              </a:prstGeom>
              <a:solidFill>
                <a:srgbClr val="587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lumMod val="75000"/>
                      <a:lumOff val="25000"/>
                    </a:schemeClr>
                  </a:solidFill>
                  <a:latin typeface="思源黑体" panose="020B0500000000000000" pitchFamily="34" charset="-122"/>
                  <a:ea typeface="思源黑体" panose="020B0500000000000000" pitchFamily="34" charset="-122"/>
                </a:endParaRPr>
              </a:p>
            </p:txBody>
          </p:sp>
          <p:sp>
            <p:nvSpPr>
              <p:cNvPr id="101" name="Freeform 37"/>
              <p:cNvSpPr>
                <a:spLocks noChangeAspect="1" noChangeArrowheads="1"/>
              </p:cNvSpPr>
              <p:nvPr/>
            </p:nvSpPr>
            <p:spPr bwMode="auto">
              <a:xfrm>
                <a:off x="8420005" y="2116136"/>
                <a:ext cx="367625" cy="325109"/>
              </a:xfrm>
              <a:custGeom>
                <a:avLst/>
                <a:gdLst>
                  <a:gd name="connsiteX0" fmla="*/ 358785 w 512434"/>
                  <a:gd name="connsiteY0" fmla="*/ 409158 h 453171"/>
                  <a:gd name="connsiteX1" fmla="*/ 345300 w 512434"/>
                  <a:gd name="connsiteY1" fmla="*/ 425866 h 453171"/>
                  <a:gd name="connsiteX2" fmla="*/ 358785 w 512434"/>
                  <a:gd name="connsiteY2" fmla="*/ 439722 h 453171"/>
                  <a:gd name="connsiteX3" fmla="*/ 372270 w 512434"/>
                  <a:gd name="connsiteY3" fmla="*/ 425866 h 453171"/>
                  <a:gd name="connsiteX4" fmla="*/ 358785 w 512434"/>
                  <a:gd name="connsiteY4" fmla="*/ 409158 h 453171"/>
                  <a:gd name="connsiteX5" fmla="*/ 151153 w 512434"/>
                  <a:gd name="connsiteY5" fmla="*/ 300585 h 453171"/>
                  <a:gd name="connsiteX6" fmla="*/ 195731 w 512434"/>
                  <a:gd name="connsiteY6" fmla="*/ 300585 h 453171"/>
                  <a:gd name="connsiteX7" fmla="*/ 195731 w 512434"/>
                  <a:gd name="connsiteY7" fmla="*/ 345175 h 453171"/>
                  <a:gd name="connsiteX8" fmla="*/ 151153 w 512434"/>
                  <a:gd name="connsiteY8" fmla="*/ 345175 h 453171"/>
                  <a:gd name="connsiteX9" fmla="*/ 71978 w 512434"/>
                  <a:gd name="connsiteY9" fmla="*/ 300585 h 453171"/>
                  <a:gd name="connsiteX10" fmla="*/ 120152 w 512434"/>
                  <a:gd name="connsiteY10" fmla="*/ 300585 h 453171"/>
                  <a:gd name="connsiteX11" fmla="*/ 120152 w 512434"/>
                  <a:gd name="connsiteY11" fmla="*/ 345175 h 453171"/>
                  <a:gd name="connsiteX12" fmla="*/ 71978 w 512434"/>
                  <a:gd name="connsiteY12" fmla="*/ 345175 h 453171"/>
                  <a:gd name="connsiteX13" fmla="*/ 481786 w 512434"/>
                  <a:gd name="connsiteY13" fmla="*/ 286492 h 453171"/>
                  <a:gd name="connsiteX14" fmla="*/ 468300 w 512434"/>
                  <a:gd name="connsiteY14" fmla="*/ 299940 h 453171"/>
                  <a:gd name="connsiteX15" fmla="*/ 481786 w 512434"/>
                  <a:gd name="connsiteY15" fmla="*/ 313389 h 453171"/>
                  <a:gd name="connsiteX16" fmla="*/ 498948 w 512434"/>
                  <a:gd name="connsiteY16" fmla="*/ 299940 h 453171"/>
                  <a:gd name="connsiteX17" fmla="*/ 481786 w 512434"/>
                  <a:gd name="connsiteY17" fmla="*/ 286492 h 453171"/>
                  <a:gd name="connsiteX18" fmla="*/ 235785 w 512434"/>
                  <a:gd name="connsiteY18" fmla="*/ 286492 h 453171"/>
                  <a:gd name="connsiteX19" fmla="*/ 222300 w 512434"/>
                  <a:gd name="connsiteY19" fmla="*/ 299940 h 453171"/>
                  <a:gd name="connsiteX20" fmla="*/ 235785 w 512434"/>
                  <a:gd name="connsiteY20" fmla="*/ 313389 h 453171"/>
                  <a:gd name="connsiteX21" fmla="*/ 249270 w 512434"/>
                  <a:gd name="connsiteY21" fmla="*/ 299940 h 453171"/>
                  <a:gd name="connsiteX22" fmla="*/ 235785 w 512434"/>
                  <a:gd name="connsiteY22" fmla="*/ 286492 h 453171"/>
                  <a:gd name="connsiteX23" fmla="*/ 151153 w 512434"/>
                  <a:gd name="connsiteY23" fmla="*/ 228588 h 453171"/>
                  <a:gd name="connsiteX24" fmla="*/ 195731 w 512434"/>
                  <a:gd name="connsiteY24" fmla="*/ 228588 h 453171"/>
                  <a:gd name="connsiteX25" fmla="*/ 195731 w 512434"/>
                  <a:gd name="connsiteY25" fmla="*/ 273178 h 453171"/>
                  <a:gd name="connsiteX26" fmla="*/ 151153 w 512434"/>
                  <a:gd name="connsiteY26" fmla="*/ 273178 h 453171"/>
                  <a:gd name="connsiteX27" fmla="*/ 71978 w 512434"/>
                  <a:gd name="connsiteY27" fmla="*/ 228588 h 453171"/>
                  <a:gd name="connsiteX28" fmla="*/ 120152 w 512434"/>
                  <a:gd name="connsiteY28" fmla="*/ 228588 h 453171"/>
                  <a:gd name="connsiteX29" fmla="*/ 120152 w 512434"/>
                  <a:gd name="connsiteY29" fmla="*/ 273178 h 453171"/>
                  <a:gd name="connsiteX30" fmla="*/ 71978 w 512434"/>
                  <a:gd name="connsiteY30" fmla="*/ 273178 h 453171"/>
                  <a:gd name="connsiteX31" fmla="*/ 427028 w 512434"/>
                  <a:gd name="connsiteY31" fmla="*/ 221695 h 453171"/>
                  <a:gd name="connsiteX32" fmla="*/ 372270 w 512434"/>
                  <a:gd name="connsiteY32" fmla="*/ 275896 h 453171"/>
                  <a:gd name="connsiteX33" fmla="*/ 358785 w 512434"/>
                  <a:gd name="connsiteY33" fmla="*/ 272636 h 453171"/>
                  <a:gd name="connsiteX34" fmla="*/ 341622 w 512434"/>
                  <a:gd name="connsiteY34" fmla="*/ 279564 h 453171"/>
                  <a:gd name="connsiteX35" fmla="*/ 283596 w 512434"/>
                  <a:gd name="connsiteY35" fmla="*/ 238404 h 453171"/>
                  <a:gd name="connsiteX36" fmla="*/ 266433 w 512434"/>
                  <a:gd name="connsiteY36" fmla="*/ 238404 h 453171"/>
                  <a:gd name="connsiteX37" fmla="*/ 270111 w 512434"/>
                  <a:gd name="connsiteY37" fmla="*/ 255520 h 453171"/>
                  <a:gd name="connsiteX38" fmla="*/ 331406 w 512434"/>
                  <a:gd name="connsiteY38" fmla="*/ 303200 h 453171"/>
                  <a:gd name="connsiteX39" fmla="*/ 358785 w 512434"/>
                  <a:gd name="connsiteY39" fmla="*/ 327245 h 453171"/>
                  <a:gd name="connsiteX40" fmla="*/ 386164 w 512434"/>
                  <a:gd name="connsiteY40" fmla="*/ 299940 h 453171"/>
                  <a:gd name="connsiteX41" fmla="*/ 386164 w 512434"/>
                  <a:gd name="connsiteY41" fmla="*/ 296680 h 453171"/>
                  <a:gd name="connsiteX42" fmla="*/ 444191 w 512434"/>
                  <a:gd name="connsiteY42" fmla="*/ 238404 h 453171"/>
                  <a:gd name="connsiteX43" fmla="*/ 444191 w 512434"/>
                  <a:gd name="connsiteY43" fmla="*/ 221695 h 453171"/>
                  <a:gd name="connsiteX44" fmla="*/ 427028 w 512434"/>
                  <a:gd name="connsiteY44" fmla="*/ 221695 h 453171"/>
                  <a:gd name="connsiteX45" fmla="*/ 358785 w 512434"/>
                  <a:gd name="connsiteY45" fmla="*/ 163826 h 453171"/>
                  <a:gd name="connsiteX46" fmla="*/ 345300 w 512434"/>
                  <a:gd name="connsiteY46" fmla="*/ 177274 h 453171"/>
                  <a:gd name="connsiteX47" fmla="*/ 358785 w 512434"/>
                  <a:gd name="connsiteY47" fmla="*/ 190723 h 453171"/>
                  <a:gd name="connsiteX48" fmla="*/ 372270 w 512434"/>
                  <a:gd name="connsiteY48" fmla="*/ 177274 h 453171"/>
                  <a:gd name="connsiteX49" fmla="*/ 358785 w 512434"/>
                  <a:gd name="connsiteY49" fmla="*/ 163826 h 453171"/>
                  <a:gd name="connsiteX50" fmla="*/ 151153 w 512434"/>
                  <a:gd name="connsiteY50" fmla="*/ 156592 h 453171"/>
                  <a:gd name="connsiteX51" fmla="*/ 195731 w 512434"/>
                  <a:gd name="connsiteY51" fmla="*/ 156592 h 453171"/>
                  <a:gd name="connsiteX52" fmla="*/ 195731 w 512434"/>
                  <a:gd name="connsiteY52" fmla="*/ 201182 h 453171"/>
                  <a:gd name="connsiteX53" fmla="*/ 151153 w 512434"/>
                  <a:gd name="connsiteY53" fmla="*/ 201182 h 453171"/>
                  <a:gd name="connsiteX54" fmla="*/ 37595 w 512434"/>
                  <a:gd name="connsiteY54" fmla="*/ 102289 h 453171"/>
                  <a:gd name="connsiteX55" fmla="*/ 37595 w 512434"/>
                  <a:gd name="connsiteY55" fmla="*/ 374925 h 453171"/>
                  <a:gd name="connsiteX56" fmla="*/ 228838 w 512434"/>
                  <a:gd name="connsiteY56" fmla="*/ 374925 h 453171"/>
                  <a:gd name="connsiteX57" fmla="*/ 208406 w 512434"/>
                  <a:gd name="connsiteY57" fmla="*/ 299940 h 453171"/>
                  <a:gd name="connsiteX58" fmla="*/ 246001 w 512434"/>
                  <a:gd name="connsiteY58" fmla="*/ 201318 h 453171"/>
                  <a:gd name="connsiteX59" fmla="*/ 225569 w 512434"/>
                  <a:gd name="connsiteY59" fmla="*/ 201318 h 453171"/>
                  <a:gd name="connsiteX60" fmla="*/ 225569 w 512434"/>
                  <a:gd name="connsiteY60" fmla="*/ 156898 h 453171"/>
                  <a:gd name="connsiteX61" fmla="*/ 270111 w 512434"/>
                  <a:gd name="connsiteY61" fmla="*/ 156898 h 453171"/>
                  <a:gd name="connsiteX62" fmla="*/ 270111 w 512434"/>
                  <a:gd name="connsiteY62" fmla="*/ 177274 h 453171"/>
                  <a:gd name="connsiteX63" fmla="*/ 358785 w 512434"/>
                  <a:gd name="connsiteY63" fmla="*/ 149970 h 453171"/>
                  <a:gd name="connsiteX64" fmla="*/ 382895 w 512434"/>
                  <a:gd name="connsiteY64" fmla="*/ 149970 h 453171"/>
                  <a:gd name="connsiteX65" fmla="*/ 382895 w 512434"/>
                  <a:gd name="connsiteY65" fmla="*/ 102289 h 453171"/>
                  <a:gd name="connsiteX66" fmla="*/ 37595 w 512434"/>
                  <a:gd name="connsiteY66" fmla="*/ 102289 h 453171"/>
                  <a:gd name="connsiteX67" fmla="*/ 136894 w 512434"/>
                  <a:gd name="connsiteY67" fmla="*/ 30564 h 453171"/>
                  <a:gd name="connsiteX68" fmla="*/ 136894 w 512434"/>
                  <a:gd name="connsiteY68" fmla="*/ 68057 h 453171"/>
                  <a:gd name="connsiteX69" fmla="*/ 283596 w 512434"/>
                  <a:gd name="connsiteY69" fmla="*/ 68057 h 453171"/>
                  <a:gd name="connsiteX70" fmla="*/ 283596 w 512434"/>
                  <a:gd name="connsiteY70" fmla="*/ 30564 h 453171"/>
                  <a:gd name="connsiteX71" fmla="*/ 136894 w 512434"/>
                  <a:gd name="connsiteY71" fmla="*/ 30564 h 453171"/>
                  <a:gd name="connsiteX72" fmla="*/ 30648 w 512434"/>
                  <a:gd name="connsiteY72" fmla="*/ 0 h 453171"/>
                  <a:gd name="connsiteX73" fmla="*/ 389433 w 512434"/>
                  <a:gd name="connsiteY73" fmla="*/ 0 h 453171"/>
                  <a:gd name="connsiteX74" fmla="*/ 420490 w 512434"/>
                  <a:gd name="connsiteY74" fmla="*/ 30564 h 453171"/>
                  <a:gd name="connsiteX75" fmla="*/ 420490 w 512434"/>
                  <a:gd name="connsiteY75" fmla="*/ 163826 h 453171"/>
                  <a:gd name="connsiteX76" fmla="*/ 512434 w 512434"/>
                  <a:gd name="connsiteY76" fmla="*/ 299940 h 453171"/>
                  <a:gd name="connsiteX77" fmla="*/ 358785 w 512434"/>
                  <a:gd name="connsiteY77" fmla="*/ 453171 h 453171"/>
                  <a:gd name="connsiteX78" fmla="*/ 263164 w 512434"/>
                  <a:gd name="connsiteY78" fmla="*/ 419346 h 453171"/>
                  <a:gd name="connsiteX79" fmla="*/ 30648 w 512434"/>
                  <a:gd name="connsiteY79" fmla="*/ 419346 h 453171"/>
                  <a:gd name="connsiteX80" fmla="*/ 0 w 512434"/>
                  <a:gd name="connsiteY80" fmla="*/ 388374 h 453171"/>
                  <a:gd name="connsiteX81" fmla="*/ 0 w 512434"/>
                  <a:gd name="connsiteY81" fmla="*/ 30564 h 453171"/>
                  <a:gd name="connsiteX82" fmla="*/ 30648 w 512434"/>
                  <a:gd name="connsiteY82" fmla="*/ 0 h 453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512434" h="453171">
                    <a:moveTo>
                      <a:pt x="358785" y="409158"/>
                    </a:moveTo>
                    <a:cubicBezTo>
                      <a:pt x="351838" y="409158"/>
                      <a:pt x="345300" y="415678"/>
                      <a:pt x="345300" y="425866"/>
                    </a:cubicBezTo>
                    <a:cubicBezTo>
                      <a:pt x="345300" y="432794"/>
                      <a:pt x="351838" y="439722"/>
                      <a:pt x="358785" y="439722"/>
                    </a:cubicBezTo>
                    <a:cubicBezTo>
                      <a:pt x="365732" y="439722"/>
                      <a:pt x="372270" y="432794"/>
                      <a:pt x="372270" y="425866"/>
                    </a:cubicBezTo>
                    <a:cubicBezTo>
                      <a:pt x="372270" y="415678"/>
                      <a:pt x="365732" y="409158"/>
                      <a:pt x="358785" y="409158"/>
                    </a:cubicBezTo>
                    <a:close/>
                    <a:moveTo>
                      <a:pt x="151153" y="300585"/>
                    </a:moveTo>
                    <a:lnTo>
                      <a:pt x="195731" y="300585"/>
                    </a:lnTo>
                    <a:lnTo>
                      <a:pt x="195731" y="345175"/>
                    </a:lnTo>
                    <a:lnTo>
                      <a:pt x="151153" y="345175"/>
                    </a:lnTo>
                    <a:close/>
                    <a:moveTo>
                      <a:pt x="71978" y="300585"/>
                    </a:moveTo>
                    <a:lnTo>
                      <a:pt x="120152" y="300585"/>
                    </a:lnTo>
                    <a:lnTo>
                      <a:pt x="120152" y="345175"/>
                    </a:lnTo>
                    <a:lnTo>
                      <a:pt x="71978" y="345175"/>
                    </a:lnTo>
                    <a:close/>
                    <a:moveTo>
                      <a:pt x="481786" y="286492"/>
                    </a:moveTo>
                    <a:cubicBezTo>
                      <a:pt x="474839" y="286492"/>
                      <a:pt x="468300" y="293012"/>
                      <a:pt x="468300" y="299940"/>
                    </a:cubicBezTo>
                    <a:cubicBezTo>
                      <a:pt x="468300" y="310128"/>
                      <a:pt x="474839" y="313389"/>
                      <a:pt x="481786" y="313389"/>
                    </a:cubicBezTo>
                    <a:cubicBezTo>
                      <a:pt x="492002" y="313389"/>
                      <a:pt x="498948" y="310128"/>
                      <a:pt x="498948" y="299940"/>
                    </a:cubicBezTo>
                    <a:cubicBezTo>
                      <a:pt x="498948" y="293012"/>
                      <a:pt x="492002" y="286492"/>
                      <a:pt x="481786" y="286492"/>
                    </a:cubicBezTo>
                    <a:close/>
                    <a:moveTo>
                      <a:pt x="235785" y="286492"/>
                    </a:moveTo>
                    <a:cubicBezTo>
                      <a:pt x="228838" y="286492"/>
                      <a:pt x="222300" y="293012"/>
                      <a:pt x="222300" y="299940"/>
                    </a:cubicBezTo>
                    <a:cubicBezTo>
                      <a:pt x="222300" y="310128"/>
                      <a:pt x="228838" y="313389"/>
                      <a:pt x="235785" y="313389"/>
                    </a:cubicBezTo>
                    <a:cubicBezTo>
                      <a:pt x="242732" y="313389"/>
                      <a:pt x="249270" y="310128"/>
                      <a:pt x="249270" y="299940"/>
                    </a:cubicBezTo>
                    <a:cubicBezTo>
                      <a:pt x="249270" y="293012"/>
                      <a:pt x="242732" y="286492"/>
                      <a:pt x="235785" y="286492"/>
                    </a:cubicBezTo>
                    <a:close/>
                    <a:moveTo>
                      <a:pt x="151153" y="228588"/>
                    </a:moveTo>
                    <a:lnTo>
                      <a:pt x="195731" y="228588"/>
                    </a:lnTo>
                    <a:lnTo>
                      <a:pt x="195731" y="273178"/>
                    </a:lnTo>
                    <a:lnTo>
                      <a:pt x="151153" y="273178"/>
                    </a:lnTo>
                    <a:close/>
                    <a:moveTo>
                      <a:pt x="71978" y="228588"/>
                    </a:moveTo>
                    <a:lnTo>
                      <a:pt x="120152" y="228588"/>
                    </a:lnTo>
                    <a:lnTo>
                      <a:pt x="120152" y="273178"/>
                    </a:lnTo>
                    <a:lnTo>
                      <a:pt x="71978" y="273178"/>
                    </a:lnTo>
                    <a:close/>
                    <a:moveTo>
                      <a:pt x="427028" y="221695"/>
                    </a:moveTo>
                    <a:cubicBezTo>
                      <a:pt x="427028" y="221695"/>
                      <a:pt x="427028" y="221695"/>
                      <a:pt x="372270" y="275896"/>
                    </a:cubicBezTo>
                    <a:cubicBezTo>
                      <a:pt x="369001" y="275896"/>
                      <a:pt x="365732" y="272636"/>
                      <a:pt x="358785" y="272636"/>
                    </a:cubicBezTo>
                    <a:cubicBezTo>
                      <a:pt x="351838" y="272636"/>
                      <a:pt x="345300" y="275896"/>
                      <a:pt x="341622" y="279564"/>
                    </a:cubicBezTo>
                    <a:cubicBezTo>
                      <a:pt x="341622" y="279564"/>
                      <a:pt x="341622" y="279564"/>
                      <a:pt x="283596" y="238404"/>
                    </a:cubicBezTo>
                    <a:cubicBezTo>
                      <a:pt x="280327" y="231883"/>
                      <a:pt x="270111" y="235143"/>
                      <a:pt x="266433" y="238404"/>
                    </a:cubicBezTo>
                    <a:cubicBezTo>
                      <a:pt x="263164" y="242071"/>
                      <a:pt x="266433" y="252260"/>
                      <a:pt x="270111" y="255520"/>
                    </a:cubicBezTo>
                    <a:cubicBezTo>
                      <a:pt x="270111" y="255520"/>
                      <a:pt x="270111" y="255520"/>
                      <a:pt x="331406" y="303200"/>
                    </a:cubicBezTo>
                    <a:cubicBezTo>
                      <a:pt x="331406" y="317056"/>
                      <a:pt x="345300" y="327245"/>
                      <a:pt x="358785" y="327245"/>
                    </a:cubicBezTo>
                    <a:cubicBezTo>
                      <a:pt x="375948" y="327245"/>
                      <a:pt x="386164" y="317056"/>
                      <a:pt x="386164" y="299940"/>
                    </a:cubicBezTo>
                    <a:lnTo>
                      <a:pt x="386164" y="296680"/>
                    </a:lnTo>
                    <a:cubicBezTo>
                      <a:pt x="386164" y="296680"/>
                      <a:pt x="386164" y="296680"/>
                      <a:pt x="444191" y="238404"/>
                    </a:cubicBezTo>
                    <a:cubicBezTo>
                      <a:pt x="447869" y="231883"/>
                      <a:pt x="451138" y="224955"/>
                      <a:pt x="444191" y="221695"/>
                    </a:cubicBezTo>
                    <a:cubicBezTo>
                      <a:pt x="440922" y="218027"/>
                      <a:pt x="433975" y="218027"/>
                      <a:pt x="427028" y="221695"/>
                    </a:cubicBezTo>
                    <a:close/>
                    <a:moveTo>
                      <a:pt x="358785" y="163826"/>
                    </a:moveTo>
                    <a:cubicBezTo>
                      <a:pt x="351838" y="163826"/>
                      <a:pt x="345300" y="170346"/>
                      <a:pt x="345300" y="177274"/>
                    </a:cubicBezTo>
                    <a:cubicBezTo>
                      <a:pt x="345300" y="184202"/>
                      <a:pt x="351838" y="190723"/>
                      <a:pt x="358785" y="190723"/>
                    </a:cubicBezTo>
                    <a:cubicBezTo>
                      <a:pt x="365732" y="190723"/>
                      <a:pt x="372270" y="184202"/>
                      <a:pt x="372270" y="177274"/>
                    </a:cubicBezTo>
                    <a:cubicBezTo>
                      <a:pt x="372270" y="170346"/>
                      <a:pt x="365732" y="163826"/>
                      <a:pt x="358785" y="163826"/>
                    </a:cubicBezTo>
                    <a:close/>
                    <a:moveTo>
                      <a:pt x="151153" y="156592"/>
                    </a:moveTo>
                    <a:lnTo>
                      <a:pt x="195731" y="156592"/>
                    </a:lnTo>
                    <a:lnTo>
                      <a:pt x="195731" y="201182"/>
                    </a:lnTo>
                    <a:lnTo>
                      <a:pt x="151153" y="201182"/>
                    </a:lnTo>
                    <a:close/>
                    <a:moveTo>
                      <a:pt x="37595" y="102289"/>
                    </a:moveTo>
                    <a:lnTo>
                      <a:pt x="37595" y="374925"/>
                    </a:lnTo>
                    <a:cubicBezTo>
                      <a:pt x="37595" y="374925"/>
                      <a:pt x="37595" y="374925"/>
                      <a:pt x="228838" y="374925"/>
                    </a:cubicBezTo>
                    <a:cubicBezTo>
                      <a:pt x="215353" y="354549"/>
                      <a:pt x="208406" y="327245"/>
                      <a:pt x="208406" y="299940"/>
                    </a:cubicBezTo>
                    <a:cubicBezTo>
                      <a:pt x="208406" y="262448"/>
                      <a:pt x="222300" y="228215"/>
                      <a:pt x="246001" y="201318"/>
                    </a:cubicBezTo>
                    <a:cubicBezTo>
                      <a:pt x="246001" y="201318"/>
                      <a:pt x="246001" y="201318"/>
                      <a:pt x="225569" y="201318"/>
                    </a:cubicBezTo>
                    <a:cubicBezTo>
                      <a:pt x="225569" y="201318"/>
                      <a:pt x="225569" y="201318"/>
                      <a:pt x="225569" y="156898"/>
                    </a:cubicBezTo>
                    <a:cubicBezTo>
                      <a:pt x="225569" y="156898"/>
                      <a:pt x="225569" y="156898"/>
                      <a:pt x="270111" y="156898"/>
                    </a:cubicBezTo>
                    <a:cubicBezTo>
                      <a:pt x="270111" y="156898"/>
                      <a:pt x="270111" y="156898"/>
                      <a:pt x="270111" y="177274"/>
                    </a:cubicBezTo>
                    <a:cubicBezTo>
                      <a:pt x="293812" y="160158"/>
                      <a:pt x="324868" y="149970"/>
                      <a:pt x="358785" y="149970"/>
                    </a:cubicBezTo>
                    <a:cubicBezTo>
                      <a:pt x="365732" y="149970"/>
                      <a:pt x="375948" y="149970"/>
                      <a:pt x="382895" y="149970"/>
                    </a:cubicBezTo>
                    <a:cubicBezTo>
                      <a:pt x="382895" y="149970"/>
                      <a:pt x="382895" y="149970"/>
                      <a:pt x="382895" y="102289"/>
                    </a:cubicBezTo>
                    <a:cubicBezTo>
                      <a:pt x="382895" y="102289"/>
                      <a:pt x="382895" y="102289"/>
                      <a:pt x="37595" y="102289"/>
                    </a:cubicBezTo>
                    <a:close/>
                    <a:moveTo>
                      <a:pt x="136894" y="30564"/>
                    </a:moveTo>
                    <a:lnTo>
                      <a:pt x="136894" y="68057"/>
                    </a:lnTo>
                    <a:cubicBezTo>
                      <a:pt x="136894" y="68057"/>
                      <a:pt x="136894" y="68057"/>
                      <a:pt x="283596" y="68057"/>
                    </a:cubicBezTo>
                    <a:cubicBezTo>
                      <a:pt x="283596" y="68057"/>
                      <a:pt x="283596" y="68057"/>
                      <a:pt x="283596" y="30564"/>
                    </a:cubicBezTo>
                    <a:cubicBezTo>
                      <a:pt x="283596" y="30564"/>
                      <a:pt x="283596" y="30564"/>
                      <a:pt x="136894" y="30564"/>
                    </a:cubicBezTo>
                    <a:close/>
                    <a:moveTo>
                      <a:pt x="30648" y="0"/>
                    </a:moveTo>
                    <a:cubicBezTo>
                      <a:pt x="30648" y="0"/>
                      <a:pt x="30648" y="0"/>
                      <a:pt x="389433" y="0"/>
                    </a:cubicBezTo>
                    <a:cubicBezTo>
                      <a:pt x="406596" y="0"/>
                      <a:pt x="420490" y="13856"/>
                      <a:pt x="420490" y="30564"/>
                    </a:cubicBezTo>
                    <a:cubicBezTo>
                      <a:pt x="420490" y="30564"/>
                      <a:pt x="420490" y="30564"/>
                      <a:pt x="420490" y="163826"/>
                    </a:cubicBezTo>
                    <a:cubicBezTo>
                      <a:pt x="474839" y="187463"/>
                      <a:pt x="512434" y="238404"/>
                      <a:pt x="512434" y="299940"/>
                    </a:cubicBezTo>
                    <a:cubicBezTo>
                      <a:pt x="512434" y="385113"/>
                      <a:pt x="444191" y="453171"/>
                      <a:pt x="358785" y="453171"/>
                    </a:cubicBezTo>
                    <a:cubicBezTo>
                      <a:pt x="324868" y="453171"/>
                      <a:pt x="290543" y="439722"/>
                      <a:pt x="263164" y="419346"/>
                    </a:cubicBezTo>
                    <a:cubicBezTo>
                      <a:pt x="263164" y="419346"/>
                      <a:pt x="263164" y="419346"/>
                      <a:pt x="30648" y="419346"/>
                    </a:cubicBezTo>
                    <a:cubicBezTo>
                      <a:pt x="13894" y="419346"/>
                      <a:pt x="0" y="405490"/>
                      <a:pt x="0" y="388374"/>
                    </a:cubicBezTo>
                    <a:cubicBezTo>
                      <a:pt x="0" y="388374"/>
                      <a:pt x="0" y="388374"/>
                      <a:pt x="0" y="30564"/>
                    </a:cubicBezTo>
                    <a:cubicBezTo>
                      <a:pt x="0" y="13856"/>
                      <a:pt x="13894" y="0"/>
                      <a:pt x="30648" y="0"/>
                    </a:cubicBezTo>
                    <a:close/>
                  </a:path>
                </a:pathLst>
              </a:custGeom>
              <a:solidFill>
                <a:schemeClr val="bg1"/>
              </a:solidFill>
              <a:ln>
                <a:noFill/>
              </a:ln>
              <a:effectLst/>
            </p:spPr>
            <p:txBody>
              <a:bodyPr wrap="square" anchor="ctr">
                <a:noAutofit/>
              </a:bodyPr>
              <a:lstStyle/>
              <a:p>
                <a:pPr>
                  <a:defRPr/>
                </a:pPr>
                <a:endParaRPr lang="en-US" sz="2400" dirty="0">
                  <a:solidFill>
                    <a:schemeClr val="tx1">
                      <a:lumMod val="75000"/>
                      <a:lumOff val="25000"/>
                    </a:schemeClr>
                  </a:solidFill>
                  <a:latin typeface="思源黑体" panose="020B0500000000000000" pitchFamily="34" charset="-122"/>
                  <a:ea typeface="思源黑体" panose="020B0500000000000000" pitchFamily="34" charset="-122"/>
                </a:endParaRPr>
              </a:p>
            </p:txBody>
          </p:sp>
        </p:grpSp>
      </p:grpSp>
      <p:pic>
        <p:nvPicPr>
          <p:cNvPr id="102" name="图片 101"/>
          <p:cNvPicPr>
            <a:picLocks noChangeAspect="1"/>
          </p:cNvPicPr>
          <p:nvPr/>
        </p:nvPicPr>
        <p:blipFill rotWithShape="1">
          <a:blip r:embed="rId3" cstate="print">
            <a:extLst>
              <a:ext uri="{28A0092B-C50C-407E-A947-70E740481C1C}">
                <a14:useLocalDpi xmlns:a14="http://schemas.microsoft.com/office/drawing/2010/main" val="0"/>
              </a:ext>
            </a:extLst>
          </a:blip>
          <a:srcRect r="57388"/>
          <a:stretch>
            <a:fillRect/>
          </a:stretch>
        </p:blipFill>
        <p:spPr>
          <a:xfrm>
            <a:off x="8393030" y="1423157"/>
            <a:ext cx="2746958" cy="429768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500" fill="hold"/>
                                        <p:tgtEl>
                                          <p:spTgt spid="7"/>
                                        </p:tgtEl>
                                        <p:attrNameLst>
                                          <p:attrName>ppt_x</p:attrName>
                                        </p:attrNameLst>
                                      </p:cBhvr>
                                      <p:tavLst>
                                        <p:tav tm="0">
                                          <p:val>
                                            <p:strVal val="#ppt_x"/>
                                          </p:val>
                                        </p:tav>
                                        <p:tav tm="100000">
                                          <p:val>
                                            <p:strVal val="#ppt_x"/>
                                          </p:val>
                                        </p:tav>
                                      </p:tavLst>
                                    </p:anim>
                                    <p:anim calcmode="lin" valueType="num">
                                      <p:cBhvr additive="base">
                                        <p:cTn id="24" dur="500" fill="hold"/>
                                        <p:tgtEl>
                                          <p:spTgt spid="7"/>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5"/>
                                        </p:tgtEl>
                                        <p:attrNameLst>
                                          <p:attrName>style.visibility</p:attrName>
                                        </p:attrNameLst>
                                      </p:cBhvr>
                                      <p:to>
                                        <p:strVal val="visible"/>
                                      </p:to>
                                    </p:set>
                                    <p:anim calcmode="lin" valueType="num">
                                      <p:cBhvr additive="base">
                                        <p:cTn id="27" dur="500" fill="hold"/>
                                        <p:tgtEl>
                                          <p:spTgt spid="5"/>
                                        </p:tgtEl>
                                        <p:attrNameLst>
                                          <p:attrName>ppt_x</p:attrName>
                                        </p:attrNameLst>
                                      </p:cBhvr>
                                      <p:tavLst>
                                        <p:tav tm="0">
                                          <p:val>
                                            <p:strVal val="#ppt_x"/>
                                          </p:val>
                                        </p:tav>
                                        <p:tav tm="100000">
                                          <p:val>
                                            <p:strVal val="#ppt_x"/>
                                          </p:val>
                                        </p:tav>
                                      </p:tavLst>
                                    </p:anim>
                                    <p:anim calcmode="lin" valueType="num">
                                      <p:cBhvr additive="base">
                                        <p:cTn id="2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nodeType="clickEffect">
                                  <p:stCondLst>
                                    <p:cond delay="0"/>
                                  </p:stCondLst>
                                  <p:childTnLst>
                                    <p:set>
                                      <p:cBhvr>
                                        <p:cTn id="32" dur="1" fill="hold">
                                          <p:stCondLst>
                                            <p:cond delay="0"/>
                                          </p:stCondLst>
                                        </p:cTn>
                                        <p:tgtEl>
                                          <p:spTgt spid="102"/>
                                        </p:tgtEl>
                                        <p:attrNameLst>
                                          <p:attrName>style.visibility</p:attrName>
                                        </p:attrNameLst>
                                      </p:cBhvr>
                                      <p:to>
                                        <p:strVal val="visible"/>
                                      </p:to>
                                    </p:set>
                                    <p:animEffect transition="in" filter="wipe(down)">
                                      <p:cBhvr>
                                        <p:cTn id="33" dur="500"/>
                                        <p:tgtEl>
                                          <p:spTgt spid="1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6" name="组合 75"/>
          <p:cNvGrpSpPr/>
          <p:nvPr/>
        </p:nvGrpSpPr>
        <p:grpSpPr>
          <a:xfrm>
            <a:off x="1" y="-2"/>
            <a:ext cx="12191999" cy="6858000"/>
            <a:chOff x="1" y="-2"/>
            <a:chExt cx="12191999" cy="6858000"/>
          </a:xfrm>
        </p:grpSpPr>
        <p:pic>
          <p:nvPicPr>
            <p:cNvPr id="77" name="图片 76"/>
            <p:cNvPicPr>
              <a:picLocks noChangeAspect="1"/>
            </p:cNvPicPr>
            <p:nvPr/>
          </p:nvPicPr>
          <p:blipFill>
            <a:blip r:embed="rId1">
              <a:extLst>
                <a:ext uri="{BEBA8EAE-BF5A-486C-A8C5-ECC9F3942E4B}">
                  <a14:imgProps xmlns:a14="http://schemas.microsoft.com/office/drawing/2010/main">
                    <a14:imgLayer r:embed="rId2">
                      <a14:imgEffect>
                        <a14:brightnessContrast contrast="40000"/>
                      </a14:imgEffect>
                      <a14:imgEffect>
                        <a14:saturation sat="400000"/>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1" y="-2"/>
              <a:ext cx="12191999" cy="6858000"/>
            </a:xfrm>
            <a:prstGeom prst="rect">
              <a:avLst/>
            </a:prstGeom>
          </p:spPr>
        </p:pic>
        <p:sp>
          <p:nvSpPr>
            <p:cNvPr id="78" name="矩形 77"/>
            <p:cNvSpPr/>
            <p:nvPr/>
          </p:nvSpPr>
          <p:spPr>
            <a:xfrm>
              <a:off x="250371" y="267786"/>
              <a:ext cx="11691258" cy="632242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lumMod val="75000"/>
                    <a:lumOff val="25000"/>
                  </a:schemeClr>
                </a:solidFill>
                <a:latin typeface="思源黑体" panose="020B0500000000000000" pitchFamily="34" charset="-122"/>
                <a:ea typeface="思源黑体" panose="020B0500000000000000" pitchFamily="34" charset="-122"/>
              </a:endParaRPr>
            </a:p>
          </p:txBody>
        </p:sp>
      </p:grpSp>
      <p:grpSp>
        <p:nvGrpSpPr>
          <p:cNvPr id="6" name="组合 5"/>
          <p:cNvGrpSpPr/>
          <p:nvPr/>
        </p:nvGrpSpPr>
        <p:grpSpPr>
          <a:xfrm>
            <a:off x="942702" y="876582"/>
            <a:ext cx="2483440" cy="677108"/>
            <a:chOff x="250371" y="432445"/>
            <a:chExt cx="2483440" cy="677108"/>
          </a:xfrm>
        </p:grpSpPr>
        <p:sp>
          <p:nvSpPr>
            <p:cNvPr id="58" name="1"/>
            <p:cNvSpPr/>
            <p:nvPr/>
          </p:nvSpPr>
          <p:spPr>
            <a:xfrm flipV="1">
              <a:off x="250371" y="503428"/>
              <a:ext cx="144000" cy="527747"/>
            </a:xfrm>
            <a:prstGeom prst="rect">
              <a:avLst/>
            </a:prstGeom>
            <a:solidFill>
              <a:srgbClr val="587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panose="020B0500000000000000" pitchFamily="34" charset="-122"/>
                <a:ea typeface="思源黑体" panose="020B0500000000000000" pitchFamily="34" charset="-122"/>
              </a:endParaRPr>
            </a:p>
          </p:txBody>
        </p:sp>
        <p:sp>
          <p:nvSpPr>
            <p:cNvPr id="63" name="文本框 62"/>
            <p:cNvSpPr txBox="1"/>
            <p:nvPr/>
          </p:nvSpPr>
          <p:spPr>
            <a:xfrm>
              <a:off x="468735" y="432445"/>
              <a:ext cx="2265076" cy="523220"/>
            </a:xfrm>
            <a:prstGeom prst="rect">
              <a:avLst/>
            </a:prstGeom>
            <a:noFill/>
          </p:spPr>
          <p:txBody>
            <a:bodyPr wrap="square" rtlCol="0">
              <a:spAutoFit/>
            </a:bodyPr>
            <a:lstStyle/>
            <a:p>
              <a:r>
                <a:rPr lang="en-US" altLang="zh-CN" sz="2800" b="1" dirty="0">
                  <a:solidFill>
                    <a:srgbClr val="2E5596"/>
                  </a:solidFill>
                  <a:latin typeface="思源黑体" panose="020B0500000000000000" pitchFamily="34" charset="-122"/>
                  <a:ea typeface="思源黑体" panose="020B0500000000000000" pitchFamily="34" charset="-122"/>
                </a:rPr>
                <a:t>05/</a:t>
              </a:r>
              <a:r>
                <a:rPr lang="zh-CN" altLang="en-US" sz="2800" b="1" dirty="0">
                  <a:solidFill>
                    <a:srgbClr val="2E5596"/>
                  </a:solidFill>
                  <a:latin typeface="思源黑体" panose="020B0500000000000000" pitchFamily="34" charset="-122"/>
                  <a:ea typeface="思源黑体" panose="020B0500000000000000" pitchFamily="34" charset="-122"/>
                </a:rPr>
                <a:t>工作计划</a:t>
              </a:r>
              <a:endParaRPr lang="zh-CN" altLang="en-US" sz="2800" b="1" dirty="0">
                <a:solidFill>
                  <a:srgbClr val="2E5596"/>
                </a:solidFill>
                <a:latin typeface="思源黑体" panose="020B0500000000000000" pitchFamily="34" charset="-122"/>
                <a:ea typeface="思源黑体" panose="020B0500000000000000" pitchFamily="34" charset="-122"/>
              </a:endParaRPr>
            </a:p>
          </p:txBody>
        </p:sp>
        <p:sp>
          <p:nvSpPr>
            <p:cNvPr id="64" name="文本框 63"/>
            <p:cNvSpPr txBox="1"/>
            <p:nvPr/>
          </p:nvSpPr>
          <p:spPr>
            <a:xfrm>
              <a:off x="468735" y="801776"/>
              <a:ext cx="2265076" cy="307777"/>
            </a:xfrm>
            <a:prstGeom prst="rect">
              <a:avLst/>
            </a:prstGeom>
            <a:noFill/>
          </p:spPr>
          <p:txBody>
            <a:bodyPr wrap="square" rtlCol="0">
              <a:spAutoFit/>
            </a:bodyPr>
            <a:lstStyle/>
            <a:p>
              <a:r>
                <a:rPr lang="en-US" altLang="zh-CN" sz="1400" dirty="0">
                  <a:solidFill>
                    <a:schemeClr val="tx1">
                      <a:lumMod val="65000"/>
                      <a:lumOff val="35000"/>
                    </a:schemeClr>
                  </a:solidFill>
                  <a:latin typeface="思源黑体" panose="020B0500000000000000" pitchFamily="34" charset="-122"/>
                  <a:ea typeface="思源黑体" panose="020B0500000000000000" pitchFamily="34" charset="-122"/>
                </a:rPr>
                <a:t>Mid year work summary</a:t>
              </a:r>
              <a:endParaRPr lang="en-US" altLang="zh-CN" sz="1400" dirty="0">
                <a:solidFill>
                  <a:schemeClr val="tx1">
                    <a:lumMod val="65000"/>
                    <a:lumOff val="35000"/>
                  </a:schemeClr>
                </a:solidFill>
                <a:latin typeface="思源黑体" panose="020B0500000000000000" pitchFamily="34" charset="-122"/>
                <a:ea typeface="思源黑体" panose="020B0500000000000000" pitchFamily="34" charset="-122"/>
              </a:endParaRPr>
            </a:p>
          </p:txBody>
        </p:sp>
      </p:grpSp>
      <p:grpSp>
        <p:nvGrpSpPr>
          <p:cNvPr id="67" name="组合 66"/>
          <p:cNvGrpSpPr/>
          <p:nvPr/>
        </p:nvGrpSpPr>
        <p:grpSpPr>
          <a:xfrm>
            <a:off x="1136758" y="3971835"/>
            <a:ext cx="2512424" cy="1314050"/>
            <a:chOff x="719894" y="1844824"/>
            <a:chExt cx="2722944" cy="1424156"/>
          </a:xfrm>
        </p:grpSpPr>
        <p:sp>
          <p:nvSpPr>
            <p:cNvPr id="69" name="işlîďé"/>
            <p:cNvSpPr/>
            <p:nvPr/>
          </p:nvSpPr>
          <p:spPr>
            <a:xfrm flipH="1">
              <a:off x="719894" y="1844824"/>
              <a:ext cx="2722944" cy="1424156"/>
            </a:xfrm>
            <a:prstGeom prst="homePlate">
              <a:avLst/>
            </a:prstGeom>
            <a:solidFill>
              <a:srgbClr val="587DB8"/>
            </a:solidFill>
            <a:ln w="76200">
              <a:noFill/>
            </a:ln>
            <a:effectLst>
              <a:outerShdw blurRad="1905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sz="2400" dirty="0">
                <a:solidFill>
                  <a:schemeClr val="bg1"/>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70" name="ïṩlîḍe"/>
            <p:cNvSpPr/>
            <p:nvPr/>
          </p:nvSpPr>
          <p:spPr>
            <a:xfrm>
              <a:off x="910454" y="2646083"/>
              <a:ext cx="2371345" cy="218546"/>
            </a:xfrm>
            <a:prstGeom prst="rect">
              <a:avLst/>
            </a:prstGeom>
          </p:spPr>
          <p:txBody>
            <a:bodyPr wrap="none" lIns="72000" tIns="0" rIns="72000" bIns="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r" defTabSz="914400">
                <a:defRPr/>
              </a:pPr>
              <a:r>
                <a:rPr lang="zh-CN" altLang="en-US" b="1" dirty="0">
                  <a:solidFill>
                    <a:schemeClr val="bg1"/>
                  </a:solidFill>
                  <a:latin typeface="思源黑体" panose="020B0500000000000000" pitchFamily="34" charset="-122"/>
                  <a:ea typeface="思源黑体" panose="020B0500000000000000" pitchFamily="34" charset="-122"/>
                  <a:sym typeface="思源黑体" panose="020B0500000000000000" pitchFamily="34" charset="-122"/>
                </a:rPr>
                <a:t>项目方向</a:t>
              </a:r>
              <a:endParaRPr lang="zh-CN" altLang="en-US" b="1" dirty="0">
                <a:solidFill>
                  <a:schemeClr val="bg1"/>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71" name="îṩlíḑê"/>
            <p:cNvSpPr>
              <a:spLocks noChangeAspect="1"/>
            </p:cNvSpPr>
            <p:nvPr/>
          </p:nvSpPr>
          <p:spPr bwMode="auto">
            <a:xfrm>
              <a:off x="2534897" y="2017222"/>
              <a:ext cx="376523" cy="425610"/>
            </a:xfrm>
            <a:custGeom>
              <a:avLst/>
              <a:gdLst>
                <a:gd name="connsiteX0" fmla="*/ 79065 w 268312"/>
                <a:gd name="connsiteY0" fmla="*/ 303213 h 336550"/>
                <a:gd name="connsiteX1" fmla="*/ 69850 w 268312"/>
                <a:gd name="connsiteY1" fmla="*/ 311945 h 336550"/>
                <a:gd name="connsiteX2" fmla="*/ 79065 w 268312"/>
                <a:gd name="connsiteY2" fmla="*/ 320676 h 336550"/>
                <a:gd name="connsiteX3" fmla="*/ 114610 w 268312"/>
                <a:gd name="connsiteY3" fmla="*/ 320676 h 336550"/>
                <a:gd name="connsiteX4" fmla="*/ 123825 w 268312"/>
                <a:gd name="connsiteY4" fmla="*/ 311945 h 336550"/>
                <a:gd name="connsiteX5" fmla="*/ 114610 w 268312"/>
                <a:gd name="connsiteY5" fmla="*/ 303213 h 336550"/>
                <a:gd name="connsiteX6" fmla="*/ 79065 w 268312"/>
                <a:gd name="connsiteY6" fmla="*/ 303213 h 336550"/>
                <a:gd name="connsiteX7" fmla="*/ 184235 w 268312"/>
                <a:gd name="connsiteY7" fmla="*/ 119063 h 336550"/>
                <a:gd name="connsiteX8" fmla="*/ 181644 w 268312"/>
                <a:gd name="connsiteY8" fmla="*/ 121725 h 336550"/>
                <a:gd name="connsiteX9" fmla="*/ 181644 w 268312"/>
                <a:gd name="connsiteY9" fmla="*/ 125717 h 336550"/>
                <a:gd name="connsiteX10" fmla="*/ 177759 w 268312"/>
                <a:gd name="connsiteY10" fmla="*/ 131039 h 336550"/>
                <a:gd name="connsiteX11" fmla="*/ 164808 w 268312"/>
                <a:gd name="connsiteY11" fmla="*/ 148339 h 336550"/>
                <a:gd name="connsiteX12" fmla="*/ 175169 w 268312"/>
                <a:gd name="connsiteY12" fmla="*/ 165638 h 336550"/>
                <a:gd name="connsiteX13" fmla="*/ 186825 w 268312"/>
                <a:gd name="connsiteY13" fmla="*/ 170961 h 336550"/>
                <a:gd name="connsiteX14" fmla="*/ 192005 w 268312"/>
                <a:gd name="connsiteY14" fmla="*/ 173622 h 336550"/>
                <a:gd name="connsiteX15" fmla="*/ 190710 w 268312"/>
                <a:gd name="connsiteY15" fmla="*/ 185598 h 336550"/>
                <a:gd name="connsiteX16" fmla="*/ 181644 w 268312"/>
                <a:gd name="connsiteY16" fmla="*/ 186929 h 336550"/>
                <a:gd name="connsiteX17" fmla="*/ 169989 w 268312"/>
                <a:gd name="connsiteY17" fmla="*/ 182937 h 336550"/>
                <a:gd name="connsiteX18" fmla="*/ 166103 w 268312"/>
                <a:gd name="connsiteY18" fmla="*/ 184268 h 336550"/>
                <a:gd name="connsiteX19" fmla="*/ 164808 w 268312"/>
                <a:gd name="connsiteY19" fmla="*/ 190921 h 336550"/>
                <a:gd name="connsiteX20" fmla="*/ 166103 w 268312"/>
                <a:gd name="connsiteY20" fmla="*/ 196244 h 336550"/>
                <a:gd name="connsiteX21" fmla="*/ 177759 w 268312"/>
                <a:gd name="connsiteY21" fmla="*/ 198905 h 336550"/>
                <a:gd name="connsiteX22" fmla="*/ 180349 w 268312"/>
                <a:gd name="connsiteY22" fmla="*/ 202898 h 336550"/>
                <a:gd name="connsiteX23" fmla="*/ 180349 w 268312"/>
                <a:gd name="connsiteY23" fmla="*/ 206890 h 336550"/>
                <a:gd name="connsiteX24" fmla="*/ 182939 w 268312"/>
                <a:gd name="connsiteY24" fmla="*/ 209551 h 336550"/>
                <a:gd name="connsiteX25" fmla="*/ 189415 w 268312"/>
                <a:gd name="connsiteY25" fmla="*/ 209551 h 336550"/>
                <a:gd name="connsiteX26" fmla="*/ 192005 w 268312"/>
                <a:gd name="connsiteY26" fmla="*/ 206890 h 336550"/>
                <a:gd name="connsiteX27" fmla="*/ 192005 w 268312"/>
                <a:gd name="connsiteY27" fmla="*/ 201567 h 336550"/>
                <a:gd name="connsiteX28" fmla="*/ 194595 w 268312"/>
                <a:gd name="connsiteY28" fmla="*/ 197575 h 336550"/>
                <a:gd name="connsiteX29" fmla="*/ 204956 w 268312"/>
                <a:gd name="connsiteY29" fmla="*/ 190921 h 336550"/>
                <a:gd name="connsiteX30" fmla="*/ 199775 w 268312"/>
                <a:gd name="connsiteY30" fmla="*/ 160315 h 336550"/>
                <a:gd name="connsiteX31" fmla="*/ 188120 w 268312"/>
                <a:gd name="connsiteY31" fmla="*/ 154992 h 336550"/>
                <a:gd name="connsiteX32" fmla="*/ 182939 w 268312"/>
                <a:gd name="connsiteY32" fmla="*/ 152331 h 336550"/>
                <a:gd name="connsiteX33" fmla="*/ 184235 w 268312"/>
                <a:gd name="connsiteY33" fmla="*/ 141685 h 336550"/>
                <a:gd name="connsiteX34" fmla="*/ 188120 w 268312"/>
                <a:gd name="connsiteY34" fmla="*/ 141685 h 336550"/>
                <a:gd name="connsiteX35" fmla="*/ 201071 w 268312"/>
                <a:gd name="connsiteY35" fmla="*/ 144347 h 336550"/>
                <a:gd name="connsiteX36" fmla="*/ 204956 w 268312"/>
                <a:gd name="connsiteY36" fmla="*/ 143016 h 336550"/>
                <a:gd name="connsiteX37" fmla="*/ 207546 w 268312"/>
                <a:gd name="connsiteY37" fmla="*/ 135032 h 336550"/>
                <a:gd name="connsiteX38" fmla="*/ 204956 w 268312"/>
                <a:gd name="connsiteY38" fmla="*/ 132370 h 336550"/>
                <a:gd name="connsiteX39" fmla="*/ 197185 w 268312"/>
                <a:gd name="connsiteY39" fmla="*/ 129709 h 336550"/>
                <a:gd name="connsiteX40" fmla="*/ 193300 w 268312"/>
                <a:gd name="connsiteY40" fmla="*/ 124386 h 336550"/>
                <a:gd name="connsiteX41" fmla="*/ 186825 w 268312"/>
                <a:gd name="connsiteY41" fmla="*/ 119063 h 336550"/>
                <a:gd name="connsiteX42" fmla="*/ 184235 w 268312"/>
                <a:gd name="connsiteY42" fmla="*/ 119063 h 336550"/>
                <a:gd name="connsiteX43" fmla="*/ 187192 w 268312"/>
                <a:gd name="connsiteY43" fmla="*/ 84090 h 336550"/>
                <a:gd name="connsiteX44" fmla="*/ 244570 w 268312"/>
                <a:gd name="connsiteY44" fmla="*/ 107760 h 336550"/>
                <a:gd name="connsiteX45" fmla="*/ 244570 w 268312"/>
                <a:gd name="connsiteY45" fmla="*/ 222168 h 336550"/>
                <a:gd name="connsiteX46" fmla="*/ 145642 w 268312"/>
                <a:gd name="connsiteY46" fmla="*/ 234003 h 336550"/>
                <a:gd name="connsiteX47" fmla="*/ 111347 w 268312"/>
                <a:gd name="connsiteY47" fmla="*/ 243208 h 336550"/>
                <a:gd name="connsiteX48" fmla="*/ 110028 w 268312"/>
                <a:gd name="connsiteY48" fmla="*/ 237948 h 336550"/>
                <a:gd name="connsiteX49" fmla="*/ 127175 w 268312"/>
                <a:gd name="connsiteY49" fmla="*/ 218223 h 336550"/>
                <a:gd name="connsiteX50" fmla="*/ 125856 w 268312"/>
                <a:gd name="connsiteY50" fmla="*/ 218223 h 336550"/>
                <a:gd name="connsiteX51" fmla="*/ 129813 w 268312"/>
                <a:gd name="connsiteY51" fmla="*/ 107760 h 336550"/>
                <a:gd name="connsiteX52" fmla="*/ 187192 w 268312"/>
                <a:gd name="connsiteY52" fmla="*/ 84090 h 336550"/>
                <a:gd name="connsiteX53" fmla="*/ 36992 w 268312"/>
                <a:gd name="connsiteY53" fmla="*/ 0 h 336550"/>
                <a:gd name="connsiteX54" fmla="*/ 161179 w 268312"/>
                <a:gd name="connsiteY54" fmla="*/ 0 h 336550"/>
                <a:gd name="connsiteX55" fmla="*/ 196850 w 268312"/>
                <a:gd name="connsiteY55" fmla="*/ 36810 h 336550"/>
                <a:gd name="connsiteX56" fmla="*/ 196850 w 268312"/>
                <a:gd name="connsiteY56" fmla="*/ 67047 h 336550"/>
                <a:gd name="connsiteX57" fmla="*/ 187602 w 268312"/>
                <a:gd name="connsiteY57" fmla="*/ 67047 h 336550"/>
                <a:gd name="connsiteX58" fmla="*/ 178354 w 268312"/>
                <a:gd name="connsiteY58" fmla="*/ 67047 h 336550"/>
                <a:gd name="connsiteX59" fmla="*/ 178354 w 268312"/>
                <a:gd name="connsiteY59" fmla="*/ 60474 h 336550"/>
                <a:gd name="connsiteX60" fmla="*/ 178354 w 268312"/>
                <a:gd name="connsiteY60" fmla="*/ 59159 h 336550"/>
                <a:gd name="connsiteX61" fmla="*/ 169106 w 268312"/>
                <a:gd name="connsiteY61" fmla="*/ 48642 h 336550"/>
                <a:gd name="connsiteX62" fmla="*/ 29065 w 268312"/>
                <a:gd name="connsiteY62" fmla="*/ 48642 h 336550"/>
                <a:gd name="connsiteX63" fmla="*/ 19817 w 268312"/>
                <a:gd name="connsiteY63" fmla="*/ 59159 h 336550"/>
                <a:gd name="connsiteX64" fmla="*/ 19817 w 268312"/>
                <a:gd name="connsiteY64" fmla="*/ 278706 h 336550"/>
                <a:gd name="connsiteX65" fmla="*/ 29065 w 268312"/>
                <a:gd name="connsiteY65" fmla="*/ 287908 h 336550"/>
                <a:gd name="connsiteX66" fmla="*/ 169106 w 268312"/>
                <a:gd name="connsiteY66" fmla="*/ 287908 h 336550"/>
                <a:gd name="connsiteX67" fmla="*/ 178354 w 268312"/>
                <a:gd name="connsiteY67" fmla="*/ 278706 h 336550"/>
                <a:gd name="connsiteX68" fmla="*/ 178354 w 268312"/>
                <a:gd name="connsiteY68" fmla="*/ 261615 h 336550"/>
                <a:gd name="connsiteX69" fmla="*/ 187602 w 268312"/>
                <a:gd name="connsiteY69" fmla="*/ 262930 h 336550"/>
                <a:gd name="connsiteX70" fmla="*/ 196850 w 268312"/>
                <a:gd name="connsiteY70" fmla="*/ 261615 h 336550"/>
                <a:gd name="connsiteX71" fmla="*/ 196850 w 268312"/>
                <a:gd name="connsiteY71" fmla="*/ 299740 h 336550"/>
                <a:gd name="connsiteX72" fmla="*/ 161179 w 268312"/>
                <a:gd name="connsiteY72" fmla="*/ 336550 h 336550"/>
                <a:gd name="connsiteX73" fmla="*/ 36992 w 268312"/>
                <a:gd name="connsiteY73" fmla="*/ 336550 h 336550"/>
                <a:gd name="connsiteX74" fmla="*/ 0 w 268312"/>
                <a:gd name="connsiteY74" fmla="*/ 299740 h 336550"/>
                <a:gd name="connsiteX75" fmla="*/ 0 w 268312"/>
                <a:gd name="connsiteY75" fmla="*/ 36810 h 336550"/>
                <a:gd name="connsiteX76" fmla="*/ 36992 w 268312"/>
                <a:gd name="connsiteY76" fmla="*/ 0 h 336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268312" h="336550">
                  <a:moveTo>
                    <a:pt x="79065" y="303213"/>
                  </a:moveTo>
                  <a:cubicBezTo>
                    <a:pt x="73799" y="303213"/>
                    <a:pt x="69850" y="306955"/>
                    <a:pt x="69850" y="311945"/>
                  </a:cubicBezTo>
                  <a:cubicBezTo>
                    <a:pt x="69850" y="316934"/>
                    <a:pt x="73799" y="320676"/>
                    <a:pt x="79065" y="320676"/>
                  </a:cubicBezTo>
                  <a:cubicBezTo>
                    <a:pt x="79065" y="320676"/>
                    <a:pt x="79065" y="320676"/>
                    <a:pt x="114610" y="320676"/>
                  </a:cubicBezTo>
                  <a:cubicBezTo>
                    <a:pt x="119875" y="320676"/>
                    <a:pt x="123825" y="316934"/>
                    <a:pt x="123825" y="311945"/>
                  </a:cubicBezTo>
                  <a:cubicBezTo>
                    <a:pt x="123825" y="306955"/>
                    <a:pt x="119875" y="303213"/>
                    <a:pt x="114610" y="303213"/>
                  </a:cubicBezTo>
                  <a:cubicBezTo>
                    <a:pt x="114610" y="303213"/>
                    <a:pt x="114610" y="303213"/>
                    <a:pt x="79065" y="303213"/>
                  </a:cubicBezTo>
                  <a:close/>
                  <a:moveTo>
                    <a:pt x="184235" y="119063"/>
                  </a:moveTo>
                  <a:cubicBezTo>
                    <a:pt x="181644" y="119063"/>
                    <a:pt x="181644" y="119063"/>
                    <a:pt x="181644" y="121725"/>
                  </a:cubicBezTo>
                  <a:cubicBezTo>
                    <a:pt x="181644" y="121725"/>
                    <a:pt x="181644" y="121725"/>
                    <a:pt x="181644" y="125717"/>
                  </a:cubicBezTo>
                  <a:cubicBezTo>
                    <a:pt x="181644" y="129709"/>
                    <a:pt x="181644" y="129709"/>
                    <a:pt x="177759" y="131039"/>
                  </a:cubicBezTo>
                  <a:cubicBezTo>
                    <a:pt x="169989" y="133701"/>
                    <a:pt x="164808" y="139024"/>
                    <a:pt x="164808" y="148339"/>
                  </a:cubicBezTo>
                  <a:cubicBezTo>
                    <a:pt x="164808" y="156323"/>
                    <a:pt x="168694" y="161646"/>
                    <a:pt x="175169" y="165638"/>
                  </a:cubicBezTo>
                  <a:cubicBezTo>
                    <a:pt x="179054" y="168299"/>
                    <a:pt x="182939" y="169630"/>
                    <a:pt x="186825" y="170961"/>
                  </a:cubicBezTo>
                  <a:cubicBezTo>
                    <a:pt x="188120" y="172291"/>
                    <a:pt x="190710" y="172291"/>
                    <a:pt x="192005" y="173622"/>
                  </a:cubicBezTo>
                  <a:cubicBezTo>
                    <a:pt x="195890" y="177614"/>
                    <a:pt x="194595" y="182937"/>
                    <a:pt x="190710" y="185598"/>
                  </a:cubicBezTo>
                  <a:cubicBezTo>
                    <a:pt x="188120" y="186929"/>
                    <a:pt x="184235" y="186929"/>
                    <a:pt x="181644" y="186929"/>
                  </a:cubicBezTo>
                  <a:cubicBezTo>
                    <a:pt x="177759" y="185598"/>
                    <a:pt x="173874" y="184268"/>
                    <a:pt x="169989" y="182937"/>
                  </a:cubicBezTo>
                  <a:cubicBezTo>
                    <a:pt x="167398" y="181606"/>
                    <a:pt x="167398" y="181606"/>
                    <a:pt x="166103" y="184268"/>
                  </a:cubicBezTo>
                  <a:cubicBezTo>
                    <a:pt x="166103" y="186929"/>
                    <a:pt x="164808" y="188260"/>
                    <a:pt x="164808" y="190921"/>
                  </a:cubicBezTo>
                  <a:cubicBezTo>
                    <a:pt x="163513" y="193583"/>
                    <a:pt x="163513" y="194913"/>
                    <a:pt x="166103" y="196244"/>
                  </a:cubicBezTo>
                  <a:cubicBezTo>
                    <a:pt x="169989" y="197575"/>
                    <a:pt x="173874" y="198905"/>
                    <a:pt x="177759" y="198905"/>
                  </a:cubicBezTo>
                  <a:cubicBezTo>
                    <a:pt x="180349" y="198905"/>
                    <a:pt x="180349" y="198905"/>
                    <a:pt x="180349" y="202898"/>
                  </a:cubicBezTo>
                  <a:cubicBezTo>
                    <a:pt x="180349" y="204228"/>
                    <a:pt x="180349" y="205559"/>
                    <a:pt x="180349" y="206890"/>
                  </a:cubicBezTo>
                  <a:cubicBezTo>
                    <a:pt x="180349" y="208220"/>
                    <a:pt x="181644" y="209551"/>
                    <a:pt x="182939" y="209551"/>
                  </a:cubicBezTo>
                  <a:cubicBezTo>
                    <a:pt x="185530" y="209551"/>
                    <a:pt x="188120" y="209551"/>
                    <a:pt x="189415" y="209551"/>
                  </a:cubicBezTo>
                  <a:cubicBezTo>
                    <a:pt x="190710" y="209551"/>
                    <a:pt x="192005" y="208220"/>
                    <a:pt x="192005" y="206890"/>
                  </a:cubicBezTo>
                  <a:cubicBezTo>
                    <a:pt x="192005" y="205559"/>
                    <a:pt x="192005" y="202898"/>
                    <a:pt x="192005" y="201567"/>
                  </a:cubicBezTo>
                  <a:cubicBezTo>
                    <a:pt x="192005" y="198905"/>
                    <a:pt x="193300" y="198905"/>
                    <a:pt x="194595" y="197575"/>
                  </a:cubicBezTo>
                  <a:cubicBezTo>
                    <a:pt x="198480" y="196244"/>
                    <a:pt x="202366" y="193583"/>
                    <a:pt x="204956" y="190921"/>
                  </a:cubicBezTo>
                  <a:cubicBezTo>
                    <a:pt x="212726" y="180276"/>
                    <a:pt x="210136" y="166969"/>
                    <a:pt x="199775" y="160315"/>
                  </a:cubicBezTo>
                  <a:cubicBezTo>
                    <a:pt x="195890" y="157654"/>
                    <a:pt x="192005" y="156323"/>
                    <a:pt x="188120" y="154992"/>
                  </a:cubicBezTo>
                  <a:cubicBezTo>
                    <a:pt x="186825" y="153661"/>
                    <a:pt x="184235" y="153661"/>
                    <a:pt x="182939" y="152331"/>
                  </a:cubicBezTo>
                  <a:cubicBezTo>
                    <a:pt x="179054" y="148339"/>
                    <a:pt x="180349" y="144347"/>
                    <a:pt x="184235" y="141685"/>
                  </a:cubicBezTo>
                  <a:cubicBezTo>
                    <a:pt x="185530" y="141685"/>
                    <a:pt x="186825" y="141685"/>
                    <a:pt x="188120" y="141685"/>
                  </a:cubicBezTo>
                  <a:cubicBezTo>
                    <a:pt x="192005" y="141685"/>
                    <a:pt x="197185" y="141685"/>
                    <a:pt x="201071" y="144347"/>
                  </a:cubicBezTo>
                  <a:cubicBezTo>
                    <a:pt x="203661" y="145677"/>
                    <a:pt x="203661" y="145677"/>
                    <a:pt x="204956" y="143016"/>
                  </a:cubicBezTo>
                  <a:cubicBezTo>
                    <a:pt x="204956" y="140354"/>
                    <a:pt x="206251" y="137693"/>
                    <a:pt x="207546" y="135032"/>
                  </a:cubicBezTo>
                  <a:cubicBezTo>
                    <a:pt x="207546" y="133701"/>
                    <a:pt x="206251" y="132370"/>
                    <a:pt x="204956" y="132370"/>
                  </a:cubicBezTo>
                  <a:cubicBezTo>
                    <a:pt x="202366" y="131039"/>
                    <a:pt x="199775" y="129709"/>
                    <a:pt x="197185" y="129709"/>
                  </a:cubicBezTo>
                  <a:cubicBezTo>
                    <a:pt x="193300" y="128378"/>
                    <a:pt x="193300" y="128378"/>
                    <a:pt x="193300" y="124386"/>
                  </a:cubicBezTo>
                  <a:cubicBezTo>
                    <a:pt x="193300" y="119063"/>
                    <a:pt x="193300" y="119063"/>
                    <a:pt x="186825" y="119063"/>
                  </a:cubicBezTo>
                  <a:cubicBezTo>
                    <a:pt x="186825" y="119063"/>
                    <a:pt x="186825" y="119063"/>
                    <a:pt x="184235" y="119063"/>
                  </a:cubicBezTo>
                  <a:close/>
                  <a:moveTo>
                    <a:pt x="187192" y="84090"/>
                  </a:moveTo>
                  <a:cubicBezTo>
                    <a:pt x="207967" y="84090"/>
                    <a:pt x="228741" y="91980"/>
                    <a:pt x="244570" y="107760"/>
                  </a:cubicBezTo>
                  <a:cubicBezTo>
                    <a:pt x="276226" y="139321"/>
                    <a:pt x="276226" y="190607"/>
                    <a:pt x="244570" y="222168"/>
                  </a:cubicBezTo>
                  <a:cubicBezTo>
                    <a:pt x="216870" y="248468"/>
                    <a:pt x="177299" y="252413"/>
                    <a:pt x="145642" y="234003"/>
                  </a:cubicBezTo>
                  <a:cubicBezTo>
                    <a:pt x="132452" y="243208"/>
                    <a:pt x="120580" y="244523"/>
                    <a:pt x="111347" y="243208"/>
                  </a:cubicBezTo>
                  <a:cubicBezTo>
                    <a:pt x="107390" y="243208"/>
                    <a:pt x="107390" y="239263"/>
                    <a:pt x="110028" y="237948"/>
                  </a:cubicBezTo>
                  <a:cubicBezTo>
                    <a:pt x="117942" y="234003"/>
                    <a:pt x="123218" y="224798"/>
                    <a:pt x="127175" y="218223"/>
                  </a:cubicBezTo>
                  <a:cubicBezTo>
                    <a:pt x="127175" y="218223"/>
                    <a:pt x="127175" y="218223"/>
                    <a:pt x="125856" y="218223"/>
                  </a:cubicBezTo>
                  <a:cubicBezTo>
                    <a:pt x="96838" y="186662"/>
                    <a:pt x="98157" y="138006"/>
                    <a:pt x="129813" y="107760"/>
                  </a:cubicBezTo>
                  <a:cubicBezTo>
                    <a:pt x="145642" y="91980"/>
                    <a:pt x="166417" y="84090"/>
                    <a:pt x="187192" y="84090"/>
                  </a:cubicBezTo>
                  <a:close/>
                  <a:moveTo>
                    <a:pt x="36992" y="0"/>
                  </a:moveTo>
                  <a:cubicBezTo>
                    <a:pt x="36992" y="0"/>
                    <a:pt x="36992" y="0"/>
                    <a:pt x="161179" y="0"/>
                  </a:cubicBezTo>
                  <a:cubicBezTo>
                    <a:pt x="180997" y="0"/>
                    <a:pt x="196850" y="15776"/>
                    <a:pt x="196850" y="36810"/>
                  </a:cubicBezTo>
                  <a:cubicBezTo>
                    <a:pt x="196850" y="36810"/>
                    <a:pt x="196850" y="36810"/>
                    <a:pt x="196850" y="67047"/>
                  </a:cubicBezTo>
                  <a:cubicBezTo>
                    <a:pt x="194208" y="67047"/>
                    <a:pt x="191566" y="67047"/>
                    <a:pt x="187602" y="67047"/>
                  </a:cubicBezTo>
                  <a:cubicBezTo>
                    <a:pt x="184960" y="67047"/>
                    <a:pt x="180997" y="67047"/>
                    <a:pt x="178354" y="67047"/>
                  </a:cubicBezTo>
                  <a:cubicBezTo>
                    <a:pt x="178354" y="67047"/>
                    <a:pt x="178354" y="67047"/>
                    <a:pt x="178354" y="60474"/>
                  </a:cubicBezTo>
                  <a:cubicBezTo>
                    <a:pt x="178354" y="60474"/>
                    <a:pt x="178354" y="60474"/>
                    <a:pt x="178354" y="59159"/>
                  </a:cubicBezTo>
                  <a:cubicBezTo>
                    <a:pt x="178354" y="53900"/>
                    <a:pt x="174391" y="48642"/>
                    <a:pt x="169106" y="48642"/>
                  </a:cubicBezTo>
                  <a:cubicBezTo>
                    <a:pt x="169106" y="48642"/>
                    <a:pt x="169106" y="48642"/>
                    <a:pt x="29065" y="48642"/>
                  </a:cubicBezTo>
                  <a:cubicBezTo>
                    <a:pt x="23780" y="48642"/>
                    <a:pt x="19817" y="53900"/>
                    <a:pt x="19817" y="59159"/>
                  </a:cubicBezTo>
                  <a:cubicBezTo>
                    <a:pt x="19817" y="59159"/>
                    <a:pt x="19817" y="59159"/>
                    <a:pt x="19817" y="278706"/>
                  </a:cubicBezTo>
                  <a:cubicBezTo>
                    <a:pt x="19817" y="283964"/>
                    <a:pt x="23780" y="287908"/>
                    <a:pt x="29065" y="287908"/>
                  </a:cubicBezTo>
                  <a:cubicBezTo>
                    <a:pt x="29065" y="287908"/>
                    <a:pt x="29065" y="287908"/>
                    <a:pt x="169106" y="287908"/>
                  </a:cubicBezTo>
                  <a:cubicBezTo>
                    <a:pt x="174391" y="287908"/>
                    <a:pt x="178354" y="282650"/>
                    <a:pt x="178354" y="278706"/>
                  </a:cubicBezTo>
                  <a:cubicBezTo>
                    <a:pt x="178354" y="278706"/>
                    <a:pt x="178354" y="278706"/>
                    <a:pt x="178354" y="261615"/>
                  </a:cubicBezTo>
                  <a:cubicBezTo>
                    <a:pt x="180997" y="261615"/>
                    <a:pt x="184960" y="262930"/>
                    <a:pt x="187602" y="262930"/>
                  </a:cubicBezTo>
                  <a:cubicBezTo>
                    <a:pt x="191566" y="262930"/>
                    <a:pt x="194208" y="261615"/>
                    <a:pt x="196850" y="261615"/>
                  </a:cubicBezTo>
                  <a:cubicBezTo>
                    <a:pt x="196850" y="261615"/>
                    <a:pt x="196850" y="261615"/>
                    <a:pt x="196850" y="299740"/>
                  </a:cubicBezTo>
                  <a:cubicBezTo>
                    <a:pt x="196850" y="320774"/>
                    <a:pt x="180997" y="336550"/>
                    <a:pt x="161179" y="336550"/>
                  </a:cubicBezTo>
                  <a:cubicBezTo>
                    <a:pt x="161179" y="336550"/>
                    <a:pt x="161179" y="336550"/>
                    <a:pt x="36992" y="336550"/>
                  </a:cubicBezTo>
                  <a:cubicBezTo>
                    <a:pt x="17175" y="336550"/>
                    <a:pt x="0" y="320774"/>
                    <a:pt x="0" y="299740"/>
                  </a:cubicBezTo>
                  <a:cubicBezTo>
                    <a:pt x="0" y="299740"/>
                    <a:pt x="0" y="299740"/>
                    <a:pt x="0" y="36810"/>
                  </a:cubicBezTo>
                  <a:cubicBezTo>
                    <a:pt x="0" y="15776"/>
                    <a:pt x="17175" y="0"/>
                    <a:pt x="36992" y="0"/>
                  </a:cubicBezTo>
                  <a:close/>
                </a:path>
              </a:pathLst>
            </a:custGeom>
            <a:solidFill>
              <a:schemeClr val="bg1"/>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endParaRPr sz="2400" dirty="0">
                <a:solidFill>
                  <a:schemeClr val="bg1"/>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sp>
        <p:nvSpPr>
          <p:cNvPr id="72" name="íŝļîḋe"/>
          <p:cNvSpPr txBox="1"/>
          <p:nvPr/>
        </p:nvSpPr>
        <p:spPr bwMode="auto">
          <a:xfrm>
            <a:off x="1428205" y="2115409"/>
            <a:ext cx="2179803" cy="278766"/>
          </a:xfrm>
          <a:prstGeom prst="rect">
            <a:avLst/>
          </a:prstGeom>
          <a:noFill/>
          <a:ln w="9525">
            <a:noFill/>
            <a:miter lim="800000"/>
          </a:ln>
        </p:spPr>
        <p:txBody>
          <a:bodyPr wrap="none" lIns="0" tIns="0" rIns="0" bIns="0" anchor="ctr" anchorCtr="0">
            <a:noAutofit/>
            <a:scene3d>
              <a:camera prst="orthographicFront"/>
              <a:lightRig rig="threePt" dir="t"/>
            </a:scene3d>
            <a:sp3d>
              <a:bevelT w="0" h="0"/>
            </a:sp3d>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algn="r"/>
            <a:r>
              <a:rPr lang="zh-CN" altLang="en-US" b="1" dirty="0">
                <a:solidFill>
                  <a:srgbClr val="2E5596"/>
                </a:solidFill>
                <a:latin typeface="思源黑体" panose="020B0500000000000000" pitchFamily="34" charset="-122"/>
                <a:ea typeface="思源黑体" panose="020B0500000000000000" pitchFamily="34" charset="-122"/>
              </a:rPr>
              <a:t>工作计划</a:t>
            </a:r>
            <a:endParaRPr lang="zh-CN" altLang="en-US" b="1" dirty="0">
              <a:solidFill>
                <a:schemeClr val="tx1">
                  <a:lumMod val="75000"/>
                  <a:lumOff val="25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74" name="ïṥ1íḍè"/>
          <p:cNvSpPr txBox="1"/>
          <p:nvPr/>
        </p:nvSpPr>
        <p:spPr bwMode="auto">
          <a:xfrm>
            <a:off x="1428205" y="2839945"/>
            <a:ext cx="2179803" cy="565580"/>
          </a:xfrm>
          <a:prstGeom prst="rect">
            <a:avLst/>
          </a:prstGeom>
          <a:noFill/>
          <a:ln w="9525">
            <a:noFill/>
            <a:miter lim="800000"/>
          </a:ln>
        </p:spPr>
        <p:txBody>
          <a:bodyPr wrap="square" lIns="0" tIns="0" rIns="0" bIns="0" anchor="ctr" anchorCtr="0">
            <a:noAutofit/>
            <a:scene3d>
              <a:camera prst="orthographicFront"/>
              <a:lightRig rig="threePt" dir="t"/>
            </a:scene3d>
            <a:sp3d>
              <a:bevelT w="0" h="0"/>
            </a:sp3d>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2000"/>
              </a:lnSpc>
            </a:pPr>
            <a:r>
              <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思源黑体" panose="020B0500000000000000" pitchFamily="34" charset="-122"/>
              </a:rPr>
              <a:t>点击此处添加项目情况点击此处添加内容点击此处添加项目情况点击此处添加内容</a:t>
            </a:r>
            <a:endParaRPr lang="en-US" altLang="zh-CN" sz="12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思源黑体" panose="020B0500000000000000" pitchFamily="34" charset="-122"/>
            </a:endParaRPr>
          </a:p>
          <a:p>
            <a:pPr>
              <a:lnSpc>
                <a:spcPts val="2000"/>
              </a:lnSpc>
            </a:pPr>
            <a:endParaRPr lang="en-US" altLang="zh-CN" sz="12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思源黑体" panose="020B0500000000000000" pitchFamily="34" charset="-122"/>
            </a:endParaRPr>
          </a:p>
        </p:txBody>
      </p:sp>
      <p:sp>
        <p:nvSpPr>
          <p:cNvPr id="75" name="iṥļîde"/>
          <p:cNvSpPr txBox="1"/>
          <p:nvPr/>
        </p:nvSpPr>
        <p:spPr bwMode="auto">
          <a:xfrm>
            <a:off x="6185290" y="2115409"/>
            <a:ext cx="2179803" cy="278766"/>
          </a:xfrm>
          <a:prstGeom prst="rect">
            <a:avLst/>
          </a:prstGeom>
          <a:noFill/>
          <a:ln w="9525">
            <a:noFill/>
            <a:miter lim="800000"/>
          </a:ln>
        </p:spPr>
        <p:txBody>
          <a:bodyPr wrap="none" lIns="0" tIns="0" rIns="0" bIns="0" anchor="ctr" anchorCtr="1">
            <a:noAutofit/>
            <a:scene3d>
              <a:camera prst="orthographicFront"/>
              <a:lightRig rig="threePt" dir="t"/>
            </a:scene3d>
            <a:sp3d>
              <a:bevelT w="0" h="0"/>
            </a:sp3d>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algn="ctr"/>
            <a:r>
              <a:rPr lang="zh-CN" altLang="en-US" b="1" dirty="0">
                <a:solidFill>
                  <a:srgbClr val="2E5596"/>
                </a:solidFill>
                <a:latin typeface="思源黑体" panose="020B0500000000000000" pitchFamily="34" charset="-122"/>
                <a:ea typeface="思源黑体" panose="020B0500000000000000" pitchFamily="34" charset="-122"/>
              </a:rPr>
              <a:t>工作计划</a:t>
            </a:r>
            <a:endParaRPr lang="zh-CN" altLang="en-US" b="1" dirty="0">
              <a:solidFill>
                <a:schemeClr val="tx1">
                  <a:lumMod val="75000"/>
                  <a:lumOff val="25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84" name="ïṡḻïďê"/>
          <p:cNvSpPr txBox="1"/>
          <p:nvPr/>
        </p:nvSpPr>
        <p:spPr bwMode="auto">
          <a:xfrm>
            <a:off x="6185290" y="2723832"/>
            <a:ext cx="2179803" cy="793899"/>
          </a:xfrm>
          <a:prstGeom prst="rect">
            <a:avLst/>
          </a:prstGeom>
          <a:noFill/>
          <a:ln w="9525">
            <a:noFill/>
            <a:miter lim="800000"/>
          </a:ln>
        </p:spPr>
        <p:txBody>
          <a:bodyPr wrap="square" lIns="0" tIns="0" rIns="0" bIns="0" anchor="ctr" anchorCtr="0">
            <a:noAutofit/>
            <a:scene3d>
              <a:camera prst="orthographicFront"/>
              <a:lightRig rig="threePt" dir="t"/>
            </a:scene3d>
            <a:sp3d>
              <a:bevelT w="0" h="0"/>
            </a:sp3d>
          </a:bodyPr>
          <a:lstStyle>
            <a:defPPr>
              <a:defRPr lang="en-US"/>
            </a:defPPr>
            <a:lvl1pPr defTabSz="914400">
              <a:lnSpc>
                <a:spcPts val="2000"/>
              </a:lnSpc>
              <a:defRPr sz="1400">
                <a:solidFill>
                  <a:schemeClr val="tx1">
                    <a:lumMod val="65000"/>
                    <a:lumOff val="35000"/>
                  </a:schemeClr>
                </a:solidFill>
                <a:cs typeface="+mn-ea"/>
              </a:defRPr>
            </a:lvl1pPr>
            <a:lvl2pPr marL="457200" defTabSz="914400"/>
            <a:lvl3pPr marL="914400" defTabSz="914400"/>
            <a:lvl4pPr marL="1371600" defTabSz="914400"/>
            <a:lvl5pPr marL="1828800" defTabSz="914400"/>
            <a:lvl6pPr marL="2286000" defTabSz="914400"/>
            <a:lvl7pPr marL="2743200" defTabSz="914400"/>
            <a:lvl8pPr marL="3200400" defTabSz="914400"/>
            <a:lvl9pPr marL="3657600" defTabSz="914400"/>
          </a:lstStyle>
          <a:p>
            <a:r>
              <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sym typeface="思源黑体" panose="020B0500000000000000" pitchFamily="34" charset="-122"/>
              </a:rPr>
              <a:t>点击此处添加项目情况点击此处添加内容点击此处添加项目情况点击此处添加内容</a:t>
            </a:r>
            <a:endParaRPr lang="en-US" altLang="zh-CN" sz="1200" dirty="0">
              <a:solidFill>
                <a:schemeClr val="tx1">
                  <a:lumMod val="75000"/>
                  <a:lumOff val="25000"/>
                </a:schemeClr>
              </a:solidFill>
              <a:latin typeface="思源黑体" panose="020B0500000000000000" pitchFamily="34" charset="-122"/>
              <a:ea typeface="思源黑体" panose="020B0500000000000000" pitchFamily="34" charset="-122"/>
              <a:sym typeface="思源黑体" panose="020B0500000000000000" pitchFamily="34" charset="-122"/>
            </a:endParaRPr>
          </a:p>
          <a:p>
            <a:endParaRPr lang="en-US" altLang="zh-CN" sz="1200" dirty="0">
              <a:solidFill>
                <a:schemeClr val="tx1">
                  <a:lumMod val="75000"/>
                  <a:lumOff val="25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nvGrpSpPr>
          <p:cNvPr id="120" name="组合 119"/>
          <p:cNvGrpSpPr/>
          <p:nvPr/>
        </p:nvGrpSpPr>
        <p:grpSpPr>
          <a:xfrm>
            <a:off x="8512509" y="3971835"/>
            <a:ext cx="2512426" cy="1314050"/>
            <a:chOff x="8749160" y="1844824"/>
            <a:chExt cx="2722946" cy="1424156"/>
          </a:xfrm>
        </p:grpSpPr>
        <p:sp>
          <p:nvSpPr>
            <p:cNvPr id="121" name="î$ḻiḋè"/>
            <p:cNvSpPr/>
            <p:nvPr/>
          </p:nvSpPr>
          <p:spPr>
            <a:xfrm>
              <a:off x="8749160" y="1844824"/>
              <a:ext cx="2722946" cy="1424156"/>
            </a:xfrm>
            <a:prstGeom prst="homePlate">
              <a:avLst/>
            </a:prstGeom>
            <a:solidFill>
              <a:srgbClr val="587DB8"/>
            </a:solidFill>
            <a:ln w="76200">
              <a:noFill/>
            </a:ln>
            <a:effectLst>
              <a:outerShdw blurRad="1905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endParaRPr sz="2400" dirty="0">
                <a:solidFill>
                  <a:schemeClr val="bg1"/>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122" name="iśľíḋé"/>
            <p:cNvSpPr/>
            <p:nvPr/>
          </p:nvSpPr>
          <p:spPr>
            <a:xfrm>
              <a:off x="8900480" y="2646083"/>
              <a:ext cx="2420310" cy="218546"/>
            </a:xfrm>
            <a:prstGeom prst="rect">
              <a:avLst/>
            </a:prstGeom>
          </p:spPr>
          <p:txBody>
            <a:bodyPr wrap="none" lIns="72000" tIns="0" rIns="72000" bIns="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defTabSz="914400">
                <a:defRPr/>
              </a:pPr>
              <a:r>
                <a:rPr lang="zh-CN" altLang="en-US" b="1" dirty="0">
                  <a:solidFill>
                    <a:schemeClr val="bg1"/>
                  </a:solidFill>
                  <a:latin typeface="思源黑体" panose="020B0500000000000000" pitchFamily="34" charset="-122"/>
                  <a:ea typeface="思源黑体" panose="020B0500000000000000" pitchFamily="34" charset="-122"/>
                  <a:sym typeface="思源黑体" panose="020B0500000000000000" pitchFamily="34" charset="-122"/>
                </a:rPr>
                <a:t>市场方向</a:t>
              </a:r>
              <a:endParaRPr lang="zh-CN" altLang="en-US" b="1" dirty="0">
                <a:solidFill>
                  <a:schemeClr val="bg1"/>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123" name="ïṡlíḋê"/>
            <p:cNvSpPr/>
            <p:nvPr/>
          </p:nvSpPr>
          <p:spPr bwMode="auto">
            <a:xfrm>
              <a:off x="9441283" y="2014907"/>
              <a:ext cx="337044" cy="406893"/>
            </a:xfrm>
            <a:custGeom>
              <a:avLst/>
              <a:gdLst>
                <a:gd name="connsiteX0" fmla="*/ 127000 w 252413"/>
                <a:gd name="connsiteY0" fmla="*/ 292100 h 338138"/>
                <a:gd name="connsiteX1" fmla="*/ 111125 w 252413"/>
                <a:gd name="connsiteY1" fmla="*/ 307975 h 338138"/>
                <a:gd name="connsiteX2" fmla="*/ 127000 w 252413"/>
                <a:gd name="connsiteY2" fmla="*/ 323850 h 338138"/>
                <a:gd name="connsiteX3" fmla="*/ 142875 w 252413"/>
                <a:gd name="connsiteY3" fmla="*/ 307975 h 338138"/>
                <a:gd name="connsiteX4" fmla="*/ 127000 w 252413"/>
                <a:gd name="connsiteY4" fmla="*/ 292100 h 338138"/>
                <a:gd name="connsiteX5" fmla="*/ 60637 w 252413"/>
                <a:gd name="connsiteY5" fmla="*/ 241300 h 338138"/>
                <a:gd name="connsiteX6" fmla="*/ 123259 w 252413"/>
                <a:gd name="connsiteY6" fmla="*/ 241300 h 338138"/>
                <a:gd name="connsiteX7" fmla="*/ 128588 w 252413"/>
                <a:gd name="connsiteY7" fmla="*/ 248356 h 338138"/>
                <a:gd name="connsiteX8" fmla="*/ 123259 w 252413"/>
                <a:gd name="connsiteY8" fmla="*/ 254000 h 338138"/>
                <a:gd name="connsiteX9" fmla="*/ 60637 w 252413"/>
                <a:gd name="connsiteY9" fmla="*/ 254000 h 338138"/>
                <a:gd name="connsiteX10" fmla="*/ 53975 w 252413"/>
                <a:gd name="connsiteY10" fmla="*/ 248356 h 338138"/>
                <a:gd name="connsiteX11" fmla="*/ 60637 w 252413"/>
                <a:gd name="connsiteY11" fmla="*/ 241300 h 338138"/>
                <a:gd name="connsiteX12" fmla="*/ 60637 w 252413"/>
                <a:gd name="connsiteY12" fmla="*/ 219075 h 338138"/>
                <a:gd name="connsiteX13" fmla="*/ 123259 w 252413"/>
                <a:gd name="connsiteY13" fmla="*/ 219075 h 338138"/>
                <a:gd name="connsiteX14" fmla="*/ 128588 w 252413"/>
                <a:gd name="connsiteY14" fmla="*/ 224720 h 338138"/>
                <a:gd name="connsiteX15" fmla="*/ 123259 w 252413"/>
                <a:gd name="connsiteY15" fmla="*/ 231775 h 338138"/>
                <a:gd name="connsiteX16" fmla="*/ 60637 w 252413"/>
                <a:gd name="connsiteY16" fmla="*/ 231775 h 338138"/>
                <a:gd name="connsiteX17" fmla="*/ 53975 w 252413"/>
                <a:gd name="connsiteY17" fmla="*/ 224720 h 338138"/>
                <a:gd name="connsiteX18" fmla="*/ 60637 w 252413"/>
                <a:gd name="connsiteY18" fmla="*/ 219075 h 338138"/>
                <a:gd name="connsiteX19" fmla="*/ 60637 w 252413"/>
                <a:gd name="connsiteY19" fmla="*/ 196850 h 338138"/>
                <a:gd name="connsiteX20" fmla="*/ 123259 w 252413"/>
                <a:gd name="connsiteY20" fmla="*/ 196850 h 338138"/>
                <a:gd name="connsiteX21" fmla="*/ 128588 w 252413"/>
                <a:gd name="connsiteY21" fmla="*/ 202407 h 338138"/>
                <a:gd name="connsiteX22" fmla="*/ 123259 w 252413"/>
                <a:gd name="connsiteY22" fmla="*/ 207963 h 338138"/>
                <a:gd name="connsiteX23" fmla="*/ 60637 w 252413"/>
                <a:gd name="connsiteY23" fmla="*/ 207963 h 338138"/>
                <a:gd name="connsiteX24" fmla="*/ 53975 w 252413"/>
                <a:gd name="connsiteY24" fmla="*/ 202407 h 338138"/>
                <a:gd name="connsiteX25" fmla="*/ 60637 w 252413"/>
                <a:gd name="connsiteY25" fmla="*/ 196850 h 338138"/>
                <a:gd name="connsiteX26" fmla="*/ 60637 w 252413"/>
                <a:gd name="connsiteY26" fmla="*/ 174625 h 338138"/>
                <a:gd name="connsiteX27" fmla="*/ 123259 w 252413"/>
                <a:gd name="connsiteY27" fmla="*/ 174625 h 338138"/>
                <a:gd name="connsiteX28" fmla="*/ 128588 w 252413"/>
                <a:gd name="connsiteY28" fmla="*/ 180182 h 338138"/>
                <a:gd name="connsiteX29" fmla="*/ 123259 w 252413"/>
                <a:gd name="connsiteY29" fmla="*/ 185738 h 338138"/>
                <a:gd name="connsiteX30" fmla="*/ 60637 w 252413"/>
                <a:gd name="connsiteY30" fmla="*/ 185738 h 338138"/>
                <a:gd name="connsiteX31" fmla="*/ 53975 w 252413"/>
                <a:gd name="connsiteY31" fmla="*/ 180182 h 338138"/>
                <a:gd name="connsiteX32" fmla="*/ 60637 w 252413"/>
                <a:gd name="connsiteY32" fmla="*/ 174625 h 338138"/>
                <a:gd name="connsiteX33" fmla="*/ 149784 w 252413"/>
                <a:gd name="connsiteY33" fmla="*/ 155575 h 338138"/>
                <a:gd name="connsiteX34" fmla="*/ 188356 w 252413"/>
                <a:gd name="connsiteY34" fmla="*/ 155575 h 338138"/>
                <a:gd name="connsiteX35" fmla="*/ 193676 w 252413"/>
                <a:gd name="connsiteY35" fmla="*/ 160852 h 338138"/>
                <a:gd name="connsiteX36" fmla="*/ 193676 w 252413"/>
                <a:gd name="connsiteY36" fmla="*/ 242642 h 338138"/>
                <a:gd name="connsiteX37" fmla="*/ 188356 w 252413"/>
                <a:gd name="connsiteY37" fmla="*/ 249238 h 338138"/>
                <a:gd name="connsiteX38" fmla="*/ 149784 w 252413"/>
                <a:gd name="connsiteY38" fmla="*/ 249238 h 338138"/>
                <a:gd name="connsiteX39" fmla="*/ 144463 w 252413"/>
                <a:gd name="connsiteY39" fmla="*/ 242642 h 338138"/>
                <a:gd name="connsiteX40" fmla="*/ 144463 w 252413"/>
                <a:gd name="connsiteY40" fmla="*/ 160852 h 338138"/>
                <a:gd name="connsiteX41" fmla="*/ 149784 w 252413"/>
                <a:gd name="connsiteY41" fmla="*/ 155575 h 338138"/>
                <a:gd name="connsiteX42" fmla="*/ 60637 w 252413"/>
                <a:gd name="connsiteY42" fmla="*/ 150813 h 338138"/>
                <a:gd name="connsiteX43" fmla="*/ 123259 w 252413"/>
                <a:gd name="connsiteY43" fmla="*/ 150813 h 338138"/>
                <a:gd name="connsiteX44" fmla="*/ 128588 w 252413"/>
                <a:gd name="connsiteY44" fmla="*/ 156987 h 338138"/>
                <a:gd name="connsiteX45" fmla="*/ 123259 w 252413"/>
                <a:gd name="connsiteY45" fmla="*/ 161926 h 338138"/>
                <a:gd name="connsiteX46" fmla="*/ 60637 w 252413"/>
                <a:gd name="connsiteY46" fmla="*/ 161926 h 338138"/>
                <a:gd name="connsiteX47" fmla="*/ 53975 w 252413"/>
                <a:gd name="connsiteY47" fmla="*/ 156987 h 338138"/>
                <a:gd name="connsiteX48" fmla="*/ 60637 w 252413"/>
                <a:gd name="connsiteY48" fmla="*/ 150813 h 338138"/>
                <a:gd name="connsiteX49" fmla="*/ 59267 w 252413"/>
                <a:gd name="connsiteY49" fmla="*/ 128588 h 338138"/>
                <a:gd name="connsiteX50" fmla="*/ 191559 w 252413"/>
                <a:gd name="connsiteY50" fmla="*/ 128588 h 338138"/>
                <a:gd name="connsiteX51" fmla="*/ 196850 w 252413"/>
                <a:gd name="connsiteY51" fmla="*/ 133527 h 338138"/>
                <a:gd name="connsiteX52" fmla="*/ 191559 w 252413"/>
                <a:gd name="connsiteY52" fmla="*/ 139701 h 338138"/>
                <a:gd name="connsiteX53" fmla="*/ 59267 w 252413"/>
                <a:gd name="connsiteY53" fmla="*/ 139701 h 338138"/>
                <a:gd name="connsiteX54" fmla="*/ 53975 w 252413"/>
                <a:gd name="connsiteY54" fmla="*/ 133527 h 338138"/>
                <a:gd name="connsiteX55" fmla="*/ 59267 w 252413"/>
                <a:gd name="connsiteY55" fmla="*/ 128588 h 338138"/>
                <a:gd name="connsiteX56" fmla="*/ 127568 w 252413"/>
                <a:gd name="connsiteY56" fmla="*/ 106363 h 338138"/>
                <a:gd name="connsiteX57" fmla="*/ 191522 w 252413"/>
                <a:gd name="connsiteY57" fmla="*/ 106363 h 338138"/>
                <a:gd name="connsiteX58" fmla="*/ 196851 w 252413"/>
                <a:gd name="connsiteY58" fmla="*/ 111125 h 338138"/>
                <a:gd name="connsiteX59" fmla="*/ 191522 w 252413"/>
                <a:gd name="connsiteY59" fmla="*/ 115888 h 338138"/>
                <a:gd name="connsiteX60" fmla="*/ 127568 w 252413"/>
                <a:gd name="connsiteY60" fmla="*/ 115888 h 338138"/>
                <a:gd name="connsiteX61" fmla="*/ 122238 w 252413"/>
                <a:gd name="connsiteY61" fmla="*/ 111125 h 338138"/>
                <a:gd name="connsiteX62" fmla="*/ 127568 w 252413"/>
                <a:gd name="connsiteY62" fmla="*/ 106363 h 338138"/>
                <a:gd name="connsiteX63" fmla="*/ 127568 w 252413"/>
                <a:gd name="connsiteY63" fmla="*/ 84138 h 338138"/>
                <a:gd name="connsiteX64" fmla="*/ 191522 w 252413"/>
                <a:gd name="connsiteY64" fmla="*/ 84138 h 338138"/>
                <a:gd name="connsiteX65" fmla="*/ 196851 w 252413"/>
                <a:gd name="connsiteY65" fmla="*/ 88900 h 338138"/>
                <a:gd name="connsiteX66" fmla="*/ 191522 w 252413"/>
                <a:gd name="connsiteY66" fmla="*/ 93663 h 338138"/>
                <a:gd name="connsiteX67" fmla="*/ 127568 w 252413"/>
                <a:gd name="connsiteY67" fmla="*/ 93663 h 338138"/>
                <a:gd name="connsiteX68" fmla="*/ 122238 w 252413"/>
                <a:gd name="connsiteY68" fmla="*/ 88900 h 338138"/>
                <a:gd name="connsiteX69" fmla="*/ 127568 w 252413"/>
                <a:gd name="connsiteY69" fmla="*/ 84138 h 338138"/>
                <a:gd name="connsiteX70" fmla="*/ 64136 w 252413"/>
                <a:gd name="connsiteY70" fmla="*/ 65088 h 338138"/>
                <a:gd name="connsiteX71" fmla="*/ 107316 w 252413"/>
                <a:gd name="connsiteY71" fmla="*/ 65088 h 338138"/>
                <a:gd name="connsiteX72" fmla="*/ 112713 w 252413"/>
                <a:gd name="connsiteY72" fmla="*/ 71702 h 338138"/>
                <a:gd name="connsiteX73" fmla="*/ 112713 w 252413"/>
                <a:gd name="connsiteY73" fmla="*/ 106098 h 338138"/>
                <a:gd name="connsiteX74" fmla="*/ 107316 w 252413"/>
                <a:gd name="connsiteY74" fmla="*/ 112713 h 338138"/>
                <a:gd name="connsiteX75" fmla="*/ 64136 w 252413"/>
                <a:gd name="connsiteY75" fmla="*/ 112713 h 338138"/>
                <a:gd name="connsiteX76" fmla="*/ 58738 w 252413"/>
                <a:gd name="connsiteY76" fmla="*/ 106098 h 338138"/>
                <a:gd name="connsiteX77" fmla="*/ 58738 w 252413"/>
                <a:gd name="connsiteY77" fmla="*/ 71702 h 338138"/>
                <a:gd name="connsiteX78" fmla="*/ 64136 w 252413"/>
                <a:gd name="connsiteY78" fmla="*/ 65088 h 338138"/>
                <a:gd name="connsiteX79" fmla="*/ 127568 w 252413"/>
                <a:gd name="connsiteY79" fmla="*/ 60325 h 338138"/>
                <a:gd name="connsiteX80" fmla="*/ 191522 w 252413"/>
                <a:gd name="connsiteY80" fmla="*/ 60325 h 338138"/>
                <a:gd name="connsiteX81" fmla="*/ 196851 w 252413"/>
                <a:gd name="connsiteY81" fmla="*/ 66499 h 338138"/>
                <a:gd name="connsiteX82" fmla="*/ 191522 w 252413"/>
                <a:gd name="connsiteY82" fmla="*/ 71438 h 338138"/>
                <a:gd name="connsiteX83" fmla="*/ 127568 w 252413"/>
                <a:gd name="connsiteY83" fmla="*/ 71438 h 338138"/>
                <a:gd name="connsiteX84" fmla="*/ 122238 w 252413"/>
                <a:gd name="connsiteY84" fmla="*/ 66499 h 338138"/>
                <a:gd name="connsiteX85" fmla="*/ 127568 w 252413"/>
                <a:gd name="connsiteY85" fmla="*/ 60325 h 338138"/>
                <a:gd name="connsiteX86" fmla="*/ 42572 w 252413"/>
                <a:gd name="connsiteY86" fmla="*/ 34925 h 338138"/>
                <a:gd name="connsiteX87" fmla="*/ 33338 w 252413"/>
                <a:gd name="connsiteY87" fmla="*/ 44126 h 338138"/>
                <a:gd name="connsiteX88" fmla="*/ 33338 w 252413"/>
                <a:gd name="connsiteY88" fmla="*/ 279400 h 338138"/>
                <a:gd name="connsiteX89" fmla="*/ 220663 w 252413"/>
                <a:gd name="connsiteY89" fmla="*/ 279400 h 338138"/>
                <a:gd name="connsiteX90" fmla="*/ 220663 w 252413"/>
                <a:gd name="connsiteY90" fmla="*/ 44126 h 338138"/>
                <a:gd name="connsiteX91" fmla="*/ 211429 w 252413"/>
                <a:gd name="connsiteY91" fmla="*/ 34925 h 338138"/>
                <a:gd name="connsiteX92" fmla="*/ 42572 w 252413"/>
                <a:gd name="connsiteY92" fmla="*/ 34925 h 338138"/>
                <a:gd name="connsiteX93" fmla="*/ 42069 w 252413"/>
                <a:gd name="connsiteY93" fmla="*/ 0 h 338138"/>
                <a:gd name="connsiteX94" fmla="*/ 210344 w 252413"/>
                <a:gd name="connsiteY94" fmla="*/ 0 h 338138"/>
                <a:gd name="connsiteX95" fmla="*/ 252413 w 252413"/>
                <a:gd name="connsiteY95" fmla="*/ 43588 h 338138"/>
                <a:gd name="connsiteX96" fmla="*/ 252413 w 252413"/>
                <a:gd name="connsiteY96" fmla="*/ 294550 h 338138"/>
                <a:gd name="connsiteX97" fmla="*/ 210344 w 252413"/>
                <a:gd name="connsiteY97" fmla="*/ 338138 h 338138"/>
                <a:gd name="connsiteX98" fmla="*/ 42069 w 252413"/>
                <a:gd name="connsiteY98" fmla="*/ 338138 h 338138"/>
                <a:gd name="connsiteX99" fmla="*/ 0 w 252413"/>
                <a:gd name="connsiteY99" fmla="*/ 294550 h 338138"/>
                <a:gd name="connsiteX100" fmla="*/ 0 w 252413"/>
                <a:gd name="connsiteY100" fmla="*/ 43588 h 338138"/>
                <a:gd name="connsiteX101" fmla="*/ 42069 w 252413"/>
                <a:gd name="connsiteY101" fmla="*/ 0 h 338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52413" h="338138">
                  <a:moveTo>
                    <a:pt x="127000" y="292100"/>
                  </a:moveTo>
                  <a:cubicBezTo>
                    <a:pt x="118232" y="292100"/>
                    <a:pt x="111125" y="299207"/>
                    <a:pt x="111125" y="307975"/>
                  </a:cubicBezTo>
                  <a:cubicBezTo>
                    <a:pt x="111125" y="316743"/>
                    <a:pt x="118232" y="323850"/>
                    <a:pt x="127000" y="323850"/>
                  </a:cubicBezTo>
                  <a:cubicBezTo>
                    <a:pt x="135768" y="323850"/>
                    <a:pt x="142875" y="316743"/>
                    <a:pt x="142875" y="307975"/>
                  </a:cubicBezTo>
                  <a:cubicBezTo>
                    <a:pt x="142875" y="299207"/>
                    <a:pt x="135768" y="292100"/>
                    <a:pt x="127000" y="292100"/>
                  </a:cubicBezTo>
                  <a:close/>
                  <a:moveTo>
                    <a:pt x="60637" y="241300"/>
                  </a:moveTo>
                  <a:cubicBezTo>
                    <a:pt x="60637" y="241300"/>
                    <a:pt x="60637" y="241300"/>
                    <a:pt x="123259" y="241300"/>
                  </a:cubicBezTo>
                  <a:cubicBezTo>
                    <a:pt x="127256" y="241300"/>
                    <a:pt x="128588" y="244122"/>
                    <a:pt x="128588" y="248356"/>
                  </a:cubicBezTo>
                  <a:cubicBezTo>
                    <a:pt x="128588" y="251178"/>
                    <a:pt x="127256" y="254000"/>
                    <a:pt x="123259" y="254000"/>
                  </a:cubicBezTo>
                  <a:cubicBezTo>
                    <a:pt x="123259" y="254000"/>
                    <a:pt x="123259" y="254000"/>
                    <a:pt x="60637" y="254000"/>
                  </a:cubicBezTo>
                  <a:cubicBezTo>
                    <a:pt x="56640" y="254000"/>
                    <a:pt x="53975" y="251178"/>
                    <a:pt x="53975" y="248356"/>
                  </a:cubicBezTo>
                  <a:cubicBezTo>
                    <a:pt x="53975" y="244122"/>
                    <a:pt x="56640" y="241300"/>
                    <a:pt x="60637" y="241300"/>
                  </a:cubicBezTo>
                  <a:close/>
                  <a:moveTo>
                    <a:pt x="60637" y="219075"/>
                  </a:moveTo>
                  <a:cubicBezTo>
                    <a:pt x="60637" y="219075"/>
                    <a:pt x="60637" y="219075"/>
                    <a:pt x="123259" y="219075"/>
                  </a:cubicBezTo>
                  <a:cubicBezTo>
                    <a:pt x="127256" y="219075"/>
                    <a:pt x="128588" y="221897"/>
                    <a:pt x="128588" y="224720"/>
                  </a:cubicBezTo>
                  <a:cubicBezTo>
                    <a:pt x="128588" y="228953"/>
                    <a:pt x="127256" y="231775"/>
                    <a:pt x="123259" y="231775"/>
                  </a:cubicBezTo>
                  <a:cubicBezTo>
                    <a:pt x="123259" y="231775"/>
                    <a:pt x="123259" y="231775"/>
                    <a:pt x="60637" y="231775"/>
                  </a:cubicBezTo>
                  <a:cubicBezTo>
                    <a:pt x="56640" y="231775"/>
                    <a:pt x="53975" y="228953"/>
                    <a:pt x="53975" y="224720"/>
                  </a:cubicBezTo>
                  <a:cubicBezTo>
                    <a:pt x="53975" y="221897"/>
                    <a:pt x="56640" y="219075"/>
                    <a:pt x="60637" y="219075"/>
                  </a:cubicBezTo>
                  <a:close/>
                  <a:moveTo>
                    <a:pt x="60637" y="196850"/>
                  </a:moveTo>
                  <a:cubicBezTo>
                    <a:pt x="60637" y="196850"/>
                    <a:pt x="60637" y="196850"/>
                    <a:pt x="123259" y="196850"/>
                  </a:cubicBezTo>
                  <a:cubicBezTo>
                    <a:pt x="127256" y="196850"/>
                    <a:pt x="128588" y="199628"/>
                    <a:pt x="128588" y="202407"/>
                  </a:cubicBezTo>
                  <a:cubicBezTo>
                    <a:pt x="128588" y="206574"/>
                    <a:pt x="127256" y="207963"/>
                    <a:pt x="123259" y="207963"/>
                  </a:cubicBezTo>
                  <a:cubicBezTo>
                    <a:pt x="123259" y="207963"/>
                    <a:pt x="123259" y="207963"/>
                    <a:pt x="60637" y="207963"/>
                  </a:cubicBezTo>
                  <a:cubicBezTo>
                    <a:pt x="56640" y="207963"/>
                    <a:pt x="53975" y="206574"/>
                    <a:pt x="53975" y="202407"/>
                  </a:cubicBezTo>
                  <a:cubicBezTo>
                    <a:pt x="53975" y="199628"/>
                    <a:pt x="56640" y="196850"/>
                    <a:pt x="60637" y="196850"/>
                  </a:cubicBezTo>
                  <a:close/>
                  <a:moveTo>
                    <a:pt x="60637" y="174625"/>
                  </a:moveTo>
                  <a:cubicBezTo>
                    <a:pt x="60637" y="174625"/>
                    <a:pt x="60637" y="174625"/>
                    <a:pt x="123259" y="174625"/>
                  </a:cubicBezTo>
                  <a:cubicBezTo>
                    <a:pt x="127256" y="174625"/>
                    <a:pt x="128588" y="177403"/>
                    <a:pt x="128588" y="180182"/>
                  </a:cubicBezTo>
                  <a:cubicBezTo>
                    <a:pt x="128588" y="182960"/>
                    <a:pt x="127256" y="185738"/>
                    <a:pt x="123259" y="185738"/>
                  </a:cubicBezTo>
                  <a:cubicBezTo>
                    <a:pt x="123259" y="185738"/>
                    <a:pt x="123259" y="185738"/>
                    <a:pt x="60637" y="185738"/>
                  </a:cubicBezTo>
                  <a:cubicBezTo>
                    <a:pt x="56640" y="185738"/>
                    <a:pt x="53975" y="182960"/>
                    <a:pt x="53975" y="180182"/>
                  </a:cubicBezTo>
                  <a:cubicBezTo>
                    <a:pt x="53975" y="177403"/>
                    <a:pt x="56640" y="174625"/>
                    <a:pt x="60637" y="174625"/>
                  </a:cubicBezTo>
                  <a:close/>
                  <a:moveTo>
                    <a:pt x="149784" y="155575"/>
                  </a:moveTo>
                  <a:cubicBezTo>
                    <a:pt x="149784" y="155575"/>
                    <a:pt x="149784" y="155575"/>
                    <a:pt x="188356" y="155575"/>
                  </a:cubicBezTo>
                  <a:cubicBezTo>
                    <a:pt x="191016" y="155575"/>
                    <a:pt x="193676" y="158214"/>
                    <a:pt x="193676" y="160852"/>
                  </a:cubicBezTo>
                  <a:cubicBezTo>
                    <a:pt x="193676" y="160852"/>
                    <a:pt x="193676" y="160852"/>
                    <a:pt x="193676" y="242642"/>
                  </a:cubicBezTo>
                  <a:cubicBezTo>
                    <a:pt x="193676" y="246600"/>
                    <a:pt x="191016" y="249238"/>
                    <a:pt x="188356" y="249238"/>
                  </a:cubicBezTo>
                  <a:cubicBezTo>
                    <a:pt x="188356" y="249238"/>
                    <a:pt x="188356" y="249238"/>
                    <a:pt x="149784" y="249238"/>
                  </a:cubicBezTo>
                  <a:cubicBezTo>
                    <a:pt x="147123" y="249238"/>
                    <a:pt x="144463" y="246600"/>
                    <a:pt x="144463" y="242642"/>
                  </a:cubicBezTo>
                  <a:cubicBezTo>
                    <a:pt x="144463" y="242642"/>
                    <a:pt x="144463" y="242642"/>
                    <a:pt x="144463" y="160852"/>
                  </a:cubicBezTo>
                  <a:cubicBezTo>
                    <a:pt x="144463" y="158214"/>
                    <a:pt x="147123" y="155575"/>
                    <a:pt x="149784" y="155575"/>
                  </a:cubicBezTo>
                  <a:close/>
                  <a:moveTo>
                    <a:pt x="60637" y="150813"/>
                  </a:moveTo>
                  <a:cubicBezTo>
                    <a:pt x="60637" y="150813"/>
                    <a:pt x="60637" y="150813"/>
                    <a:pt x="123259" y="150813"/>
                  </a:cubicBezTo>
                  <a:cubicBezTo>
                    <a:pt x="127256" y="150813"/>
                    <a:pt x="128588" y="153283"/>
                    <a:pt x="128588" y="156987"/>
                  </a:cubicBezTo>
                  <a:cubicBezTo>
                    <a:pt x="128588" y="159457"/>
                    <a:pt x="127256" y="161926"/>
                    <a:pt x="123259" y="161926"/>
                  </a:cubicBezTo>
                  <a:cubicBezTo>
                    <a:pt x="123259" y="161926"/>
                    <a:pt x="123259" y="161926"/>
                    <a:pt x="60637" y="161926"/>
                  </a:cubicBezTo>
                  <a:cubicBezTo>
                    <a:pt x="56640" y="161926"/>
                    <a:pt x="53975" y="159457"/>
                    <a:pt x="53975" y="156987"/>
                  </a:cubicBezTo>
                  <a:cubicBezTo>
                    <a:pt x="53975" y="153283"/>
                    <a:pt x="56640" y="150813"/>
                    <a:pt x="60637" y="150813"/>
                  </a:cubicBezTo>
                  <a:close/>
                  <a:moveTo>
                    <a:pt x="59267" y="128588"/>
                  </a:moveTo>
                  <a:cubicBezTo>
                    <a:pt x="59267" y="128588"/>
                    <a:pt x="59267" y="128588"/>
                    <a:pt x="191559" y="128588"/>
                  </a:cubicBezTo>
                  <a:cubicBezTo>
                    <a:pt x="194204" y="128588"/>
                    <a:pt x="196850" y="131058"/>
                    <a:pt x="196850" y="133527"/>
                  </a:cubicBezTo>
                  <a:cubicBezTo>
                    <a:pt x="196850" y="137232"/>
                    <a:pt x="194204" y="139701"/>
                    <a:pt x="191559" y="139701"/>
                  </a:cubicBezTo>
                  <a:cubicBezTo>
                    <a:pt x="191559" y="139701"/>
                    <a:pt x="191559" y="139701"/>
                    <a:pt x="59267" y="139701"/>
                  </a:cubicBezTo>
                  <a:cubicBezTo>
                    <a:pt x="56621" y="139701"/>
                    <a:pt x="53975" y="137232"/>
                    <a:pt x="53975" y="133527"/>
                  </a:cubicBezTo>
                  <a:cubicBezTo>
                    <a:pt x="53975" y="131058"/>
                    <a:pt x="56621" y="128588"/>
                    <a:pt x="59267" y="128588"/>
                  </a:cubicBezTo>
                  <a:close/>
                  <a:moveTo>
                    <a:pt x="127568" y="106363"/>
                  </a:moveTo>
                  <a:cubicBezTo>
                    <a:pt x="127568" y="106363"/>
                    <a:pt x="127568" y="106363"/>
                    <a:pt x="191522" y="106363"/>
                  </a:cubicBezTo>
                  <a:cubicBezTo>
                    <a:pt x="194186" y="106363"/>
                    <a:pt x="196851" y="108744"/>
                    <a:pt x="196851" y="111125"/>
                  </a:cubicBezTo>
                  <a:cubicBezTo>
                    <a:pt x="196851" y="114697"/>
                    <a:pt x="194186" y="115888"/>
                    <a:pt x="191522" y="115888"/>
                  </a:cubicBezTo>
                  <a:cubicBezTo>
                    <a:pt x="191522" y="115888"/>
                    <a:pt x="191522" y="115888"/>
                    <a:pt x="127568" y="115888"/>
                  </a:cubicBezTo>
                  <a:cubicBezTo>
                    <a:pt x="124903" y="115888"/>
                    <a:pt x="122238" y="114697"/>
                    <a:pt x="122238" y="111125"/>
                  </a:cubicBezTo>
                  <a:cubicBezTo>
                    <a:pt x="122238" y="108744"/>
                    <a:pt x="124903" y="106363"/>
                    <a:pt x="127568" y="106363"/>
                  </a:cubicBezTo>
                  <a:close/>
                  <a:moveTo>
                    <a:pt x="127568" y="84138"/>
                  </a:moveTo>
                  <a:cubicBezTo>
                    <a:pt x="127568" y="84138"/>
                    <a:pt x="127568" y="84138"/>
                    <a:pt x="191522" y="84138"/>
                  </a:cubicBezTo>
                  <a:cubicBezTo>
                    <a:pt x="194186" y="84138"/>
                    <a:pt x="196851" y="86519"/>
                    <a:pt x="196851" y="88900"/>
                  </a:cubicBezTo>
                  <a:cubicBezTo>
                    <a:pt x="196851" y="91282"/>
                    <a:pt x="194186" y="93663"/>
                    <a:pt x="191522" y="93663"/>
                  </a:cubicBezTo>
                  <a:cubicBezTo>
                    <a:pt x="191522" y="93663"/>
                    <a:pt x="191522" y="93663"/>
                    <a:pt x="127568" y="93663"/>
                  </a:cubicBezTo>
                  <a:cubicBezTo>
                    <a:pt x="124903" y="93663"/>
                    <a:pt x="122238" y="91282"/>
                    <a:pt x="122238" y="88900"/>
                  </a:cubicBezTo>
                  <a:cubicBezTo>
                    <a:pt x="122238" y="86519"/>
                    <a:pt x="124903" y="84138"/>
                    <a:pt x="127568" y="84138"/>
                  </a:cubicBezTo>
                  <a:close/>
                  <a:moveTo>
                    <a:pt x="64136" y="65088"/>
                  </a:moveTo>
                  <a:cubicBezTo>
                    <a:pt x="64136" y="65088"/>
                    <a:pt x="64136" y="65088"/>
                    <a:pt x="107316" y="65088"/>
                  </a:cubicBezTo>
                  <a:cubicBezTo>
                    <a:pt x="110014" y="65088"/>
                    <a:pt x="112713" y="67734"/>
                    <a:pt x="112713" y="71702"/>
                  </a:cubicBezTo>
                  <a:cubicBezTo>
                    <a:pt x="112713" y="71702"/>
                    <a:pt x="112713" y="71702"/>
                    <a:pt x="112713" y="106098"/>
                  </a:cubicBezTo>
                  <a:cubicBezTo>
                    <a:pt x="112713" y="110067"/>
                    <a:pt x="110014" y="112713"/>
                    <a:pt x="107316" y="112713"/>
                  </a:cubicBezTo>
                  <a:cubicBezTo>
                    <a:pt x="107316" y="112713"/>
                    <a:pt x="107316" y="112713"/>
                    <a:pt x="64136" y="112713"/>
                  </a:cubicBezTo>
                  <a:cubicBezTo>
                    <a:pt x="61437" y="112713"/>
                    <a:pt x="58738" y="110067"/>
                    <a:pt x="58738" y="106098"/>
                  </a:cubicBezTo>
                  <a:cubicBezTo>
                    <a:pt x="58738" y="106098"/>
                    <a:pt x="58738" y="106098"/>
                    <a:pt x="58738" y="71702"/>
                  </a:cubicBezTo>
                  <a:cubicBezTo>
                    <a:pt x="58738" y="67734"/>
                    <a:pt x="61437" y="65088"/>
                    <a:pt x="64136" y="65088"/>
                  </a:cubicBezTo>
                  <a:close/>
                  <a:moveTo>
                    <a:pt x="127568" y="60325"/>
                  </a:moveTo>
                  <a:cubicBezTo>
                    <a:pt x="127568" y="60325"/>
                    <a:pt x="127568" y="60325"/>
                    <a:pt x="191522" y="60325"/>
                  </a:cubicBezTo>
                  <a:cubicBezTo>
                    <a:pt x="194186" y="60325"/>
                    <a:pt x="196851" y="62794"/>
                    <a:pt x="196851" y="66499"/>
                  </a:cubicBezTo>
                  <a:cubicBezTo>
                    <a:pt x="196851" y="68968"/>
                    <a:pt x="194186" y="71438"/>
                    <a:pt x="191522" y="71438"/>
                  </a:cubicBezTo>
                  <a:cubicBezTo>
                    <a:pt x="191522" y="71438"/>
                    <a:pt x="191522" y="71438"/>
                    <a:pt x="127568" y="71438"/>
                  </a:cubicBezTo>
                  <a:cubicBezTo>
                    <a:pt x="124903" y="71438"/>
                    <a:pt x="122238" y="68968"/>
                    <a:pt x="122238" y="66499"/>
                  </a:cubicBezTo>
                  <a:cubicBezTo>
                    <a:pt x="122238" y="62794"/>
                    <a:pt x="124903" y="60325"/>
                    <a:pt x="127568" y="60325"/>
                  </a:cubicBezTo>
                  <a:close/>
                  <a:moveTo>
                    <a:pt x="42572" y="34925"/>
                  </a:moveTo>
                  <a:cubicBezTo>
                    <a:pt x="37295" y="34925"/>
                    <a:pt x="33338" y="38868"/>
                    <a:pt x="33338" y="44126"/>
                  </a:cubicBezTo>
                  <a:lnTo>
                    <a:pt x="33338" y="279400"/>
                  </a:lnTo>
                  <a:cubicBezTo>
                    <a:pt x="33338" y="279400"/>
                    <a:pt x="33338" y="279400"/>
                    <a:pt x="220663" y="279400"/>
                  </a:cubicBezTo>
                  <a:cubicBezTo>
                    <a:pt x="220663" y="279400"/>
                    <a:pt x="220663" y="279400"/>
                    <a:pt x="220663" y="44126"/>
                  </a:cubicBezTo>
                  <a:cubicBezTo>
                    <a:pt x="220663" y="38868"/>
                    <a:pt x="216706" y="34925"/>
                    <a:pt x="211429" y="34925"/>
                  </a:cubicBezTo>
                  <a:cubicBezTo>
                    <a:pt x="211429" y="34925"/>
                    <a:pt x="211429" y="34925"/>
                    <a:pt x="42572" y="34925"/>
                  </a:cubicBezTo>
                  <a:close/>
                  <a:moveTo>
                    <a:pt x="42069" y="0"/>
                  </a:moveTo>
                  <a:cubicBezTo>
                    <a:pt x="42069" y="0"/>
                    <a:pt x="42069" y="0"/>
                    <a:pt x="210344" y="0"/>
                  </a:cubicBezTo>
                  <a:cubicBezTo>
                    <a:pt x="234008" y="0"/>
                    <a:pt x="252413" y="19813"/>
                    <a:pt x="252413" y="43588"/>
                  </a:cubicBezTo>
                  <a:cubicBezTo>
                    <a:pt x="252413" y="43588"/>
                    <a:pt x="252413" y="43588"/>
                    <a:pt x="252413" y="294550"/>
                  </a:cubicBezTo>
                  <a:cubicBezTo>
                    <a:pt x="252413" y="318325"/>
                    <a:pt x="234008" y="338138"/>
                    <a:pt x="210344" y="338138"/>
                  </a:cubicBezTo>
                  <a:cubicBezTo>
                    <a:pt x="210344" y="338138"/>
                    <a:pt x="210344" y="338138"/>
                    <a:pt x="42069" y="338138"/>
                  </a:cubicBezTo>
                  <a:cubicBezTo>
                    <a:pt x="18405" y="338138"/>
                    <a:pt x="0" y="318325"/>
                    <a:pt x="0" y="294550"/>
                  </a:cubicBezTo>
                  <a:cubicBezTo>
                    <a:pt x="0" y="294550"/>
                    <a:pt x="0" y="294550"/>
                    <a:pt x="0" y="43588"/>
                  </a:cubicBezTo>
                  <a:cubicBezTo>
                    <a:pt x="0" y="19813"/>
                    <a:pt x="18405" y="0"/>
                    <a:pt x="42069" y="0"/>
                  </a:cubicBezTo>
                  <a:close/>
                </a:path>
              </a:pathLst>
            </a:custGeom>
            <a:solidFill>
              <a:schemeClr val="bg1"/>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sz="2400" dirty="0">
                <a:solidFill>
                  <a:schemeClr val="bg1"/>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sp>
        <p:nvSpPr>
          <p:cNvPr id="124" name="íṩ1íḋe"/>
          <p:cNvSpPr txBox="1"/>
          <p:nvPr/>
        </p:nvSpPr>
        <p:spPr bwMode="auto">
          <a:xfrm>
            <a:off x="8542125" y="2115409"/>
            <a:ext cx="2179802" cy="278766"/>
          </a:xfrm>
          <a:prstGeom prst="rect">
            <a:avLst/>
          </a:prstGeom>
          <a:noFill/>
          <a:ln w="9525">
            <a:noFill/>
            <a:miter lim="800000"/>
          </a:ln>
        </p:spPr>
        <p:txBody>
          <a:bodyPr wrap="none" lIns="0" tIns="0" rIns="0" bIns="0" anchor="ctr" anchorCtr="0">
            <a:noAutofit/>
            <a:scene3d>
              <a:camera prst="orthographicFront"/>
              <a:lightRig rig="threePt" dir="t"/>
            </a:scene3d>
            <a:sp3d>
              <a:bevelT w="0" h="0"/>
            </a:sp3d>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a:r>
              <a:rPr lang="zh-CN" altLang="en-US" b="1" dirty="0">
                <a:solidFill>
                  <a:srgbClr val="2E5596"/>
                </a:solidFill>
                <a:latin typeface="思源黑体" panose="020B0500000000000000" pitchFamily="34" charset="-122"/>
                <a:ea typeface="思源黑体" panose="020B0500000000000000" pitchFamily="34" charset="-122"/>
              </a:rPr>
              <a:t>工作计划</a:t>
            </a:r>
            <a:endParaRPr lang="zh-CN" altLang="en-US" b="1" dirty="0">
              <a:solidFill>
                <a:schemeClr val="tx1">
                  <a:lumMod val="75000"/>
                  <a:lumOff val="25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125" name="ïślíďê"/>
          <p:cNvSpPr txBox="1"/>
          <p:nvPr/>
        </p:nvSpPr>
        <p:spPr bwMode="auto">
          <a:xfrm>
            <a:off x="8542125" y="2839945"/>
            <a:ext cx="2179802" cy="565580"/>
          </a:xfrm>
          <a:prstGeom prst="rect">
            <a:avLst/>
          </a:prstGeom>
          <a:noFill/>
          <a:ln w="9525">
            <a:noFill/>
            <a:miter lim="800000"/>
          </a:ln>
        </p:spPr>
        <p:txBody>
          <a:bodyPr wrap="square" lIns="0" tIns="0" rIns="0" bIns="0" anchor="ctr" anchorCtr="0">
            <a:noAutofit/>
            <a:scene3d>
              <a:camera prst="orthographicFront"/>
              <a:lightRig rig="threePt" dir="t"/>
            </a:scene3d>
            <a:sp3d>
              <a:bevelT w="0" h="0"/>
            </a:sp3d>
          </a:bodyPr>
          <a:lstStyle>
            <a:defPPr>
              <a:defRPr lang="en-US"/>
            </a:defPPr>
            <a:lvl1pPr defTabSz="914400">
              <a:lnSpc>
                <a:spcPts val="2000"/>
              </a:lnSpc>
              <a:defRPr sz="1400">
                <a:solidFill>
                  <a:schemeClr val="tx1">
                    <a:lumMod val="65000"/>
                    <a:lumOff val="35000"/>
                  </a:schemeClr>
                </a:solidFill>
                <a:cs typeface="+mn-ea"/>
              </a:defRPr>
            </a:lvl1pPr>
            <a:lvl2pPr marL="457200" defTabSz="914400"/>
            <a:lvl3pPr marL="914400" defTabSz="914400"/>
            <a:lvl4pPr marL="1371600" defTabSz="914400"/>
            <a:lvl5pPr marL="1828800" defTabSz="914400"/>
            <a:lvl6pPr marL="2286000" defTabSz="914400"/>
            <a:lvl7pPr marL="2743200" defTabSz="914400"/>
            <a:lvl8pPr marL="3200400" defTabSz="914400"/>
            <a:lvl9pPr marL="3657600" defTabSz="914400"/>
          </a:lstStyle>
          <a:p>
            <a:r>
              <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sym typeface="思源黑体" panose="020B0500000000000000" pitchFamily="34" charset="-122"/>
              </a:rPr>
              <a:t>点击此处添加项目情况点击此处添加内容点击此处添加项目情况点击此处添加内容</a:t>
            </a:r>
            <a:endParaRPr lang="en-US" altLang="zh-CN" sz="1200" dirty="0">
              <a:solidFill>
                <a:schemeClr val="tx1">
                  <a:lumMod val="75000"/>
                  <a:lumOff val="25000"/>
                </a:schemeClr>
              </a:solidFill>
              <a:latin typeface="思源黑体" panose="020B0500000000000000" pitchFamily="34" charset="-122"/>
              <a:ea typeface="思源黑体" panose="020B0500000000000000" pitchFamily="34" charset="-122"/>
              <a:sym typeface="思源黑体" panose="020B0500000000000000" pitchFamily="34" charset="-122"/>
            </a:endParaRPr>
          </a:p>
          <a:p>
            <a:endParaRPr lang="en-US" altLang="zh-CN" sz="1200" dirty="0">
              <a:solidFill>
                <a:schemeClr val="tx1">
                  <a:lumMod val="75000"/>
                  <a:lumOff val="25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126" name="íS1iḓe"/>
          <p:cNvSpPr txBox="1"/>
          <p:nvPr/>
        </p:nvSpPr>
        <p:spPr bwMode="auto">
          <a:xfrm>
            <a:off x="3828455" y="2115409"/>
            <a:ext cx="2179803" cy="278766"/>
          </a:xfrm>
          <a:prstGeom prst="rect">
            <a:avLst/>
          </a:prstGeom>
          <a:noFill/>
          <a:ln w="9525">
            <a:noFill/>
            <a:miter lim="800000"/>
          </a:ln>
        </p:spPr>
        <p:txBody>
          <a:bodyPr wrap="none" lIns="0" tIns="0" rIns="0" bIns="0" anchor="ctr" anchorCtr="1">
            <a:noAutofit/>
            <a:scene3d>
              <a:camera prst="orthographicFront"/>
              <a:lightRig rig="threePt" dir="t"/>
            </a:scene3d>
            <a:sp3d>
              <a:bevelT w="0" h="0"/>
            </a:sp3d>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algn="ctr"/>
            <a:r>
              <a:rPr lang="zh-CN" altLang="en-US" b="1" dirty="0">
                <a:solidFill>
                  <a:srgbClr val="2E5596"/>
                </a:solidFill>
                <a:latin typeface="思源黑体" panose="020B0500000000000000" pitchFamily="34" charset="-122"/>
                <a:ea typeface="思源黑体" panose="020B0500000000000000" pitchFamily="34" charset="-122"/>
              </a:rPr>
              <a:t>工作计划</a:t>
            </a:r>
            <a:endParaRPr lang="zh-CN" altLang="en-US" b="1" dirty="0">
              <a:solidFill>
                <a:schemeClr val="tx1">
                  <a:lumMod val="75000"/>
                  <a:lumOff val="25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127" name="ïšľíḑè"/>
          <p:cNvSpPr txBox="1"/>
          <p:nvPr/>
        </p:nvSpPr>
        <p:spPr bwMode="auto">
          <a:xfrm>
            <a:off x="3828455" y="2723832"/>
            <a:ext cx="2179803" cy="793899"/>
          </a:xfrm>
          <a:prstGeom prst="rect">
            <a:avLst/>
          </a:prstGeom>
          <a:noFill/>
          <a:ln w="9525">
            <a:noFill/>
            <a:miter lim="800000"/>
          </a:ln>
        </p:spPr>
        <p:txBody>
          <a:bodyPr wrap="square" lIns="0" tIns="0" rIns="0" bIns="0" anchor="ctr" anchorCtr="0">
            <a:noAutofit/>
            <a:scene3d>
              <a:camera prst="orthographicFront"/>
              <a:lightRig rig="threePt" dir="t"/>
            </a:scene3d>
            <a:sp3d>
              <a:bevelT w="0" h="0"/>
            </a:sp3d>
          </a:bodyPr>
          <a:lstStyle>
            <a:defPPr>
              <a:defRPr lang="en-US"/>
            </a:defPPr>
            <a:lvl1pPr defTabSz="914400">
              <a:lnSpc>
                <a:spcPts val="2000"/>
              </a:lnSpc>
              <a:defRPr sz="1400">
                <a:solidFill>
                  <a:schemeClr val="tx1">
                    <a:lumMod val="65000"/>
                    <a:lumOff val="35000"/>
                  </a:schemeClr>
                </a:solidFill>
                <a:cs typeface="+mn-ea"/>
              </a:defRPr>
            </a:lvl1pPr>
            <a:lvl2pPr marL="457200" defTabSz="914400"/>
            <a:lvl3pPr marL="914400" defTabSz="914400"/>
            <a:lvl4pPr marL="1371600" defTabSz="914400"/>
            <a:lvl5pPr marL="1828800" defTabSz="914400"/>
            <a:lvl6pPr marL="2286000" defTabSz="914400"/>
            <a:lvl7pPr marL="2743200" defTabSz="914400"/>
            <a:lvl8pPr marL="3200400" defTabSz="914400"/>
            <a:lvl9pPr marL="3657600" defTabSz="914400"/>
          </a:lstStyle>
          <a:p>
            <a:r>
              <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sym typeface="思源黑体" panose="020B0500000000000000" pitchFamily="34" charset="-122"/>
              </a:rPr>
              <a:t>点击此处添加项目情况点击此处添加内容点击此处添加项目情况点击此处添加内容</a:t>
            </a:r>
            <a:endParaRPr lang="en-US" altLang="zh-CN" sz="1200" dirty="0">
              <a:solidFill>
                <a:schemeClr val="tx1">
                  <a:lumMod val="75000"/>
                  <a:lumOff val="25000"/>
                </a:schemeClr>
              </a:solidFill>
              <a:latin typeface="思源黑体" panose="020B0500000000000000" pitchFamily="34" charset="-122"/>
              <a:ea typeface="思源黑体" panose="020B0500000000000000" pitchFamily="34" charset="-122"/>
              <a:sym typeface="思源黑体" panose="020B0500000000000000" pitchFamily="34" charset="-122"/>
            </a:endParaRPr>
          </a:p>
          <a:p>
            <a:endParaRPr lang="en-US" altLang="zh-CN" sz="1200" dirty="0">
              <a:solidFill>
                <a:schemeClr val="tx1">
                  <a:lumMod val="75000"/>
                  <a:lumOff val="25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nvGrpSpPr>
          <p:cNvPr id="128" name="组合 127"/>
          <p:cNvGrpSpPr/>
          <p:nvPr/>
        </p:nvGrpSpPr>
        <p:grpSpPr>
          <a:xfrm>
            <a:off x="6131905" y="3971835"/>
            <a:ext cx="2233188" cy="1314050"/>
            <a:chOff x="6173615" y="1844824"/>
            <a:chExt cx="2420310" cy="1424156"/>
          </a:xfrm>
        </p:grpSpPr>
        <p:sp>
          <p:nvSpPr>
            <p:cNvPr id="129" name="ïŝļíḍê"/>
            <p:cNvSpPr/>
            <p:nvPr/>
          </p:nvSpPr>
          <p:spPr>
            <a:xfrm>
              <a:off x="6253499" y="1844824"/>
              <a:ext cx="2260541" cy="1424156"/>
            </a:xfrm>
            <a:prstGeom prst="rect">
              <a:avLst/>
            </a:prstGeom>
            <a:solidFill>
              <a:srgbClr val="2E5596"/>
            </a:solidFill>
            <a:ln w="76200">
              <a:noFill/>
            </a:ln>
            <a:effectLst>
              <a:outerShdw blurRad="1905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sz="2400" dirty="0">
                <a:solidFill>
                  <a:schemeClr val="bg1"/>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130" name="i$1îḋé"/>
            <p:cNvSpPr/>
            <p:nvPr/>
          </p:nvSpPr>
          <p:spPr>
            <a:xfrm>
              <a:off x="6173615" y="2646083"/>
              <a:ext cx="2420310" cy="218546"/>
            </a:xfrm>
            <a:prstGeom prst="rect">
              <a:avLst/>
            </a:prstGeom>
          </p:spPr>
          <p:txBody>
            <a:bodyPr wrap="none" lIns="72000" tIns="0" rIns="72000" bIns="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defTabSz="914400">
                <a:defRPr/>
              </a:pPr>
              <a:r>
                <a:rPr lang="zh-CN" altLang="en-US" b="1" dirty="0">
                  <a:solidFill>
                    <a:schemeClr val="bg1"/>
                  </a:solidFill>
                  <a:latin typeface="思源黑体" panose="020B0500000000000000" pitchFamily="34" charset="-122"/>
                  <a:ea typeface="思源黑体" panose="020B0500000000000000" pitchFamily="34" charset="-122"/>
                  <a:sym typeface="思源黑体" panose="020B0500000000000000" pitchFamily="34" charset="-122"/>
                </a:rPr>
                <a:t>管理方向</a:t>
              </a:r>
              <a:endParaRPr lang="zh-CN" altLang="en-US" b="1" dirty="0">
                <a:solidFill>
                  <a:schemeClr val="bg1"/>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131" name="iṧľíḍe"/>
            <p:cNvSpPr/>
            <p:nvPr/>
          </p:nvSpPr>
          <p:spPr bwMode="auto">
            <a:xfrm>
              <a:off x="7180742" y="1978178"/>
              <a:ext cx="406055" cy="400348"/>
            </a:xfrm>
            <a:custGeom>
              <a:avLst/>
              <a:gdLst>
                <a:gd name="connsiteX0" fmla="*/ 266595 w 338128"/>
                <a:gd name="connsiteY0" fmla="*/ 260350 h 333375"/>
                <a:gd name="connsiteX1" fmla="*/ 258340 w 338128"/>
                <a:gd name="connsiteY1" fmla="*/ 262820 h 333375"/>
                <a:gd name="connsiteX2" fmla="*/ 255588 w 338128"/>
                <a:gd name="connsiteY2" fmla="*/ 271463 h 333375"/>
                <a:gd name="connsiteX3" fmla="*/ 276226 w 338128"/>
                <a:gd name="connsiteY3" fmla="*/ 271463 h 333375"/>
                <a:gd name="connsiteX4" fmla="*/ 273475 w 338128"/>
                <a:gd name="connsiteY4" fmla="*/ 262820 h 333375"/>
                <a:gd name="connsiteX5" fmla="*/ 266595 w 338128"/>
                <a:gd name="connsiteY5" fmla="*/ 260350 h 333375"/>
                <a:gd name="connsiteX6" fmla="*/ 61119 w 338128"/>
                <a:gd name="connsiteY6" fmla="*/ 260350 h 333375"/>
                <a:gd name="connsiteX7" fmla="*/ 51859 w 338128"/>
                <a:gd name="connsiteY7" fmla="*/ 264319 h 333375"/>
                <a:gd name="connsiteX8" fmla="*/ 49213 w 338128"/>
                <a:gd name="connsiteY8" fmla="*/ 276225 h 333375"/>
                <a:gd name="connsiteX9" fmla="*/ 51859 w 338128"/>
                <a:gd name="connsiteY9" fmla="*/ 288131 h 333375"/>
                <a:gd name="connsiteX10" fmla="*/ 61119 w 338128"/>
                <a:gd name="connsiteY10" fmla="*/ 292100 h 333375"/>
                <a:gd name="connsiteX11" fmla="*/ 70380 w 338128"/>
                <a:gd name="connsiteY11" fmla="*/ 288131 h 333375"/>
                <a:gd name="connsiteX12" fmla="*/ 73026 w 338128"/>
                <a:gd name="connsiteY12" fmla="*/ 276225 h 333375"/>
                <a:gd name="connsiteX13" fmla="*/ 70380 w 338128"/>
                <a:gd name="connsiteY13" fmla="*/ 264319 h 333375"/>
                <a:gd name="connsiteX14" fmla="*/ 61119 w 338128"/>
                <a:gd name="connsiteY14" fmla="*/ 260350 h 333375"/>
                <a:gd name="connsiteX15" fmla="*/ 169863 w 338128"/>
                <a:gd name="connsiteY15" fmla="*/ 250825 h 333375"/>
                <a:gd name="connsiteX16" fmla="*/ 182563 w 338128"/>
                <a:gd name="connsiteY16" fmla="*/ 250825 h 333375"/>
                <a:gd name="connsiteX17" fmla="*/ 182563 w 338128"/>
                <a:gd name="connsiteY17" fmla="*/ 301625 h 333375"/>
                <a:gd name="connsiteX18" fmla="*/ 169863 w 338128"/>
                <a:gd name="connsiteY18" fmla="*/ 301625 h 333375"/>
                <a:gd name="connsiteX19" fmla="*/ 265250 w 338128"/>
                <a:gd name="connsiteY19" fmla="*/ 249237 h 333375"/>
                <a:gd name="connsiteX20" fmla="*/ 283665 w 338128"/>
                <a:gd name="connsiteY20" fmla="*/ 257095 h 333375"/>
                <a:gd name="connsiteX21" fmla="*/ 288926 w 338128"/>
                <a:gd name="connsiteY21" fmla="*/ 279360 h 333375"/>
                <a:gd name="connsiteX22" fmla="*/ 256042 w 338128"/>
                <a:gd name="connsiteY22" fmla="*/ 279360 h 333375"/>
                <a:gd name="connsiteX23" fmla="*/ 258673 w 338128"/>
                <a:gd name="connsiteY23" fmla="*/ 288528 h 333375"/>
                <a:gd name="connsiteX24" fmla="*/ 266565 w 338128"/>
                <a:gd name="connsiteY24" fmla="*/ 292457 h 333375"/>
                <a:gd name="connsiteX25" fmla="*/ 271826 w 338128"/>
                <a:gd name="connsiteY25" fmla="*/ 289838 h 333375"/>
                <a:gd name="connsiteX26" fmla="*/ 275773 w 338128"/>
                <a:gd name="connsiteY26" fmla="*/ 284599 h 333375"/>
                <a:gd name="connsiteX27" fmla="*/ 288926 w 338128"/>
                <a:gd name="connsiteY27" fmla="*/ 287218 h 333375"/>
                <a:gd name="connsiteX28" fmla="*/ 281034 w 338128"/>
                <a:gd name="connsiteY28" fmla="*/ 297696 h 333375"/>
                <a:gd name="connsiteX29" fmla="*/ 266565 w 338128"/>
                <a:gd name="connsiteY29" fmla="*/ 301625 h 333375"/>
                <a:gd name="connsiteX30" fmla="*/ 246834 w 338128"/>
                <a:gd name="connsiteY30" fmla="*/ 293767 h 333375"/>
                <a:gd name="connsiteX31" fmla="*/ 242888 w 338128"/>
                <a:gd name="connsiteY31" fmla="*/ 275431 h 333375"/>
                <a:gd name="connsiteX32" fmla="*/ 249465 w 338128"/>
                <a:gd name="connsiteY32" fmla="*/ 255786 h 333375"/>
                <a:gd name="connsiteX33" fmla="*/ 265250 w 338128"/>
                <a:gd name="connsiteY33" fmla="*/ 249237 h 333375"/>
                <a:gd name="connsiteX34" fmla="*/ 221026 w 338128"/>
                <a:gd name="connsiteY34" fmla="*/ 249237 h 333375"/>
                <a:gd name="connsiteX35" fmla="*/ 228919 w 338128"/>
                <a:gd name="connsiteY35" fmla="*/ 250580 h 333375"/>
                <a:gd name="connsiteX36" fmla="*/ 234180 w 338128"/>
                <a:gd name="connsiteY36" fmla="*/ 254610 h 333375"/>
                <a:gd name="connsiteX37" fmla="*/ 238126 w 338128"/>
                <a:gd name="connsiteY37" fmla="*/ 261327 h 333375"/>
                <a:gd name="connsiteX38" fmla="*/ 238126 w 338128"/>
                <a:gd name="connsiteY38" fmla="*/ 269386 h 333375"/>
                <a:gd name="connsiteX39" fmla="*/ 238126 w 338128"/>
                <a:gd name="connsiteY39" fmla="*/ 301625 h 333375"/>
                <a:gd name="connsiteX40" fmla="*/ 224973 w 338128"/>
                <a:gd name="connsiteY40" fmla="*/ 301625 h 333375"/>
                <a:gd name="connsiteX41" fmla="*/ 224973 w 338128"/>
                <a:gd name="connsiteY41" fmla="*/ 276103 h 333375"/>
                <a:gd name="connsiteX42" fmla="*/ 223657 w 338128"/>
                <a:gd name="connsiteY42" fmla="*/ 265357 h 333375"/>
                <a:gd name="connsiteX43" fmla="*/ 221026 w 338128"/>
                <a:gd name="connsiteY43" fmla="*/ 261327 h 333375"/>
                <a:gd name="connsiteX44" fmla="*/ 217080 w 338128"/>
                <a:gd name="connsiteY44" fmla="*/ 259983 h 333375"/>
                <a:gd name="connsiteX45" fmla="*/ 210503 w 338128"/>
                <a:gd name="connsiteY45" fmla="*/ 261327 h 333375"/>
                <a:gd name="connsiteX46" fmla="*/ 206557 w 338128"/>
                <a:gd name="connsiteY46" fmla="*/ 266700 h 333375"/>
                <a:gd name="connsiteX47" fmla="*/ 205241 w 338128"/>
                <a:gd name="connsiteY47" fmla="*/ 278789 h 333375"/>
                <a:gd name="connsiteX48" fmla="*/ 205241 w 338128"/>
                <a:gd name="connsiteY48" fmla="*/ 301625 h 333375"/>
                <a:gd name="connsiteX49" fmla="*/ 192088 w 338128"/>
                <a:gd name="connsiteY49" fmla="*/ 301625 h 333375"/>
                <a:gd name="connsiteX50" fmla="*/ 192088 w 338128"/>
                <a:gd name="connsiteY50" fmla="*/ 250580 h 333375"/>
                <a:gd name="connsiteX51" fmla="*/ 203926 w 338128"/>
                <a:gd name="connsiteY51" fmla="*/ 250580 h 333375"/>
                <a:gd name="connsiteX52" fmla="*/ 203926 w 338128"/>
                <a:gd name="connsiteY52" fmla="*/ 258640 h 333375"/>
                <a:gd name="connsiteX53" fmla="*/ 221026 w 338128"/>
                <a:gd name="connsiteY53" fmla="*/ 249237 h 333375"/>
                <a:gd name="connsiteX54" fmla="*/ 122601 w 338128"/>
                <a:gd name="connsiteY54" fmla="*/ 249237 h 333375"/>
                <a:gd name="connsiteX55" fmla="*/ 130493 w 338128"/>
                <a:gd name="connsiteY55" fmla="*/ 250580 h 333375"/>
                <a:gd name="connsiteX56" fmla="*/ 135755 w 338128"/>
                <a:gd name="connsiteY56" fmla="*/ 254610 h 333375"/>
                <a:gd name="connsiteX57" fmla="*/ 138385 w 338128"/>
                <a:gd name="connsiteY57" fmla="*/ 261327 h 333375"/>
                <a:gd name="connsiteX58" fmla="*/ 139701 w 338128"/>
                <a:gd name="connsiteY58" fmla="*/ 269386 h 333375"/>
                <a:gd name="connsiteX59" fmla="*/ 139701 w 338128"/>
                <a:gd name="connsiteY59" fmla="*/ 301625 h 333375"/>
                <a:gd name="connsiteX60" fmla="*/ 126547 w 338128"/>
                <a:gd name="connsiteY60" fmla="*/ 301625 h 333375"/>
                <a:gd name="connsiteX61" fmla="*/ 126547 w 338128"/>
                <a:gd name="connsiteY61" fmla="*/ 276103 h 333375"/>
                <a:gd name="connsiteX62" fmla="*/ 125232 w 338128"/>
                <a:gd name="connsiteY62" fmla="*/ 265357 h 333375"/>
                <a:gd name="connsiteX63" fmla="*/ 122601 w 338128"/>
                <a:gd name="connsiteY63" fmla="*/ 261327 h 333375"/>
                <a:gd name="connsiteX64" fmla="*/ 117339 w 338128"/>
                <a:gd name="connsiteY64" fmla="*/ 259983 h 333375"/>
                <a:gd name="connsiteX65" fmla="*/ 112078 w 338128"/>
                <a:gd name="connsiteY65" fmla="*/ 261327 h 333375"/>
                <a:gd name="connsiteX66" fmla="*/ 108132 w 338128"/>
                <a:gd name="connsiteY66" fmla="*/ 266700 h 333375"/>
                <a:gd name="connsiteX67" fmla="*/ 106816 w 338128"/>
                <a:gd name="connsiteY67" fmla="*/ 278789 h 333375"/>
                <a:gd name="connsiteX68" fmla="*/ 106816 w 338128"/>
                <a:gd name="connsiteY68" fmla="*/ 301625 h 333375"/>
                <a:gd name="connsiteX69" fmla="*/ 93663 w 338128"/>
                <a:gd name="connsiteY69" fmla="*/ 301625 h 333375"/>
                <a:gd name="connsiteX70" fmla="*/ 93663 w 338128"/>
                <a:gd name="connsiteY70" fmla="*/ 250580 h 333375"/>
                <a:gd name="connsiteX71" fmla="*/ 106816 w 338128"/>
                <a:gd name="connsiteY71" fmla="*/ 250580 h 333375"/>
                <a:gd name="connsiteX72" fmla="*/ 106816 w 338128"/>
                <a:gd name="connsiteY72" fmla="*/ 258640 h 333375"/>
                <a:gd name="connsiteX73" fmla="*/ 122601 w 338128"/>
                <a:gd name="connsiteY73" fmla="*/ 249237 h 333375"/>
                <a:gd name="connsiteX74" fmla="*/ 61119 w 338128"/>
                <a:gd name="connsiteY74" fmla="*/ 249237 h 333375"/>
                <a:gd name="connsiteX75" fmla="*/ 79455 w 338128"/>
                <a:gd name="connsiteY75" fmla="*/ 257095 h 333375"/>
                <a:gd name="connsiteX76" fmla="*/ 87313 w 338128"/>
                <a:gd name="connsiteY76" fmla="*/ 275431 h 333375"/>
                <a:gd name="connsiteX77" fmla="*/ 79455 w 338128"/>
                <a:gd name="connsiteY77" fmla="*/ 293767 h 333375"/>
                <a:gd name="connsiteX78" fmla="*/ 61119 w 338128"/>
                <a:gd name="connsiteY78" fmla="*/ 301625 h 333375"/>
                <a:gd name="connsiteX79" fmla="*/ 48022 w 338128"/>
                <a:gd name="connsiteY79" fmla="*/ 299006 h 333375"/>
                <a:gd name="connsiteX80" fmla="*/ 38854 w 338128"/>
                <a:gd name="connsiteY80" fmla="*/ 289838 h 333375"/>
                <a:gd name="connsiteX81" fmla="*/ 34925 w 338128"/>
                <a:gd name="connsiteY81" fmla="*/ 275431 h 333375"/>
                <a:gd name="connsiteX82" fmla="*/ 38854 w 338128"/>
                <a:gd name="connsiteY82" fmla="*/ 262334 h 333375"/>
                <a:gd name="connsiteX83" fmla="*/ 48022 w 338128"/>
                <a:gd name="connsiteY83" fmla="*/ 253166 h 333375"/>
                <a:gd name="connsiteX84" fmla="*/ 61119 w 338128"/>
                <a:gd name="connsiteY84" fmla="*/ 249237 h 333375"/>
                <a:gd name="connsiteX85" fmla="*/ 169863 w 338128"/>
                <a:gd name="connsiteY85" fmla="*/ 231775 h 333375"/>
                <a:gd name="connsiteX86" fmla="*/ 182563 w 338128"/>
                <a:gd name="connsiteY86" fmla="*/ 231775 h 333375"/>
                <a:gd name="connsiteX87" fmla="*/ 182563 w 338128"/>
                <a:gd name="connsiteY87" fmla="*/ 244475 h 333375"/>
                <a:gd name="connsiteX88" fmla="*/ 169863 w 338128"/>
                <a:gd name="connsiteY88" fmla="*/ 244475 h 333375"/>
                <a:gd name="connsiteX89" fmla="*/ 147638 w 338128"/>
                <a:gd name="connsiteY89" fmla="*/ 231775 h 333375"/>
                <a:gd name="connsiteX90" fmla="*/ 161926 w 338128"/>
                <a:gd name="connsiteY90" fmla="*/ 231775 h 333375"/>
                <a:gd name="connsiteX91" fmla="*/ 161926 w 338128"/>
                <a:gd name="connsiteY91" fmla="*/ 301625 h 333375"/>
                <a:gd name="connsiteX92" fmla="*/ 147638 w 338128"/>
                <a:gd name="connsiteY92" fmla="*/ 301625 h 333375"/>
                <a:gd name="connsiteX93" fmla="*/ 35674 w 338128"/>
                <a:gd name="connsiteY93" fmla="*/ 217487 h 333375"/>
                <a:gd name="connsiteX94" fmla="*/ 23813 w 338128"/>
                <a:gd name="connsiteY94" fmla="*/ 229159 h 333375"/>
                <a:gd name="connsiteX95" fmla="*/ 23813 w 338128"/>
                <a:gd name="connsiteY95" fmla="*/ 297891 h 333375"/>
                <a:gd name="connsiteX96" fmla="*/ 35674 w 338128"/>
                <a:gd name="connsiteY96" fmla="*/ 309562 h 333375"/>
                <a:gd name="connsiteX97" fmla="*/ 291352 w 338128"/>
                <a:gd name="connsiteY97" fmla="*/ 309562 h 333375"/>
                <a:gd name="connsiteX98" fmla="*/ 303213 w 338128"/>
                <a:gd name="connsiteY98" fmla="*/ 297891 h 333375"/>
                <a:gd name="connsiteX99" fmla="*/ 303213 w 338128"/>
                <a:gd name="connsiteY99" fmla="*/ 229159 h 333375"/>
                <a:gd name="connsiteX100" fmla="*/ 291352 w 338128"/>
                <a:gd name="connsiteY100" fmla="*/ 217487 h 333375"/>
                <a:gd name="connsiteX101" fmla="*/ 167323 w 338128"/>
                <a:gd name="connsiteY101" fmla="*/ 188595 h 333375"/>
                <a:gd name="connsiteX102" fmla="*/ 157163 w 338128"/>
                <a:gd name="connsiteY102" fmla="*/ 193675 h 333375"/>
                <a:gd name="connsiteX103" fmla="*/ 169863 w 338128"/>
                <a:gd name="connsiteY103" fmla="*/ 193675 h 333375"/>
                <a:gd name="connsiteX104" fmla="*/ 167323 w 338128"/>
                <a:gd name="connsiteY104" fmla="*/ 188595 h 333375"/>
                <a:gd name="connsiteX105" fmla="*/ 275321 w 338128"/>
                <a:gd name="connsiteY105" fmla="*/ 76200 h 333375"/>
                <a:gd name="connsiteX106" fmla="*/ 287151 w 338128"/>
                <a:gd name="connsiteY106" fmla="*/ 81459 h 333375"/>
                <a:gd name="connsiteX107" fmla="*/ 288465 w 338128"/>
                <a:gd name="connsiteY107" fmla="*/ 93291 h 333375"/>
                <a:gd name="connsiteX108" fmla="*/ 287151 w 338128"/>
                <a:gd name="connsiteY108" fmla="*/ 95920 h 333375"/>
                <a:gd name="connsiteX109" fmla="*/ 331840 w 338128"/>
                <a:gd name="connsiteY109" fmla="*/ 118269 h 333375"/>
                <a:gd name="connsiteX110" fmla="*/ 337097 w 338128"/>
                <a:gd name="connsiteY110" fmla="*/ 132730 h 333375"/>
                <a:gd name="connsiteX111" fmla="*/ 326582 w 338128"/>
                <a:gd name="connsiteY111" fmla="*/ 153765 h 333375"/>
                <a:gd name="connsiteX112" fmla="*/ 321325 w 338128"/>
                <a:gd name="connsiteY112" fmla="*/ 159023 h 333375"/>
                <a:gd name="connsiteX113" fmla="*/ 312124 w 338128"/>
                <a:gd name="connsiteY113" fmla="*/ 159023 h 333375"/>
                <a:gd name="connsiteX114" fmla="*/ 267435 w 338128"/>
                <a:gd name="connsiteY114" fmla="*/ 136674 h 333375"/>
                <a:gd name="connsiteX115" fmla="*/ 256920 w 338128"/>
                <a:gd name="connsiteY115" fmla="*/ 143248 h 333375"/>
                <a:gd name="connsiteX116" fmla="*/ 246405 w 338128"/>
                <a:gd name="connsiteY116" fmla="*/ 137989 h 333375"/>
                <a:gd name="connsiteX117" fmla="*/ 220117 w 338128"/>
                <a:gd name="connsiteY117" fmla="*/ 99864 h 333375"/>
                <a:gd name="connsiteX118" fmla="*/ 220117 w 338128"/>
                <a:gd name="connsiteY118" fmla="*/ 86717 h 333375"/>
                <a:gd name="connsiteX119" fmla="*/ 229318 w 338128"/>
                <a:gd name="connsiteY119" fmla="*/ 80144 h 333375"/>
                <a:gd name="connsiteX120" fmla="*/ 166150 w 338128"/>
                <a:gd name="connsiteY120" fmla="*/ 0 h 333375"/>
                <a:gd name="connsiteX121" fmla="*/ 274279 w 338128"/>
                <a:gd name="connsiteY121" fmla="*/ 59062 h 333375"/>
                <a:gd name="connsiteX122" fmla="*/ 247906 w 338128"/>
                <a:gd name="connsiteY122" fmla="*/ 61687 h 333375"/>
                <a:gd name="connsiteX123" fmla="*/ 172743 w 338128"/>
                <a:gd name="connsiteY123" fmla="*/ 23625 h 333375"/>
                <a:gd name="connsiteX124" fmla="*/ 170106 w 338128"/>
                <a:gd name="connsiteY124" fmla="*/ 24937 h 333375"/>
                <a:gd name="connsiteX125" fmla="*/ 174061 w 338128"/>
                <a:gd name="connsiteY125" fmla="*/ 34125 h 333375"/>
                <a:gd name="connsiteX126" fmla="*/ 170106 w 338128"/>
                <a:gd name="connsiteY126" fmla="*/ 40687 h 333375"/>
                <a:gd name="connsiteX127" fmla="*/ 160875 w 338128"/>
                <a:gd name="connsiteY127" fmla="*/ 31500 h 333375"/>
                <a:gd name="connsiteX128" fmla="*/ 154282 w 338128"/>
                <a:gd name="connsiteY128" fmla="*/ 27562 h 333375"/>
                <a:gd name="connsiteX129" fmla="*/ 145051 w 338128"/>
                <a:gd name="connsiteY129" fmla="*/ 30187 h 333375"/>
                <a:gd name="connsiteX130" fmla="*/ 135821 w 338128"/>
                <a:gd name="connsiteY130" fmla="*/ 32812 h 333375"/>
                <a:gd name="connsiteX131" fmla="*/ 122634 w 338128"/>
                <a:gd name="connsiteY131" fmla="*/ 39375 h 333375"/>
                <a:gd name="connsiteX132" fmla="*/ 127909 w 338128"/>
                <a:gd name="connsiteY132" fmla="*/ 44625 h 333375"/>
                <a:gd name="connsiteX133" fmla="*/ 139777 w 338128"/>
                <a:gd name="connsiteY133" fmla="*/ 43312 h 333375"/>
                <a:gd name="connsiteX134" fmla="*/ 149007 w 338128"/>
                <a:gd name="connsiteY134" fmla="*/ 44625 h 333375"/>
                <a:gd name="connsiteX135" fmla="*/ 152963 w 338128"/>
                <a:gd name="connsiteY135" fmla="*/ 53812 h 333375"/>
                <a:gd name="connsiteX136" fmla="*/ 155600 w 338128"/>
                <a:gd name="connsiteY136" fmla="*/ 63000 h 333375"/>
                <a:gd name="connsiteX137" fmla="*/ 156919 w 338128"/>
                <a:gd name="connsiteY137" fmla="*/ 68250 h 333375"/>
                <a:gd name="connsiteX138" fmla="*/ 160875 w 338128"/>
                <a:gd name="connsiteY138" fmla="*/ 65625 h 333375"/>
                <a:gd name="connsiteX139" fmla="*/ 170106 w 338128"/>
                <a:gd name="connsiteY139" fmla="*/ 74812 h 333375"/>
                <a:gd name="connsiteX140" fmla="*/ 159556 w 338128"/>
                <a:gd name="connsiteY140" fmla="*/ 82688 h 333375"/>
                <a:gd name="connsiteX141" fmla="*/ 143733 w 338128"/>
                <a:gd name="connsiteY141" fmla="*/ 72187 h 333375"/>
                <a:gd name="connsiteX142" fmla="*/ 126590 w 338128"/>
                <a:gd name="connsiteY142" fmla="*/ 56437 h 333375"/>
                <a:gd name="connsiteX143" fmla="*/ 113404 w 338128"/>
                <a:gd name="connsiteY143" fmla="*/ 48562 h 333375"/>
                <a:gd name="connsiteX144" fmla="*/ 102854 w 338128"/>
                <a:gd name="connsiteY144" fmla="*/ 52500 h 333375"/>
                <a:gd name="connsiteX145" fmla="*/ 85712 w 338128"/>
                <a:gd name="connsiteY145" fmla="*/ 69562 h 333375"/>
                <a:gd name="connsiteX146" fmla="*/ 79119 w 338128"/>
                <a:gd name="connsiteY146" fmla="*/ 89250 h 333375"/>
                <a:gd name="connsiteX147" fmla="*/ 88349 w 338128"/>
                <a:gd name="connsiteY147" fmla="*/ 105000 h 333375"/>
                <a:gd name="connsiteX148" fmla="*/ 100217 w 338128"/>
                <a:gd name="connsiteY148" fmla="*/ 114188 h 333375"/>
                <a:gd name="connsiteX149" fmla="*/ 108129 w 338128"/>
                <a:gd name="connsiteY149" fmla="*/ 116813 h 333375"/>
                <a:gd name="connsiteX150" fmla="*/ 112085 w 338128"/>
                <a:gd name="connsiteY150" fmla="*/ 123375 h 333375"/>
                <a:gd name="connsiteX151" fmla="*/ 101536 w 338128"/>
                <a:gd name="connsiteY151" fmla="*/ 123375 h 333375"/>
                <a:gd name="connsiteX152" fmla="*/ 98898 w 338128"/>
                <a:gd name="connsiteY152" fmla="*/ 141750 h 333375"/>
                <a:gd name="connsiteX153" fmla="*/ 93624 w 338128"/>
                <a:gd name="connsiteY153" fmla="*/ 164063 h 333375"/>
                <a:gd name="connsiteX154" fmla="*/ 97580 w 338128"/>
                <a:gd name="connsiteY154" fmla="*/ 194250 h 333375"/>
                <a:gd name="connsiteX155" fmla="*/ 145051 w 338128"/>
                <a:gd name="connsiteY155" fmla="*/ 194250 h 333375"/>
                <a:gd name="connsiteX156" fmla="*/ 159556 w 338128"/>
                <a:gd name="connsiteY156" fmla="*/ 174563 h 333375"/>
                <a:gd name="connsiteX157" fmla="*/ 176699 w 338128"/>
                <a:gd name="connsiteY157" fmla="*/ 152250 h 333375"/>
                <a:gd name="connsiteX158" fmla="*/ 193841 w 338128"/>
                <a:gd name="connsiteY158" fmla="*/ 143063 h 333375"/>
                <a:gd name="connsiteX159" fmla="*/ 195160 w 338128"/>
                <a:gd name="connsiteY159" fmla="*/ 136500 h 333375"/>
                <a:gd name="connsiteX160" fmla="*/ 185929 w 338128"/>
                <a:gd name="connsiteY160" fmla="*/ 129938 h 333375"/>
                <a:gd name="connsiteX161" fmla="*/ 181973 w 338128"/>
                <a:gd name="connsiteY161" fmla="*/ 118125 h 333375"/>
                <a:gd name="connsiteX162" fmla="*/ 175380 w 338128"/>
                <a:gd name="connsiteY162" fmla="*/ 102375 h 333375"/>
                <a:gd name="connsiteX163" fmla="*/ 179336 w 338128"/>
                <a:gd name="connsiteY163" fmla="*/ 94500 h 333375"/>
                <a:gd name="connsiteX164" fmla="*/ 187248 w 338128"/>
                <a:gd name="connsiteY164" fmla="*/ 112875 h 333375"/>
                <a:gd name="connsiteX165" fmla="*/ 197797 w 338128"/>
                <a:gd name="connsiteY165" fmla="*/ 122063 h 333375"/>
                <a:gd name="connsiteX166" fmla="*/ 212302 w 338128"/>
                <a:gd name="connsiteY166" fmla="*/ 118125 h 333375"/>
                <a:gd name="connsiteX167" fmla="*/ 242632 w 338128"/>
                <a:gd name="connsiteY167" fmla="*/ 165375 h 333375"/>
                <a:gd name="connsiteX168" fmla="*/ 257137 w 338128"/>
                <a:gd name="connsiteY168" fmla="*/ 173250 h 333375"/>
                <a:gd name="connsiteX169" fmla="*/ 258455 w 338128"/>
                <a:gd name="connsiteY169" fmla="*/ 173250 h 333375"/>
                <a:gd name="connsiteX170" fmla="*/ 272961 w 338128"/>
                <a:gd name="connsiteY170" fmla="*/ 162750 h 333375"/>
                <a:gd name="connsiteX171" fmla="*/ 274279 w 338128"/>
                <a:gd name="connsiteY171" fmla="*/ 160125 h 333375"/>
                <a:gd name="connsiteX172" fmla="*/ 290103 w 338128"/>
                <a:gd name="connsiteY172" fmla="*/ 168000 h 333375"/>
                <a:gd name="connsiteX173" fmla="*/ 278235 w 338128"/>
                <a:gd name="connsiteY173" fmla="*/ 194250 h 333375"/>
                <a:gd name="connsiteX174" fmla="*/ 305927 w 338128"/>
                <a:gd name="connsiteY174" fmla="*/ 194250 h 333375"/>
                <a:gd name="connsiteX175" fmla="*/ 327025 w 338128"/>
                <a:gd name="connsiteY175" fmla="*/ 213938 h 333375"/>
                <a:gd name="connsiteX176" fmla="*/ 327025 w 338128"/>
                <a:gd name="connsiteY176" fmla="*/ 312375 h 333375"/>
                <a:gd name="connsiteX177" fmla="*/ 305927 w 338128"/>
                <a:gd name="connsiteY177" fmla="*/ 333375 h 333375"/>
                <a:gd name="connsiteX178" fmla="*/ 19779 w 338128"/>
                <a:gd name="connsiteY178" fmla="*/ 333375 h 333375"/>
                <a:gd name="connsiteX179" fmla="*/ 0 w 338128"/>
                <a:gd name="connsiteY179" fmla="*/ 312375 h 333375"/>
                <a:gd name="connsiteX180" fmla="*/ 0 w 338128"/>
                <a:gd name="connsiteY180" fmla="*/ 211313 h 333375"/>
                <a:gd name="connsiteX181" fmla="*/ 18461 w 338128"/>
                <a:gd name="connsiteY181" fmla="*/ 194250 h 333375"/>
                <a:gd name="connsiteX182" fmla="*/ 54064 w 338128"/>
                <a:gd name="connsiteY182" fmla="*/ 194250 h 333375"/>
                <a:gd name="connsiteX183" fmla="*/ 36922 w 338128"/>
                <a:gd name="connsiteY183" fmla="*/ 129938 h 333375"/>
                <a:gd name="connsiteX184" fmla="*/ 166150 w 338128"/>
                <a:gd name="connsiteY184" fmla="*/ 0 h 333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Lst>
              <a:rect l="l" t="t" r="r" b="b"/>
              <a:pathLst>
                <a:path w="338128" h="333375">
                  <a:moveTo>
                    <a:pt x="266595" y="260350"/>
                  </a:moveTo>
                  <a:cubicBezTo>
                    <a:pt x="263843" y="260350"/>
                    <a:pt x="261092" y="261585"/>
                    <a:pt x="258340" y="262820"/>
                  </a:cubicBezTo>
                  <a:cubicBezTo>
                    <a:pt x="256964" y="265289"/>
                    <a:pt x="255588" y="267759"/>
                    <a:pt x="255588" y="271463"/>
                  </a:cubicBezTo>
                  <a:cubicBezTo>
                    <a:pt x="255588" y="271463"/>
                    <a:pt x="255588" y="271463"/>
                    <a:pt x="276226" y="271463"/>
                  </a:cubicBezTo>
                  <a:cubicBezTo>
                    <a:pt x="276226" y="267759"/>
                    <a:pt x="274850" y="265289"/>
                    <a:pt x="273475" y="262820"/>
                  </a:cubicBezTo>
                  <a:cubicBezTo>
                    <a:pt x="272099" y="261585"/>
                    <a:pt x="269347" y="260350"/>
                    <a:pt x="266595" y="260350"/>
                  </a:cubicBezTo>
                  <a:close/>
                  <a:moveTo>
                    <a:pt x="61119" y="260350"/>
                  </a:moveTo>
                  <a:cubicBezTo>
                    <a:pt x="57150" y="260350"/>
                    <a:pt x="54505" y="261673"/>
                    <a:pt x="51859" y="264319"/>
                  </a:cubicBezTo>
                  <a:cubicBezTo>
                    <a:pt x="50536" y="266965"/>
                    <a:pt x="49213" y="270933"/>
                    <a:pt x="49213" y="276225"/>
                  </a:cubicBezTo>
                  <a:cubicBezTo>
                    <a:pt x="49213" y="281517"/>
                    <a:pt x="50536" y="285486"/>
                    <a:pt x="51859" y="288131"/>
                  </a:cubicBezTo>
                  <a:cubicBezTo>
                    <a:pt x="54505" y="290777"/>
                    <a:pt x="57150" y="292100"/>
                    <a:pt x="61119" y="292100"/>
                  </a:cubicBezTo>
                  <a:cubicBezTo>
                    <a:pt x="65088" y="292100"/>
                    <a:pt x="67734" y="290777"/>
                    <a:pt x="70380" y="288131"/>
                  </a:cubicBezTo>
                  <a:cubicBezTo>
                    <a:pt x="71703" y="285486"/>
                    <a:pt x="73026" y="281517"/>
                    <a:pt x="73026" y="276225"/>
                  </a:cubicBezTo>
                  <a:cubicBezTo>
                    <a:pt x="73026" y="270933"/>
                    <a:pt x="71703" y="266965"/>
                    <a:pt x="70380" y="264319"/>
                  </a:cubicBezTo>
                  <a:cubicBezTo>
                    <a:pt x="67734" y="261673"/>
                    <a:pt x="65088" y="260350"/>
                    <a:pt x="61119" y="260350"/>
                  </a:cubicBezTo>
                  <a:close/>
                  <a:moveTo>
                    <a:pt x="169863" y="250825"/>
                  </a:moveTo>
                  <a:lnTo>
                    <a:pt x="182563" y="250825"/>
                  </a:lnTo>
                  <a:lnTo>
                    <a:pt x="182563" y="301625"/>
                  </a:lnTo>
                  <a:lnTo>
                    <a:pt x="169863" y="301625"/>
                  </a:lnTo>
                  <a:close/>
                  <a:moveTo>
                    <a:pt x="265250" y="249237"/>
                  </a:moveTo>
                  <a:cubicBezTo>
                    <a:pt x="273142" y="249237"/>
                    <a:pt x="278403" y="251857"/>
                    <a:pt x="283665" y="257095"/>
                  </a:cubicBezTo>
                  <a:cubicBezTo>
                    <a:pt x="287611" y="262334"/>
                    <a:pt x="288926" y="268883"/>
                    <a:pt x="288926" y="279360"/>
                  </a:cubicBezTo>
                  <a:cubicBezTo>
                    <a:pt x="288926" y="279360"/>
                    <a:pt x="288926" y="279360"/>
                    <a:pt x="256042" y="279360"/>
                  </a:cubicBezTo>
                  <a:cubicBezTo>
                    <a:pt x="256042" y="283289"/>
                    <a:pt x="257357" y="285909"/>
                    <a:pt x="258673" y="288528"/>
                  </a:cubicBezTo>
                  <a:cubicBezTo>
                    <a:pt x="261303" y="291148"/>
                    <a:pt x="263934" y="292457"/>
                    <a:pt x="266565" y="292457"/>
                  </a:cubicBezTo>
                  <a:cubicBezTo>
                    <a:pt x="269196" y="292457"/>
                    <a:pt x="270511" y="291148"/>
                    <a:pt x="271826" y="289838"/>
                  </a:cubicBezTo>
                  <a:cubicBezTo>
                    <a:pt x="273142" y="288528"/>
                    <a:pt x="274457" y="287218"/>
                    <a:pt x="275773" y="284599"/>
                  </a:cubicBezTo>
                  <a:cubicBezTo>
                    <a:pt x="275773" y="284599"/>
                    <a:pt x="275773" y="284599"/>
                    <a:pt x="288926" y="287218"/>
                  </a:cubicBezTo>
                  <a:cubicBezTo>
                    <a:pt x="286296" y="291148"/>
                    <a:pt x="283665" y="295077"/>
                    <a:pt x="281034" y="297696"/>
                  </a:cubicBezTo>
                  <a:cubicBezTo>
                    <a:pt x="277088" y="300315"/>
                    <a:pt x="271826" y="301625"/>
                    <a:pt x="266565" y="301625"/>
                  </a:cubicBezTo>
                  <a:cubicBezTo>
                    <a:pt x="257357" y="301625"/>
                    <a:pt x="252096" y="299006"/>
                    <a:pt x="246834" y="293767"/>
                  </a:cubicBezTo>
                  <a:cubicBezTo>
                    <a:pt x="244204" y="288528"/>
                    <a:pt x="242888" y="283289"/>
                    <a:pt x="242888" y="275431"/>
                  </a:cubicBezTo>
                  <a:cubicBezTo>
                    <a:pt x="242888" y="267573"/>
                    <a:pt x="244204" y="261024"/>
                    <a:pt x="249465" y="255786"/>
                  </a:cubicBezTo>
                  <a:cubicBezTo>
                    <a:pt x="253411" y="251857"/>
                    <a:pt x="258673" y="249237"/>
                    <a:pt x="265250" y="249237"/>
                  </a:cubicBezTo>
                  <a:close/>
                  <a:moveTo>
                    <a:pt x="221026" y="249237"/>
                  </a:moveTo>
                  <a:cubicBezTo>
                    <a:pt x="223657" y="249237"/>
                    <a:pt x="226288" y="249237"/>
                    <a:pt x="228919" y="250580"/>
                  </a:cubicBezTo>
                  <a:cubicBezTo>
                    <a:pt x="231549" y="251924"/>
                    <a:pt x="234180" y="253267"/>
                    <a:pt x="234180" y="254610"/>
                  </a:cubicBezTo>
                  <a:cubicBezTo>
                    <a:pt x="235496" y="257297"/>
                    <a:pt x="236811" y="258640"/>
                    <a:pt x="238126" y="261327"/>
                  </a:cubicBezTo>
                  <a:cubicBezTo>
                    <a:pt x="238126" y="262670"/>
                    <a:pt x="238126" y="265357"/>
                    <a:pt x="238126" y="269386"/>
                  </a:cubicBezTo>
                  <a:cubicBezTo>
                    <a:pt x="238126" y="269386"/>
                    <a:pt x="238126" y="269386"/>
                    <a:pt x="238126" y="301625"/>
                  </a:cubicBezTo>
                  <a:cubicBezTo>
                    <a:pt x="238126" y="301625"/>
                    <a:pt x="238126" y="301625"/>
                    <a:pt x="224973" y="301625"/>
                  </a:cubicBezTo>
                  <a:cubicBezTo>
                    <a:pt x="224973" y="301625"/>
                    <a:pt x="224973" y="301625"/>
                    <a:pt x="224973" y="276103"/>
                  </a:cubicBezTo>
                  <a:cubicBezTo>
                    <a:pt x="224973" y="270730"/>
                    <a:pt x="224973" y="266700"/>
                    <a:pt x="223657" y="265357"/>
                  </a:cubicBezTo>
                  <a:cubicBezTo>
                    <a:pt x="223657" y="262670"/>
                    <a:pt x="222342" y="261327"/>
                    <a:pt x="221026" y="261327"/>
                  </a:cubicBezTo>
                  <a:cubicBezTo>
                    <a:pt x="219711" y="259983"/>
                    <a:pt x="218396" y="259983"/>
                    <a:pt x="217080" y="259983"/>
                  </a:cubicBezTo>
                  <a:cubicBezTo>
                    <a:pt x="214449" y="259983"/>
                    <a:pt x="211818" y="259983"/>
                    <a:pt x="210503" y="261327"/>
                  </a:cubicBezTo>
                  <a:cubicBezTo>
                    <a:pt x="207872" y="262670"/>
                    <a:pt x="207872" y="264013"/>
                    <a:pt x="206557" y="266700"/>
                  </a:cubicBezTo>
                  <a:cubicBezTo>
                    <a:pt x="206557" y="269386"/>
                    <a:pt x="205241" y="273416"/>
                    <a:pt x="205241" y="278789"/>
                  </a:cubicBezTo>
                  <a:lnTo>
                    <a:pt x="205241" y="301625"/>
                  </a:lnTo>
                  <a:cubicBezTo>
                    <a:pt x="205241" y="301625"/>
                    <a:pt x="205241" y="301625"/>
                    <a:pt x="192088" y="301625"/>
                  </a:cubicBezTo>
                  <a:cubicBezTo>
                    <a:pt x="192088" y="301625"/>
                    <a:pt x="192088" y="301625"/>
                    <a:pt x="192088" y="250580"/>
                  </a:cubicBezTo>
                  <a:cubicBezTo>
                    <a:pt x="192088" y="250580"/>
                    <a:pt x="192088" y="250580"/>
                    <a:pt x="203926" y="250580"/>
                  </a:cubicBezTo>
                  <a:cubicBezTo>
                    <a:pt x="203926" y="250580"/>
                    <a:pt x="203926" y="250580"/>
                    <a:pt x="203926" y="258640"/>
                  </a:cubicBezTo>
                  <a:cubicBezTo>
                    <a:pt x="209188" y="251924"/>
                    <a:pt x="214449" y="249237"/>
                    <a:pt x="221026" y="249237"/>
                  </a:cubicBezTo>
                  <a:close/>
                  <a:moveTo>
                    <a:pt x="122601" y="249237"/>
                  </a:moveTo>
                  <a:cubicBezTo>
                    <a:pt x="125232" y="249237"/>
                    <a:pt x="127862" y="249237"/>
                    <a:pt x="130493" y="250580"/>
                  </a:cubicBezTo>
                  <a:cubicBezTo>
                    <a:pt x="133124" y="251924"/>
                    <a:pt x="134439" y="253267"/>
                    <a:pt x="135755" y="254610"/>
                  </a:cubicBezTo>
                  <a:cubicBezTo>
                    <a:pt x="137070" y="257297"/>
                    <a:pt x="138385" y="258640"/>
                    <a:pt x="138385" y="261327"/>
                  </a:cubicBezTo>
                  <a:cubicBezTo>
                    <a:pt x="139701" y="262670"/>
                    <a:pt x="139701" y="265357"/>
                    <a:pt x="139701" y="269386"/>
                  </a:cubicBezTo>
                  <a:cubicBezTo>
                    <a:pt x="139701" y="269386"/>
                    <a:pt x="139701" y="269386"/>
                    <a:pt x="139701" y="301625"/>
                  </a:cubicBezTo>
                  <a:cubicBezTo>
                    <a:pt x="139701" y="301625"/>
                    <a:pt x="139701" y="301625"/>
                    <a:pt x="126547" y="301625"/>
                  </a:cubicBezTo>
                  <a:cubicBezTo>
                    <a:pt x="126547" y="301625"/>
                    <a:pt x="126547" y="301625"/>
                    <a:pt x="126547" y="276103"/>
                  </a:cubicBezTo>
                  <a:cubicBezTo>
                    <a:pt x="126547" y="270730"/>
                    <a:pt x="125232" y="266700"/>
                    <a:pt x="125232" y="265357"/>
                  </a:cubicBezTo>
                  <a:cubicBezTo>
                    <a:pt x="125232" y="262670"/>
                    <a:pt x="123916" y="261327"/>
                    <a:pt x="122601" y="261327"/>
                  </a:cubicBezTo>
                  <a:cubicBezTo>
                    <a:pt x="121286" y="259983"/>
                    <a:pt x="119970" y="259983"/>
                    <a:pt x="117339" y="259983"/>
                  </a:cubicBezTo>
                  <a:cubicBezTo>
                    <a:pt x="116024" y="259983"/>
                    <a:pt x="113393" y="259983"/>
                    <a:pt x="112078" y="261327"/>
                  </a:cubicBezTo>
                  <a:cubicBezTo>
                    <a:pt x="109447" y="262670"/>
                    <a:pt x="108132" y="264013"/>
                    <a:pt x="108132" y="266700"/>
                  </a:cubicBezTo>
                  <a:cubicBezTo>
                    <a:pt x="106816" y="269386"/>
                    <a:pt x="106816" y="273416"/>
                    <a:pt x="106816" y="278789"/>
                  </a:cubicBezTo>
                  <a:lnTo>
                    <a:pt x="106816" y="301625"/>
                  </a:lnTo>
                  <a:cubicBezTo>
                    <a:pt x="106816" y="301625"/>
                    <a:pt x="106816" y="301625"/>
                    <a:pt x="93663" y="301625"/>
                  </a:cubicBezTo>
                  <a:cubicBezTo>
                    <a:pt x="93663" y="301625"/>
                    <a:pt x="93663" y="301625"/>
                    <a:pt x="93663" y="250580"/>
                  </a:cubicBezTo>
                  <a:cubicBezTo>
                    <a:pt x="93663" y="250580"/>
                    <a:pt x="93663" y="250580"/>
                    <a:pt x="106816" y="250580"/>
                  </a:cubicBezTo>
                  <a:cubicBezTo>
                    <a:pt x="106816" y="250580"/>
                    <a:pt x="106816" y="250580"/>
                    <a:pt x="106816" y="258640"/>
                  </a:cubicBezTo>
                  <a:cubicBezTo>
                    <a:pt x="110763" y="251924"/>
                    <a:pt x="116024" y="249237"/>
                    <a:pt x="122601" y="249237"/>
                  </a:cubicBezTo>
                  <a:close/>
                  <a:moveTo>
                    <a:pt x="61119" y="249237"/>
                  </a:moveTo>
                  <a:cubicBezTo>
                    <a:pt x="68977" y="249237"/>
                    <a:pt x="75525" y="251857"/>
                    <a:pt x="79455" y="257095"/>
                  </a:cubicBezTo>
                  <a:cubicBezTo>
                    <a:pt x="84693" y="261024"/>
                    <a:pt x="87313" y="267573"/>
                    <a:pt x="87313" y="275431"/>
                  </a:cubicBezTo>
                  <a:cubicBezTo>
                    <a:pt x="87313" y="283289"/>
                    <a:pt x="84693" y="289838"/>
                    <a:pt x="79455" y="293767"/>
                  </a:cubicBezTo>
                  <a:cubicBezTo>
                    <a:pt x="74216" y="299006"/>
                    <a:pt x="68977" y="301625"/>
                    <a:pt x="61119" y="301625"/>
                  </a:cubicBezTo>
                  <a:cubicBezTo>
                    <a:pt x="57190" y="301625"/>
                    <a:pt x="51951" y="300315"/>
                    <a:pt x="48022" y="299006"/>
                  </a:cubicBezTo>
                  <a:cubicBezTo>
                    <a:pt x="44093" y="296386"/>
                    <a:pt x="40164" y="293767"/>
                    <a:pt x="38854" y="289838"/>
                  </a:cubicBezTo>
                  <a:cubicBezTo>
                    <a:pt x="36234" y="285909"/>
                    <a:pt x="34925" y="280670"/>
                    <a:pt x="34925" y="275431"/>
                  </a:cubicBezTo>
                  <a:cubicBezTo>
                    <a:pt x="34925" y="270192"/>
                    <a:pt x="36234" y="266263"/>
                    <a:pt x="38854" y="262334"/>
                  </a:cubicBezTo>
                  <a:cubicBezTo>
                    <a:pt x="40164" y="258405"/>
                    <a:pt x="44093" y="254476"/>
                    <a:pt x="48022" y="253166"/>
                  </a:cubicBezTo>
                  <a:cubicBezTo>
                    <a:pt x="51951" y="250547"/>
                    <a:pt x="55880" y="249237"/>
                    <a:pt x="61119" y="249237"/>
                  </a:cubicBezTo>
                  <a:close/>
                  <a:moveTo>
                    <a:pt x="169863" y="231775"/>
                  </a:moveTo>
                  <a:lnTo>
                    <a:pt x="182563" y="231775"/>
                  </a:lnTo>
                  <a:lnTo>
                    <a:pt x="182563" y="244475"/>
                  </a:lnTo>
                  <a:lnTo>
                    <a:pt x="169863" y="244475"/>
                  </a:lnTo>
                  <a:close/>
                  <a:moveTo>
                    <a:pt x="147638" y="231775"/>
                  </a:moveTo>
                  <a:lnTo>
                    <a:pt x="161926" y="231775"/>
                  </a:lnTo>
                  <a:lnTo>
                    <a:pt x="161926" y="301625"/>
                  </a:lnTo>
                  <a:lnTo>
                    <a:pt x="147638" y="301625"/>
                  </a:lnTo>
                  <a:close/>
                  <a:moveTo>
                    <a:pt x="35674" y="217487"/>
                  </a:moveTo>
                  <a:cubicBezTo>
                    <a:pt x="29084" y="217487"/>
                    <a:pt x="23813" y="222674"/>
                    <a:pt x="23813" y="229159"/>
                  </a:cubicBezTo>
                  <a:cubicBezTo>
                    <a:pt x="23813" y="229159"/>
                    <a:pt x="23813" y="229159"/>
                    <a:pt x="23813" y="297891"/>
                  </a:cubicBezTo>
                  <a:cubicBezTo>
                    <a:pt x="23813" y="304375"/>
                    <a:pt x="29084" y="309562"/>
                    <a:pt x="35674" y="309562"/>
                  </a:cubicBezTo>
                  <a:cubicBezTo>
                    <a:pt x="35674" y="309562"/>
                    <a:pt x="35674" y="309562"/>
                    <a:pt x="291352" y="309562"/>
                  </a:cubicBezTo>
                  <a:cubicBezTo>
                    <a:pt x="297942" y="309562"/>
                    <a:pt x="303213" y="304375"/>
                    <a:pt x="303213" y="297891"/>
                  </a:cubicBezTo>
                  <a:cubicBezTo>
                    <a:pt x="303213" y="297891"/>
                    <a:pt x="303213" y="297891"/>
                    <a:pt x="303213" y="229159"/>
                  </a:cubicBezTo>
                  <a:cubicBezTo>
                    <a:pt x="303213" y="222674"/>
                    <a:pt x="297942" y="217487"/>
                    <a:pt x="291352" y="217487"/>
                  </a:cubicBezTo>
                  <a:close/>
                  <a:moveTo>
                    <a:pt x="167323" y="188595"/>
                  </a:moveTo>
                  <a:cubicBezTo>
                    <a:pt x="163513" y="188595"/>
                    <a:pt x="159703" y="189865"/>
                    <a:pt x="157163" y="193675"/>
                  </a:cubicBezTo>
                  <a:cubicBezTo>
                    <a:pt x="157163" y="193675"/>
                    <a:pt x="157163" y="193675"/>
                    <a:pt x="169863" y="193675"/>
                  </a:cubicBezTo>
                  <a:cubicBezTo>
                    <a:pt x="169863" y="189865"/>
                    <a:pt x="169863" y="187325"/>
                    <a:pt x="167323" y="188595"/>
                  </a:cubicBezTo>
                  <a:close/>
                  <a:moveTo>
                    <a:pt x="275321" y="76200"/>
                  </a:moveTo>
                  <a:cubicBezTo>
                    <a:pt x="280579" y="76200"/>
                    <a:pt x="284522" y="77515"/>
                    <a:pt x="287151" y="81459"/>
                  </a:cubicBezTo>
                  <a:cubicBezTo>
                    <a:pt x="289780" y="85403"/>
                    <a:pt x="289780" y="89347"/>
                    <a:pt x="288465" y="93291"/>
                  </a:cubicBezTo>
                  <a:cubicBezTo>
                    <a:pt x="288465" y="93291"/>
                    <a:pt x="288465" y="93291"/>
                    <a:pt x="287151" y="95920"/>
                  </a:cubicBezTo>
                  <a:cubicBezTo>
                    <a:pt x="287151" y="95920"/>
                    <a:pt x="287151" y="95920"/>
                    <a:pt x="331840" y="118269"/>
                  </a:cubicBezTo>
                  <a:cubicBezTo>
                    <a:pt x="337097" y="120898"/>
                    <a:pt x="339726" y="127472"/>
                    <a:pt x="337097" y="132730"/>
                  </a:cubicBezTo>
                  <a:cubicBezTo>
                    <a:pt x="337097" y="132730"/>
                    <a:pt x="337097" y="132730"/>
                    <a:pt x="326582" y="153765"/>
                  </a:cubicBezTo>
                  <a:cubicBezTo>
                    <a:pt x="325268" y="156394"/>
                    <a:pt x="323954" y="159023"/>
                    <a:pt x="321325" y="159023"/>
                  </a:cubicBezTo>
                  <a:cubicBezTo>
                    <a:pt x="318696" y="160338"/>
                    <a:pt x="314753" y="160338"/>
                    <a:pt x="312124" y="159023"/>
                  </a:cubicBezTo>
                  <a:cubicBezTo>
                    <a:pt x="312124" y="159023"/>
                    <a:pt x="312124" y="159023"/>
                    <a:pt x="267435" y="136674"/>
                  </a:cubicBezTo>
                  <a:cubicBezTo>
                    <a:pt x="264806" y="140618"/>
                    <a:pt x="260863" y="143248"/>
                    <a:pt x="256920" y="143248"/>
                  </a:cubicBezTo>
                  <a:cubicBezTo>
                    <a:pt x="252977" y="144562"/>
                    <a:pt x="249034" y="141933"/>
                    <a:pt x="246405" y="137989"/>
                  </a:cubicBezTo>
                  <a:cubicBezTo>
                    <a:pt x="246405" y="137989"/>
                    <a:pt x="246405" y="137989"/>
                    <a:pt x="220117" y="99864"/>
                  </a:cubicBezTo>
                  <a:cubicBezTo>
                    <a:pt x="218803" y="95920"/>
                    <a:pt x="217488" y="90661"/>
                    <a:pt x="220117" y="86717"/>
                  </a:cubicBezTo>
                  <a:cubicBezTo>
                    <a:pt x="221431" y="84088"/>
                    <a:pt x="225375" y="81459"/>
                    <a:pt x="229318" y="80144"/>
                  </a:cubicBezTo>
                  <a:close/>
                  <a:moveTo>
                    <a:pt x="166150" y="0"/>
                  </a:moveTo>
                  <a:cubicBezTo>
                    <a:pt x="210984" y="0"/>
                    <a:pt x="251862" y="23625"/>
                    <a:pt x="274279" y="59062"/>
                  </a:cubicBezTo>
                  <a:cubicBezTo>
                    <a:pt x="274279" y="59062"/>
                    <a:pt x="274279" y="59062"/>
                    <a:pt x="247906" y="61687"/>
                  </a:cubicBezTo>
                  <a:cubicBezTo>
                    <a:pt x="229445" y="39375"/>
                    <a:pt x="203072" y="24937"/>
                    <a:pt x="172743" y="23625"/>
                  </a:cubicBezTo>
                  <a:cubicBezTo>
                    <a:pt x="171424" y="23625"/>
                    <a:pt x="170106" y="24937"/>
                    <a:pt x="170106" y="24937"/>
                  </a:cubicBezTo>
                  <a:cubicBezTo>
                    <a:pt x="167468" y="30187"/>
                    <a:pt x="171424" y="31500"/>
                    <a:pt x="174061" y="34125"/>
                  </a:cubicBezTo>
                  <a:cubicBezTo>
                    <a:pt x="179336" y="36750"/>
                    <a:pt x="172743" y="39375"/>
                    <a:pt x="170106" y="40687"/>
                  </a:cubicBezTo>
                  <a:cubicBezTo>
                    <a:pt x="163512" y="40687"/>
                    <a:pt x="163512" y="35437"/>
                    <a:pt x="160875" y="31500"/>
                  </a:cubicBezTo>
                  <a:cubicBezTo>
                    <a:pt x="159556" y="30187"/>
                    <a:pt x="155600" y="28875"/>
                    <a:pt x="154282" y="27562"/>
                  </a:cubicBezTo>
                  <a:cubicBezTo>
                    <a:pt x="151644" y="27562"/>
                    <a:pt x="146370" y="28875"/>
                    <a:pt x="145051" y="30187"/>
                  </a:cubicBezTo>
                  <a:cubicBezTo>
                    <a:pt x="143733" y="32812"/>
                    <a:pt x="139777" y="32812"/>
                    <a:pt x="135821" y="32812"/>
                  </a:cubicBezTo>
                  <a:cubicBezTo>
                    <a:pt x="131865" y="34125"/>
                    <a:pt x="122634" y="36750"/>
                    <a:pt x="122634" y="39375"/>
                  </a:cubicBezTo>
                  <a:cubicBezTo>
                    <a:pt x="122634" y="42000"/>
                    <a:pt x="123953" y="44625"/>
                    <a:pt x="127909" y="44625"/>
                  </a:cubicBezTo>
                  <a:cubicBezTo>
                    <a:pt x="130546" y="44625"/>
                    <a:pt x="135821" y="42000"/>
                    <a:pt x="139777" y="43312"/>
                  </a:cubicBezTo>
                  <a:cubicBezTo>
                    <a:pt x="142414" y="44625"/>
                    <a:pt x="146370" y="42000"/>
                    <a:pt x="149007" y="44625"/>
                  </a:cubicBezTo>
                  <a:cubicBezTo>
                    <a:pt x="150326" y="47250"/>
                    <a:pt x="151644" y="51187"/>
                    <a:pt x="152963" y="53812"/>
                  </a:cubicBezTo>
                  <a:cubicBezTo>
                    <a:pt x="154282" y="57750"/>
                    <a:pt x="154282" y="60375"/>
                    <a:pt x="155600" y="63000"/>
                  </a:cubicBezTo>
                  <a:cubicBezTo>
                    <a:pt x="155600" y="65625"/>
                    <a:pt x="155600" y="68250"/>
                    <a:pt x="156919" y="68250"/>
                  </a:cubicBezTo>
                  <a:cubicBezTo>
                    <a:pt x="159556" y="68250"/>
                    <a:pt x="159556" y="65625"/>
                    <a:pt x="160875" y="65625"/>
                  </a:cubicBezTo>
                  <a:cubicBezTo>
                    <a:pt x="167468" y="64312"/>
                    <a:pt x="171424" y="69562"/>
                    <a:pt x="170106" y="74812"/>
                  </a:cubicBezTo>
                  <a:cubicBezTo>
                    <a:pt x="170106" y="77438"/>
                    <a:pt x="166150" y="81375"/>
                    <a:pt x="159556" y="82688"/>
                  </a:cubicBezTo>
                  <a:cubicBezTo>
                    <a:pt x="159556" y="82688"/>
                    <a:pt x="149007" y="81375"/>
                    <a:pt x="143733" y="72187"/>
                  </a:cubicBezTo>
                  <a:cubicBezTo>
                    <a:pt x="137139" y="61687"/>
                    <a:pt x="126590" y="56437"/>
                    <a:pt x="126590" y="56437"/>
                  </a:cubicBezTo>
                  <a:cubicBezTo>
                    <a:pt x="126590" y="56437"/>
                    <a:pt x="119997" y="49875"/>
                    <a:pt x="113404" y="48562"/>
                  </a:cubicBezTo>
                  <a:cubicBezTo>
                    <a:pt x="110766" y="48562"/>
                    <a:pt x="102854" y="52500"/>
                    <a:pt x="102854" y="52500"/>
                  </a:cubicBezTo>
                  <a:cubicBezTo>
                    <a:pt x="102854" y="52500"/>
                    <a:pt x="87031" y="66937"/>
                    <a:pt x="85712" y="69562"/>
                  </a:cubicBezTo>
                  <a:cubicBezTo>
                    <a:pt x="84393" y="72187"/>
                    <a:pt x="77800" y="84000"/>
                    <a:pt x="79119" y="89250"/>
                  </a:cubicBezTo>
                  <a:cubicBezTo>
                    <a:pt x="80437" y="93188"/>
                    <a:pt x="80437" y="103688"/>
                    <a:pt x="88349" y="105000"/>
                  </a:cubicBezTo>
                  <a:cubicBezTo>
                    <a:pt x="96261" y="106313"/>
                    <a:pt x="98898" y="112875"/>
                    <a:pt x="100217" y="114188"/>
                  </a:cubicBezTo>
                  <a:cubicBezTo>
                    <a:pt x="102854" y="115500"/>
                    <a:pt x="105492" y="118125"/>
                    <a:pt x="108129" y="116813"/>
                  </a:cubicBezTo>
                  <a:cubicBezTo>
                    <a:pt x="109448" y="116813"/>
                    <a:pt x="114722" y="123375"/>
                    <a:pt x="112085" y="123375"/>
                  </a:cubicBezTo>
                  <a:cubicBezTo>
                    <a:pt x="109448" y="124688"/>
                    <a:pt x="102854" y="122063"/>
                    <a:pt x="101536" y="123375"/>
                  </a:cubicBezTo>
                  <a:cubicBezTo>
                    <a:pt x="100217" y="126000"/>
                    <a:pt x="97580" y="135188"/>
                    <a:pt x="98898" y="141750"/>
                  </a:cubicBezTo>
                  <a:cubicBezTo>
                    <a:pt x="98898" y="147000"/>
                    <a:pt x="94942" y="157500"/>
                    <a:pt x="93624" y="164063"/>
                  </a:cubicBezTo>
                  <a:cubicBezTo>
                    <a:pt x="93624" y="168000"/>
                    <a:pt x="93624" y="182438"/>
                    <a:pt x="97580" y="194250"/>
                  </a:cubicBezTo>
                  <a:cubicBezTo>
                    <a:pt x="97580" y="194250"/>
                    <a:pt x="97580" y="194250"/>
                    <a:pt x="145051" y="194250"/>
                  </a:cubicBezTo>
                  <a:cubicBezTo>
                    <a:pt x="150326" y="189000"/>
                    <a:pt x="156919" y="179813"/>
                    <a:pt x="159556" y="174563"/>
                  </a:cubicBezTo>
                  <a:cubicBezTo>
                    <a:pt x="162194" y="169313"/>
                    <a:pt x="170106" y="156188"/>
                    <a:pt x="176699" y="152250"/>
                  </a:cubicBezTo>
                  <a:cubicBezTo>
                    <a:pt x="184611" y="149625"/>
                    <a:pt x="192523" y="145688"/>
                    <a:pt x="193841" y="143063"/>
                  </a:cubicBezTo>
                  <a:cubicBezTo>
                    <a:pt x="195160" y="140438"/>
                    <a:pt x="200434" y="137813"/>
                    <a:pt x="195160" y="136500"/>
                  </a:cubicBezTo>
                  <a:cubicBezTo>
                    <a:pt x="189885" y="135188"/>
                    <a:pt x="185929" y="132563"/>
                    <a:pt x="185929" y="129938"/>
                  </a:cubicBezTo>
                  <a:cubicBezTo>
                    <a:pt x="185929" y="126000"/>
                    <a:pt x="184611" y="122063"/>
                    <a:pt x="181973" y="118125"/>
                  </a:cubicBezTo>
                  <a:cubicBezTo>
                    <a:pt x="180655" y="114188"/>
                    <a:pt x="175380" y="105000"/>
                    <a:pt x="175380" y="102375"/>
                  </a:cubicBezTo>
                  <a:cubicBezTo>
                    <a:pt x="174061" y="98438"/>
                    <a:pt x="178017" y="91875"/>
                    <a:pt x="179336" y="94500"/>
                  </a:cubicBezTo>
                  <a:cubicBezTo>
                    <a:pt x="180655" y="97125"/>
                    <a:pt x="184611" y="108938"/>
                    <a:pt x="187248" y="112875"/>
                  </a:cubicBezTo>
                  <a:cubicBezTo>
                    <a:pt x="188567" y="115500"/>
                    <a:pt x="192523" y="123375"/>
                    <a:pt x="197797" y="122063"/>
                  </a:cubicBezTo>
                  <a:cubicBezTo>
                    <a:pt x="200434" y="120750"/>
                    <a:pt x="207028" y="119438"/>
                    <a:pt x="212302" y="118125"/>
                  </a:cubicBezTo>
                  <a:cubicBezTo>
                    <a:pt x="212302" y="118125"/>
                    <a:pt x="212302" y="118125"/>
                    <a:pt x="242632" y="165375"/>
                  </a:cubicBezTo>
                  <a:cubicBezTo>
                    <a:pt x="246588" y="170625"/>
                    <a:pt x="251862" y="173250"/>
                    <a:pt x="257137" y="173250"/>
                  </a:cubicBezTo>
                  <a:cubicBezTo>
                    <a:pt x="258455" y="173250"/>
                    <a:pt x="258455" y="173250"/>
                    <a:pt x="258455" y="173250"/>
                  </a:cubicBezTo>
                  <a:cubicBezTo>
                    <a:pt x="265049" y="173250"/>
                    <a:pt x="270323" y="169313"/>
                    <a:pt x="272961" y="162750"/>
                  </a:cubicBezTo>
                  <a:cubicBezTo>
                    <a:pt x="272961" y="162750"/>
                    <a:pt x="272961" y="162750"/>
                    <a:pt x="274279" y="160125"/>
                  </a:cubicBezTo>
                  <a:cubicBezTo>
                    <a:pt x="274279" y="160125"/>
                    <a:pt x="274279" y="160125"/>
                    <a:pt x="290103" y="168000"/>
                  </a:cubicBezTo>
                  <a:cubicBezTo>
                    <a:pt x="287466" y="177188"/>
                    <a:pt x="283510" y="185063"/>
                    <a:pt x="278235" y="194250"/>
                  </a:cubicBezTo>
                  <a:cubicBezTo>
                    <a:pt x="278235" y="194250"/>
                    <a:pt x="278235" y="194250"/>
                    <a:pt x="305927" y="194250"/>
                  </a:cubicBezTo>
                  <a:cubicBezTo>
                    <a:pt x="317795" y="194250"/>
                    <a:pt x="327025" y="202125"/>
                    <a:pt x="327025" y="213938"/>
                  </a:cubicBezTo>
                  <a:cubicBezTo>
                    <a:pt x="327025" y="213938"/>
                    <a:pt x="327025" y="213938"/>
                    <a:pt x="327025" y="312375"/>
                  </a:cubicBezTo>
                  <a:cubicBezTo>
                    <a:pt x="327025" y="324188"/>
                    <a:pt x="317795" y="333375"/>
                    <a:pt x="305927" y="333375"/>
                  </a:cubicBezTo>
                  <a:cubicBezTo>
                    <a:pt x="305927" y="333375"/>
                    <a:pt x="305927" y="333375"/>
                    <a:pt x="19779" y="333375"/>
                  </a:cubicBezTo>
                  <a:cubicBezTo>
                    <a:pt x="9230" y="333375"/>
                    <a:pt x="0" y="324188"/>
                    <a:pt x="0" y="312375"/>
                  </a:cubicBezTo>
                  <a:cubicBezTo>
                    <a:pt x="0" y="312375"/>
                    <a:pt x="0" y="312375"/>
                    <a:pt x="0" y="211313"/>
                  </a:cubicBezTo>
                  <a:cubicBezTo>
                    <a:pt x="0" y="202125"/>
                    <a:pt x="7912" y="194250"/>
                    <a:pt x="18461" y="194250"/>
                  </a:cubicBezTo>
                  <a:cubicBezTo>
                    <a:pt x="18461" y="194250"/>
                    <a:pt x="18461" y="194250"/>
                    <a:pt x="54064" y="194250"/>
                  </a:cubicBezTo>
                  <a:cubicBezTo>
                    <a:pt x="42197" y="174563"/>
                    <a:pt x="36922" y="153563"/>
                    <a:pt x="36922" y="129938"/>
                  </a:cubicBezTo>
                  <a:cubicBezTo>
                    <a:pt x="36922" y="57750"/>
                    <a:pt x="94942" y="0"/>
                    <a:pt x="166150" y="0"/>
                  </a:cubicBezTo>
                  <a:close/>
                </a:path>
              </a:pathLst>
            </a:custGeom>
            <a:solidFill>
              <a:schemeClr val="bg1"/>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sz="2400" dirty="0">
                <a:solidFill>
                  <a:schemeClr val="bg1"/>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grpSp>
        <p:nvGrpSpPr>
          <p:cNvPr id="132" name="组合 131"/>
          <p:cNvGrpSpPr/>
          <p:nvPr/>
        </p:nvGrpSpPr>
        <p:grpSpPr>
          <a:xfrm>
            <a:off x="3825009" y="3971835"/>
            <a:ext cx="2233188" cy="1314050"/>
            <a:chOff x="3598072" y="1844824"/>
            <a:chExt cx="2420310" cy="1424156"/>
          </a:xfrm>
        </p:grpSpPr>
        <p:sp>
          <p:nvSpPr>
            <p:cNvPr id="133" name="ïşļïďe"/>
            <p:cNvSpPr/>
            <p:nvPr/>
          </p:nvSpPr>
          <p:spPr>
            <a:xfrm>
              <a:off x="3677956" y="1844824"/>
              <a:ext cx="2260541" cy="1424156"/>
            </a:xfrm>
            <a:prstGeom prst="rect">
              <a:avLst/>
            </a:prstGeom>
            <a:solidFill>
              <a:srgbClr val="2E5596"/>
            </a:solidFill>
            <a:ln w="76200">
              <a:noFill/>
            </a:ln>
            <a:effectLst>
              <a:outerShdw blurRad="1905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sz="2400" dirty="0">
                <a:solidFill>
                  <a:schemeClr val="bg1"/>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134" name="ïṥ1ídé"/>
            <p:cNvSpPr/>
            <p:nvPr/>
          </p:nvSpPr>
          <p:spPr>
            <a:xfrm>
              <a:off x="3598072" y="2646083"/>
              <a:ext cx="2420310" cy="218546"/>
            </a:xfrm>
            <a:prstGeom prst="rect">
              <a:avLst/>
            </a:prstGeom>
          </p:spPr>
          <p:txBody>
            <a:bodyPr wrap="none" lIns="72000" tIns="0" rIns="72000" bIns="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defTabSz="914400">
                <a:defRPr/>
              </a:pPr>
              <a:r>
                <a:rPr lang="zh-CN" altLang="en-US" b="1" dirty="0">
                  <a:solidFill>
                    <a:schemeClr val="bg1"/>
                  </a:solidFill>
                  <a:latin typeface="思源黑体" panose="020B0500000000000000" pitchFamily="34" charset="-122"/>
                  <a:ea typeface="思源黑体" panose="020B0500000000000000" pitchFamily="34" charset="-122"/>
                  <a:sym typeface="思源黑体" panose="020B0500000000000000" pitchFamily="34" charset="-122"/>
                </a:rPr>
                <a:t>营销方向</a:t>
              </a:r>
              <a:endParaRPr lang="zh-CN" altLang="en-US" b="1" dirty="0">
                <a:solidFill>
                  <a:schemeClr val="bg1"/>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135" name="íṡḻiďé"/>
            <p:cNvSpPr/>
            <p:nvPr/>
          </p:nvSpPr>
          <p:spPr bwMode="auto">
            <a:xfrm>
              <a:off x="4605199" y="1978178"/>
              <a:ext cx="406055" cy="400348"/>
            </a:xfrm>
            <a:custGeom>
              <a:avLst/>
              <a:gdLst>
                <a:gd name="connsiteX0" fmla="*/ 266595 w 338128"/>
                <a:gd name="connsiteY0" fmla="*/ 260350 h 333375"/>
                <a:gd name="connsiteX1" fmla="*/ 258340 w 338128"/>
                <a:gd name="connsiteY1" fmla="*/ 262820 h 333375"/>
                <a:gd name="connsiteX2" fmla="*/ 255588 w 338128"/>
                <a:gd name="connsiteY2" fmla="*/ 271463 h 333375"/>
                <a:gd name="connsiteX3" fmla="*/ 276226 w 338128"/>
                <a:gd name="connsiteY3" fmla="*/ 271463 h 333375"/>
                <a:gd name="connsiteX4" fmla="*/ 273475 w 338128"/>
                <a:gd name="connsiteY4" fmla="*/ 262820 h 333375"/>
                <a:gd name="connsiteX5" fmla="*/ 266595 w 338128"/>
                <a:gd name="connsiteY5" fmla="*/ 260350 h 333375"/>
                <a:gd name="connsiteX6" fmla="*/ 61119 w 338128"/>
                <a:gd name="connsiteY6" fmla="*/ 260350 h 333375"/>
                <a:gd name="connsiteX7" fmla="*/ 51859 w 338128"/>
                <a:gd name="connsiteY7" fmla="*/ 264319 h 333375"/>
                <a:gd name="connsiteX8" fmla="*/ 49213 w 338128"/>
                <a:gd name="connsiteY8" fmla="*/ 276225 h 333375"/>
                <a:gd name="connsiteX9" fmla="*/ 51859 w 338128"/>
                <a:gd name="connsiteY9" fmla="*/ 288131 h 333375"/>
                <a:gd name="connsiteX10" fmla="*/ 61119 w 338128"/>
                <a:gd name="connsiteY10" fmla="*/ 292100 h 333375"/>
                <a:gd name="connsiteX11" fmla="*/ 70380 w 338128"/>
                <a:gd name="connsiteY11" fmla="*/ 288131 h 333375"/>
                <a:gd name="connsiteX12" fmla="*/ 73026 w 338128"/>
                <a:gd name="connsiteY12" fmla="*/ 276225 h 333375"/>
                <a:gd name="connsiteX13" fmla="*/ 70380 w 338128"/>
                <a:gd name="connsiteY13" fmla="*/ 264319 h 333375"/>
                <a:gd name="connsiteX14" fmla="*/ 61119 w 338128"/>
                <a:gd name="connsiteY14" fmla="*/ 260350 h 333375"/>
                <a:gd name="connsiteX15" fmla="*/ 169863 w 338128"/>
                <a:gd name="connsiteY15" fmla="*/ 250825 h 333375"/>
                <a:gd name="connsiteX16" fmla="*/ 182563 w 338128"/>
                <a:gd name="connsiteY16" fmla="*/ 250825 h 333375"/>
                <a:gd name="connsiteX17" fmla="*/ 182563 w 338128"/>
                <a:gd name="connsiteY17" fmla="*/ 301625 h 333375"/>
                <a:gd name="connsiteX18" fmla="*/ 169863 w 338128"/>
                <a:gd name="connsiteY18" fmla="*/ 301625 h 333375"/>
                <a:gd name="connsiteX19" fmla="*/ 265250 w 338128"/>
                <a:gd name="connsiteY19" fmla="*/ 249237 h 333375"/>
                <a:gd name="connsiteX20" fmla="*/ 283665 w 338128"/>
                <a:gd name="connsiteY20" fmla="*/ 257095 h 333375"/>
                <a:gd name="connsiteX21" fmla="*/ 288926 w 338128"/>
                <a:gd name="connsiteY21" fmla="*/ 279360 h 333375"/>
                <a:gd name="connsiteX22" fmla="*/ 256042 w 338128"/>
                <a:gd name="connsiteY22" fmla="*/ 279360 h 333375"/>
                <a:gd name="connsiteX23" fmla="*/ 258673 w 338128"/>
                <a:gd name="connsiteY23" fmla="*/ 288528 h 333375"/>
                <a:gd name="connsiteX24" fmla="*/ 266565 w 338128"/>
                <a:gd name="connsiteY24" fmla="*/ 292457 h 333375"/>
                <a:gd name="connsiteX25" fmla="*/ 271826 w 338128"/>
                <a:gd name="connsiteY25" fmla="*/ 289838 h 333375"/>
                <a:gd name="connsiteX26" fmla="*/ 275773 w 338128"/>
                <a:gd name="connsiteY26" fmla="*/ 284599 h 333375"/>
                <a:gd name="connsiteX27" fmla="*/ 288926 w 338128"/>
                <a:gd name="connsiteY27" fmla="*/ 287218 h 333375"/>
                <a:gd name="connsiteX28" fmla="*/ 281034 w 338128"/>
                <a:gd name="connsiteY28" fmla="*/ 297696 h 333375"/>
                <a:gd name="connsiteX29" fmla="*/ 266565 w 338128"/>
                <a:gd name="connsiteY29" fmla="*/ 301625 h 333375"/>
                <a:gd name="connsiteX30" fmla="*/ 246834 w 338128"/>
                <a:gd name="connsiteY30" fmla="*/ 293767 h 333375"/>
                <a:gd name="connsiteX31" fmla="*/ 242888 w 338128"/>
                <a:gd name="connsiteY31" fmla="*/ 275431 h 333375"/>
                <a:gd name="connsiteX32" fmla="*/ 249465 w 338128"/>
                <a:gd name="connsiteY32" fmla="*/ 255786 h 333375"/>
                <a:gd name="connsiteX33" fmla="*/ 265250 w 338128"/>
                <a:gd name="connsiteY33" fmla="*/ 249237 h 333375"/>
                <a:gd name="connsiteX34" fmla="*/ 221026 w 338128"/>
                <a:gd name="connsiteY34" fmla="*/ 249237 h 333375"/>
                <a:gd name="connsiteX35" fmla="*/ 228919 w 338128"/>
                <a:gd name="connsiteY35" fmla="*/ 250580 h 333375"/>
                <a:gd name="connsiteX36" fmla="*/ 234180 w 338128"/>
                <a:gd name="connsiteY36" fmla="*/ 254610 h 333375"/>
                <a:gd name="connsiteX37" fmla="*/ 238126 w 338128"/>
                <a:gd name="connsiteY37" fmla="*/ 261327 h 333375"/>
                <a:gd name="connsiteX38" fmla="*/ 238126 w 338128"/>
                <a:gd name="connsiteY38" fmla="*/ 269386 h 333375"/>
                <a:gd name="connsiteX39" fmla="*/ 238126 w 338128"/>
                <a:gd name="connsiteY39" fmla="*/ 301625 h 333375"/>
                <a:gd name="connsiteX40" fmla="*/ 224973 w 338128"/>
                <a:gd name="connsiteY40" fmla="*/ 301625 h 333375"/>
                <a:gd name="connsiteX41" fmla="*/ 224973 w 338128"/>
                <a:gd name="connsiteY41" fmla="*/ 276103 h 333375"/>
                <a:gd name="connsiteX42" fmla="*/ 223657 w 338128"/>
                <a:gd name="connsiteY42" fmla="*/ 265357 h 333375"/>
                <a:gd name="connsiteX43" fmla="*/ 221026 w 338128"/>
                <a:gd name="connsiteY43" fmla="*/ 261327 h 333375"/>
                <a:gd name="connsiteX44" fmla="*/ 217080 w 338128"/>
                <a:gd name="connsiteY44" fmla="*/ 259983 h 333375"/>
                <a:gd name="connsiteX45" fmla="*/ 210503 w 338128"/>
                <a:gd name="connsiteY45" fmla="*/ 261327 h 333375"/>
                <a:gd name="connsiteX46" fmla="*/ 206557 w 338128"/>
                <a:gd name="connsiteY46" fmla="*/ 266700 h 333375"/>
                <a:gd name="connsiteX47" fmla="*/ 205241 w 338128"/>
                <a:gd name="connsiteY47" fmla="*/ 278789 h 333375"/>
                <a:gd name="connsiteX48" fmla="*/ 205241 w 338128"/>
                <a:gd name="connsiteY48" fmla="*/ 301625 h 333375"/>
                <a:gd name="connsiteX49" fmla="*/ 192088 w 338128"/>
                <a:gd name="connsiteY49" fmla="*/ 301625 h 333375"/>
                <a:gd name="connsiteX50" fmla="*/ 192088 w 338128"/>
                <a:gd name="connsiteY50" fmla="*/ 250580 h 333375"/>
                <a:gd name="connsiteX51" fmla="*/ 203926 w 338128"/>
                <a:gd name="connsiteY51" fmla="*/ 250580 h 333375"/>
                <a:gd name="connsiteX52" fmla="*/ 203926 w 338128"/>
                <a:gd name="connsiteY52" fmla="*/ 258640 h 333375"/>
                <a:gd name="connsiteX53" fmla="*/ 221026 w 338128"/>
                <a:gd name="connsiteY53" fmla="*/ 249237 h 333375"/>
                <a:gd name="connsiteX54" fmla="*/ 122601 w 338128"/>
                <a:gd name="connsiteY54" fmla="*/ 249237 h 333375"/>
                <a:gd name="connsiteX55" fmla="*/ 130493 w 338128"/>
                <a:gd name="connsiteY55" fmla="*/ 250580 h 333375"/>
                <a:gd name="connsiteX56" fmla="*/ 135755 w 338128"/>
                <a:gd name="connsiteY56" fmla="*/ 254610 h 333375"/>
                <a:gd name="connsiteX57" fmla="*/ 138385 w 338128"/>
                <a:gd name="connsiteY57" fmla="*/ 261327 h 333375"/>
                <a:gd name="connsiteX58" fmla="*/ 139701 w 338128"/>
                <a:gd name="connsiteY58" fmla="*/ 269386 h 333375"/>
                <a:gd name="connsiteX59" fmla="*/ 139701 w 338128"/>
                <a:gd name="connsiteY59" fmla="*/ 301625 h 333375"/>
                <a:gd name="connsiteX60" fmla="*/ 126547 w 338128"/>
                <a:gd name="connsiteY60" fmla="*/ 301625 h 333375"/>
                <a:gd name="connsiteX61" fmla="*/ 126547 w 338128"/>
                <a:gd name="connsiteY61" fmla="*/ 276103 h 333375"/>
                <a:gd name="connsiteX62" fmla="*/ 125232 w 338128"/>
                <a:gd name="connsiteY62" fmla="*/ 265357 h 333375"/>
                <a:gd name="connsiteX63" fmla="*/ 122601 w 338128"/>
                <a:gd name="connsiteY63" fmla="*/ 261327 h 333375"/>
                <a:gd name="connsiteX64" fmla="*/ 117339 w 338128"/>
                <a:gd name="connsiteY64" fmla="*/ 259983 h 333375"/>
                <a:gd name="connsiteX65" fmla="*/ 112078 w 338128"/>
                <a:gd name="connsiteY65" fmla="*/ 261327 h 333375"/>
                <a:gd name="connsiteX66" fmla="*/ 108132 w 338128"/>
                <a:gd name="connsiteY66" fmla="*/ 266700 h 333375"/>
                <a:gd name="connsiteX67" fmla="*/ 106816 w 338128"/>
                <a:gd name="connsiteY67" fmla="*/ 278789 h 333375"/>
                <a:gd name="connsiteX68" fmla="*/ 106816 w 338128"/>
                <a:gd name="connsiteY68" fmla="*/ 301625 h 333375"/>
                <a:gd name="connsiteX69" fmla="*/ 93663 w 338128"/>
                <a:gd name="connsiteY69" fmla="*/ 301625 h 333375"/>
                <a:gd name="connsiteX70" fmla="*/ 93663 w 338128"/>
                <a:gd name="connsiteY70" fmla="*/ 250580 h 333375"/>
                <a:gd name="connsiteX71" fmla="*/ 106816 w 338128"/>
                <a:gd name="connsiteY71" fmla="*/ 250580 h 333375"/>
                <a:gd name="connsiteX72" fmla="*/ 106816 w 338128"/>
                <a:gd name="connsiteY72" fmla="*/ 258640 h 333375"/>
                <a:gd name="connsiteX73" fmla="*/ 122601 w 338128"/>
                <a:gd name="connsiteY73" fmla="*/ 249237 h 333375"/>
                <a:gd name="connsiteX74" fmla="*/ 61119 w 338128"/>
                <a:gd name="connsiteY74" fmla="*/ 249237 h 333375"/>
                <a:gd name="connsiteX75" fmla="*/ 79455 w 338128"/>
                <a:gd name="connsiteY75" fmla="*/ 257095 h 333375"/>
                <a:gd name="connsiteX76" fmla="*/ 87313 w 338128"/>
                <a:gd name="connsiteY76" fmla="*/ 275431 h 333375"/>
                <a:gd name="connsiteX77" fmla="*/ 79455 w 338128"/>
                <a:gd name="connsiteY77" fmla="*/ 293767 h 333375"/>
                <a:gd name="connsiteX78" fmla="*/ 61119 w 338128"/>
                <a:gd name="connsiteY78" fmla="*/ 301625 h 333375"/>
                <a:gd name="connsiteX79" fmla="*/ 48022 w 338128"/>
                <a:gd name="connsiteY79" fmla="*/ 299006 h 333375"/>
                <a:gd name="connsiteX80" fmla="*/ 38854 w 338128"/>
                <a:gd name="connsiteY80" fmla="*/ 289838 h 333375"/>
                <a:gd name="connsiteX81" fmla="*/ 34925 w 338128"/>
                <a:gd name="connsiteY81" fmla="*/ 275431 h 333375"/>
                <a:gd name="connsiteX82" fmla="*/ 38854 w 338128"/>
                <a:gd name="connsiteY82" fmla="*/ 262334 h 333375"/>
                <a:gd name="connsiteX83" fmla="*/ 48022 w 338128"/>
                <a:gd name="connsiteY83" fmla="*/ 253166 h 333375"/>
                <a:gd name="connsiteX84" fmla="*/ 61119 w 338128"/>
                <a:gd name="connsiteY84" fmla="*/ 249237 h 333375"/>
                <a:gd name="connsiteX85" fmla="*/ 169863 w 338128"/>
                <a:gd name="connsiteY85" fmla="*/ 231775 h 333375"/>
                <a:gd name="connsiteX86" fmla="*/ 182563 w 338128"/>
                <a:gd name="connsiteY86" fmla="*/ 231775 h 333375"/>
                <a:gd name="connsiteX87" fmla="*/ 182563 w 338128"/>
                <a:gd name="connsiteY87" fmla="*/ 244475 h 333375"/>
                <a:gd name="connsiteX88" fmla="*/ 169863 w 338128"/>
                <a:gd name="connsiteY88" fmla="*/ 244475 h 333375"/>
                <a:gd name="connsiteX89" fmla="*/ 147638 w 338128"/>
                <a:gd name="connsiteY89" fmla="*/ 231775 h 333375"/>
                <a:gd name="connsiteX90" fmla="*/ 161926 w 338128"/>
                <a:gd name="connsiteY90" fmla="*/ 231775 h 333375"/>
                <a:gd name="connsiteX91" fmla="*/ 161926 w 338128"/>
                <a:gd name="connsiteY91" fmla="*/ 301625 h 333375"/>
                <a:gd name="connsiteX92" fmla="*/ 147638 w 338128"/>
                <a:gd name="connsiteY92" fmla="*/ 301625 h 333375"/>
                <a:gd name="connsiteX93" fmla="*/ 35674 w 338128"/>
                <a:gd name="connsiteY93" fmla="*/ 217487 h 333375"/>
                <a:gd name="connsiteX94" fmla="*/ 23813 w 338128"/>
                <a:gd name="connsiteY94" fmla="*/ 229159 h 333375"/>
                <a:gd name="connsiteX95" fmla="*/ 23813 w 338128"/>
                <a:gd name="connsiteY95" fmla="*/ 297891 h 333375"/>
                <a:gd name="connsiteX96" fmla="*/ 35674 w 338128"/>
                <a:gd name="connsiteY96" fmla="*/ 309562 h 333375"/>
                <a:gd name="connsiteX97" fmla="*/ 291352 w 338128"/>
                <a:gd name="connsiteY97" fmla="*/ 309562 h 333375"/>
                <a:gd name="connsiteX98" fmla="*/ 303213 w 338128"/>
                <a:gd name="connsiteY98" fmla="*/ 297891 h 333375"/>
                <a:gd name="connsiteX99" fmla="*/ 303213 w 338128"/>
                <a:gd name="connsiteY99" fmla="*/ 229159 h 333375"/>
                <a:gd name="connsiteX100" fmla="*/ 291352 w 338128"/>
                <a:gd name="connsiteY100" fmla="*/ 217487 h 333375"/>
                <a:gd name="connsiteX101" fmla="*/ 167323 w 338128"/>
                <a:gd name="connsiteY101" fmla="*/ 188595 h 333375"/>
                <a:gd name="connsiteX102" fmla="*/ 157163 w 338128"/>
                <a:gd name="connsiteY102" fmla="*/ 193675 h 333375"/>
                <a:gd name="connsiteX103" fmla="*/ 169863 w 338128"/>
                <a:gd name="connsiteY103" fmla="*/ 193675 h 333375"/>
                <a:gd name="connsiteX104" fmla="*/ 167323 w 338128"/>
                <a:gd name="connsiteY104" fmla="*/ 188595 h 333375"/>
                <a:gd name="connsiteX105" fmla="*/ 275321 w 338128"/>
                <a:gd name="connsiteY105" fmla="*/ 76200 h 333375"/>
                <a:gd name="connsiteX106" fmla="*/ 287151 w 338128"/>
                <a:gd name="connsiteY106" fmla="*/ 81459 h 333375"/>
                <a:gd name="connsiteX107" fmla="*/ 288465 w 338128"/>
                <a:gd name="connsiteY107" fmla="*/ 93291 h 333375"/>
                <a:gd name="connsiteX108" fmla="*/ 287151 w 338128"/>
                <a:gd name="connsiteY108" fmla="*/ 95920 h 333375"/>
                <a:gd name="connsiteX109" fmla="*/ 331840 w 338128"/>
                <a:gd name="connsiteY109" fmla="*/ 118269 h 333375"/>
                <a:gd name="connsiteX110" fmla="*/ 337097 w 338128"/>
                <a:gd name="connsiteY110" fmla="*/ 132730 h 333375"/>
                <a:gd name="connsiteX111" fmla="*/ 326582 w 338128"/>
                <a:gd name="connsiteY111" fmla="*/ 153765 h 333375"/>
                <a:gd name="connsiteX112" fmla="*/ 321325 w 338128"/>
                <a:gd name="connsiteY112" fmla="*/ 159023 h 333375"/>
                <a:gd name="connsiteX113" fmla="*/ 312124 w 338128"/>
                <a:gd name="connsiteY113" fmla="*/ 159023 h 333375"/>
                <a:gd name="connsiteX114" fmla="*/ 267435 w 338128"/>
                <a:gd name="connsiteY114" fmla="*/ 136674 h 333375"/>
                <a:gd name="connsiteX115" fmla="*/ 256920 w 338128"/>
                <a:gd name="connsiteY115" fmla="*/ 143248 h 333375"/>
                <a:gd name="connsiteX116" fmla="*/ 246405 w 338128"/>
                <a:gd name="connsiteY116" fmla="*/ 137989 h 333375"/>
                <a:gd name="connsiteX117" fmla="*/ 220117 w 338128"/>
                <a:gd name="connsiteY117" fmla="*/ 99864 h 333375"/>
                <a:gd name="connsiteX118" fmla="*/ 220117 w 338128"/>
                <a:gd name="connsiteY118" fmla="*/ 86717 h 333375"/>
                <a:gd name="connsiteX119" fmla="*/ 229318 w 338128"/>
                <a:gd name="connsiteY119" fmla="*/ 80144 h 333375"/>
                <a:gd name="connsiteX120" fmla="*/ 166150 w 338128"/>
                <a:gd name="connsiteY120" fmla="*/ 0 h 333375"/>
                <a:gd name="connsiteX121" fmla="*/ 274279 w 338128"/>
                <a:gd name="connsiteY121" fmla="*/ 59062 h 333375"/>
                <a:gd name="connsiteX122" fmla="*/ 247906 w 338128"/>
                <a:gd name="connsiteY122" fmla="*/ 61687 h 333375"/>
                <a:gd name="connsiteX123" fmla="*/ 172743 w 338128"/>
                <a:gd name="connsiteY123" fmla="*/ 23625 h 333375"/>
                <a:gd name="connsiteX124" fmla="*/ 170106 w 338128"/>
                <a:gd name="connsiteY124" fmla="*/ 24937 h 333375"/>
                <a:gd name="connsiteX125" fmla="*/ 174061 w 338128"/>
                <a:gd name="connsiteY125" fmla="*/ 34125 h 333375"/>
                <a:gd name="connsiteX126" fmla="*/ 170106 w 338128"/>
                <a:gd name="connsiteY126" fmla="*/ 40687 h 333375"/>
                <a:gd name="connsiteX127" fmla="*/ 160875 w 338128"/>
                <a:gd name="connsiteY127" fmla="*/ 31500 h 333375"/>
                <a:gd name="connsiteX128" fmla="*/ 154282 w 338128"/>
                <a:gd name="connsiteY128" fmla="*/ 27562 h 333375"/>
                <a:gd name="connsiteX129" fmla="*/ 145051 w 338128"/>
                <a:gd name="connsiteY129" fmla="*/ 30187 h 333375"/>
                <a:gd name="connsiteX130" fmla="*/ 135821 w 338128"/>
                <a:gd name="connsiteY130" fmla="*/ 32812 h 333375"/>
                <a:gd name="connsiteX131" fmla="*/ 122634 w 338128"/>
                <a:gd name="connsiteY131" fmla="*/ 39375 h 333375"/>
                <a:gd name="connsiteX132" fmla="*/ 127909 w 338128"/>
                <a:gd name="connsiteY132" fmla="*/ 44625 h 333375"/>
                <a:gd name="connsiteX133" fmla="*/ 139777 w 338128"/>
                <a:gd name="connsiteY133" fmla="*/ 43312 h 333375"/>
                <a:gd name="connsiteX134" fmla="*/ 149007 w 338128"/>
                <a:gd name="connsiteY134" fmla="*/ 44625 h 333375"/>
                <a:gd name="connsiteX135" fmla="*/ 152963 w 338128"/>
                <a:gd name="connsiteY135" fmla="*/ 53812 h 333375"/>
                <a:gd name="connsiteX136" fmla="*/ 155600 w 338128"/>
                <a:gd name="connsiteY136" fmla="*/ 63000 h 333375"/>
                <a:gd name="connsiteX137" fmla="*/ 156919 w 338128"/>
                <a:gd name="connsiteY137" fmla="*/ 68250 h 333375"/>
                <a:gd name="connsiteX138" fmla="*/ 160875 w 338128"/>
                <a:gd name="connsiteY138" fmla="*/ 65625 h 333375"/>
                <a:gd name="connsiteX139" fmla="*/ 170106 w 338128"/>
                <a:gd name="connsiteY139" fmla="*/ 74812 h 333375"/>
                <a:gd name="connsiteX140" fmla="*/ 159556 w 338128"/>
                <a:gd name="connsiteY140" fmla="*/ 82688 h 333375"/>
                <a:gd name="connsiteX141" fmla="*/ 143733 w 338128"/>
                <a:gd name="connsiteY141" fmla="*/ 72187 h 333375"/>
                <a:gd name="connsiteX142" fmla="*/ 126590 w 338128"/>
                <a:gd name="connsiteY142" fmla="*/ 56437 h 333375"/>
                <a:gd name="connsiteX143" fmla="*/ 113404 w 338128"/>
                <a:gd name="connsiteY143" fmla="*/ 48562 h 333375"/>
                <a:gd name="connsiteX144" fmla="*/ 102854 w 338128"/>
                <a:gd name="connsiteY144" fmla="*/ 52500 h 333375"/>
                <a:gd name="connsiteX145" fmla="*/ 85712 w 338128"/>
                <a:gd name="connsiteY145" fmla="*/ 69562 h 333375"/>
                <a:gd name="connsiteX146" fmla="*/ 79119 w 338128"/>
                <a:gd name="connsiteY146" fmla="*/ 89250 h 333375"/>
                <a:gd name="connsiteX147" fmla="*/ 88349 w 338128"/>
                <a:gd name="connsiteY147" fmla="*/ 105000 h 333375"/>
                <a:gd name="connsiteX148" fmla="*/ 100217 w 338128"/>
                <a:gd name="connsiteY148" fmla="*/ 114188 h 333375"/>
                <a:gd name="connsiteX149" fmla="*/ 108129 w 338128"/>
                <a:gd name="connsiteY149" fmla="*/ 116813 h 333375"/>
                <a:gd name="connsiteX150" fmla="*/ 112085 w 338128"/>
                <a:gd name="connsiteY150" fmla="*/ 123375 h 333375"/>
                <a:gd name="connsiteX151" fmla="*/ 101536 w 338128"/>
                <a:gd name="connsiteY151" fmla="*/ 123375 h 333375"/>
                <a:gd name="connsiteX152" fmla="*/ 98898 w 338128"/>
                <a:gd name="connsiteY152" fmla="*/ 141750 h 333375"/>
                <a:gd name="connsiteX153" fmla="*/ 93624 w 338128"/>
                <a:gd name="connsiteY153" fmla="*/ 164063 h 333375"/>
                <a:gd name="connsiteX154" fmla="*/ 97580 w 338128"/>
                <a:gd name="connsiteY154" fmla="*/ 194250 h 333375"/>
                <a:gd name="connsiteX155" fmla="*/ 145051 w 338128"/>
                <a:gd name="connsiteY155" fmla="*/ 194250 h 333375"/>
                <a:gd name="connsiteX156" fmla="*/ 159556 w 338128"/>
                <a:gd name="connsiteY156" fmla="*/ 174563 h 333375"/>
                <a:gd name="connsiteX157" fmla="*/ 176699 w 338128"/>
                <a:gd name="connsiteY157" fmla="*/ 152250 h 333375"/>
                <a:gd name="connsiteX158" fmla="*/ 193841 w 338128"/>
                <a:gd name="connsiteY158" fmla="*/ 143063 h 333375"/>
                <a:gd name="connsiteX159" fmla="*/ 195160 w 338128"/>
                <a:gd name="connsiteY159" fmla="*/ 136500 h 333375"/>
                <a:gd name="connsiteX160" fmla="*/ 185929 w 338128"/>
                <a:gd name="connsiteY160" fmla="*/ 129938 h 333375"/>
                <a:gd name="connsiteX161" fmla="*/ 181973 w 338128"/>
                <a:gd name="connsiteY161" fmla="*/ 118125 h 333375"/>
                <a:gd name="connsiteX162" fmla="*/ 175380 w 338128"/>
                <a:gd name="connsiteY162" fmla="*/ 102375 h 333375"/>
                <a:gd name="connsiteX163" fmla="*/ 179336 w 338128"/>
                <a:gd name="connsiteY163" fmla="*/ 94500 h 333375"/>
                <a:gd name="connsiteX164" fmla="*/ 187248 w 338128"/>
                <a:gd name="connsiteY164" fmla="*/ 112875 h 333375"/>
                <a:gd name="connsiteX165" fmla="*/ 197797 w 338128"/>
                <a:gd name="connsiteY165" fmla="*/ 122063 h 333375"/>
                <a:gd name="connsiteX166" fmla="*/ 212302 w 338128"/>
                <a:gd name="connsiteY166" fmla="*/ 118125 h 333375"/>
                <a:gd name="connsiteX167" fmla="*/ 242632 w 338128"/>
                <a:gd name="connsiteY167" fmla="*/ 165375 h 333375"/>
                <a:gd name="connsiteX168" fmla="*/ 257137 w 338128"/>
                <a:gd name="connsiteY168" fmla="*/ 173250 h 333375"/>
                <a:gd name="connsiteX169" fmla="*/ 258455 w 338128"/>
                <a:gd name="connsiteY169" fmla="*/ 173250 h 333375"/>
                <a:gd name="connsiteX170" fmla="*/ 272961 w 338128"/>
                <a:gd name="connsiteY170" fmla="*/ 162750 h 333375"/>
                <a:gd name="connsiteX171" fmla="*/ 274279 w 338128"/>
                <a:gd name="connsiteY171" fmla="*/ 160125 h 333375"/>
                <a:gd name="connsiteX172" fmla="*/ 290103 w 338128"/>
                <a:gd name="connsiteY172" fmla="*/ 168000 h 333375"/>
                <a:gd name="connsiteX173" fmla="*/ 278235 w 338128"/>
                <a:gd name="connsiteY173" fmla="*/ 194250 h 333375"/>
                <a:gd name="connsiteX174" fmla="*/ 305927 w 338128"/>
                <a:gd name="connsiteY174" fmla="*/ 194250 h 333375"/>
                <a:gd name="connsiteX175" fmla="*/ 327025 w 338128"/>
                <a:gd name="connsiteY175" fmla="*/ 213938 h 333375"/>
                <a:gd name="connsiteX176" fmla="*/ 327025 w 338128"/>
                <a:gd name="connsiteY176" fmla="*/ 312375 h 333375"/>
                <a:gd name="connsiteX177" fmla="*/ 305927 w 338128"/>
                <a:gd name="connsiteY177" fmla="*/ 333375 h 333375"/>
                <a:gd name="connsiteX178" fmla="*/ 19779 w 338128"/>
                <a:gd name="connsiteY178" fmla="*/ 333375 h 333375"/>
                <a:gd name="connsiteX179" fmla="*/ 0 w 338128"/>
                <a:gd name="connsiteY179" fmla="*/ 312375 h 333375"/>
                <a:gd name="connsiteX180" fmla="*/ 0 w 338128"/>
                <a:gd name="connsiteY180" fmla="*/ 211313 h 333375"/>
                <a:gd name="connsiteX181" fmla="*/ 18461 w 338128"/>
                <a:gd name="connsiteY181" fmla="*/ 194250 h 333375"/>
                <a:gd name="connsiteX182" fmla="*/ 54064 w 338128"/>
                <a:gd name="connsiteY182" fmla="*/ 194250 h 333375"/>
                <a:gd name="connsiteX183" fmla="*/ 36922 w 338128"/>
                <a:gd name="connsiteY183" fmla="*/ 129938 h 333375"/>
                <a:gd name="connsiteX184" fmla="*/ 166150 w 338128"/>
                <a:gd name="connsiteY184" fmla="*/ 0 h 333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Lst>
              <a:rect l="l" t="t" r="r" b="b"/>
              <a:pathLst>
                <a:path w="338128" h="333375">
                  <a:moveTo>
                    <a:pt x="266595" y="260350"/>
                  </a:moveTo>
                  <a:cubicBezTo>
                    <a:pt x="263843" y="260350"/>
                    <a:pt x="261092" y="261585"/>
                    <a:pt x="258340" y="262820"/>
                  </a:cubicBezTo>
                  <a:cubicBezTo>
                    <a:pt x="256964" y="265289"/>
                    <a:pt x="255588" y="267759"/>
                    <a:pt x="255588" y="271463"/>
                  </a:cubicBezTo>
                  <a:cubicBezTo>
                    <a:pt x="255588" y="271463"/>
                    <a:pt x="255588" y="271463"/>
                    <a:pt x="276226" y="271463"/>
                  </a:cubicBezTo>
                  <a:cubicBezTo>
                    <a:pt x="276226" y="267759"/>
                    <a:pt x="274850" y="265289"/>
                    <a:pt x="273475" y="262820"/>
                  </a:cubicBezTo>
                  <a:cubicBezTo>
                    <a:pt x="272099" y="261585"/>
                    <a:pt x="269347" y="260350"/>
                    <a:pt x="266595" y="260350"/>
                  </a:cubicBezTo>
                  <a:close/>
                  <a:moveTo>
                    <a:pt x="61119" y="260350"/>
                  </a:moveTo>
                  <a:cubicBezTo>
                    <a:pt x="57150" y="260350"/>
                    <a:pt x="54505" y="261673"/>
                    <a:pt x="51859" y="264319"/>
                  </a:cubicBezTo>
                  <a:cubicBezTo>
                    <a:pt x="50536" y="266965"/>
                    <a:pt x="49213" y="270933"/>
                    <a:pt x="49213" y="276225"/>
                  </a:cubicBezTo>
                  <a:cubicBezTo>
                    <a:pt x="49213" y="281517"/>
                    <a:pt x="50536" y="285486"/>
                    <a:pt x="51859" y="288131"/>
                  </a:cubicBezTo>
                  <a:cubicBezTo>
                    <a:pt x="54505" y="290777"/>
                    <a:pt x="57150" y="292100"/>
                    <a:pt x="61119" y="292100"/>
                  </a:cubicBezTo>
                  <a:cubicBezTo>
                    <a:pt x="65088" y="292100"/>
                    <a:pt x="67734" y="290777"/>
                    <a:pt x="70380" y="288131"/>
                  </a:cubicBezTo>
                  <a:cubicBezTo>
                    <a:pt x="71703" y="285486"/>
                    <a:pt x="73026" y="281517"/>
                    <a:pt x="73026" y="276225"/>
                  </a:cubicBezTo>
                  <a:cubicBezTo>
                    <a:pt x="73026" y="270933"/>
                    <a:pt x="71703" y="266965"/>
                    <a:pt x="70380" y="264319"/>
                  </a:cubicBezTo>
                  <a:cubicBezTo>
                    <a:pt x="67734" y="261673"/>
                    <a:pt x="65088" y="260350"/>
                    <a:pt x="61119" y="260350"/>
                  </a:cubicBezTo>
                  <a:close/>
                  <a:moveTo>
                    <a:pt x="169863" y="250825"/>
                  </a:moveTo>
                  <a:lnTo>
                    <a:pt x="182563" y="250825"/>
                  </a:lnTo>
                  <a:lnTo>
                    <a:pt x="182563" y="301625"/>
                  </a:lnTo>
                  <a:lnTo>
                    <a:pt x="169863" y="301625"/>
                  </a:lnTo>
                  <a:close/>
                  <a:moveTo>
                    <a:pt x="265250" y="249237"/>
                  </a:moveTo>
                  <a:cubicBezTo>
                    <a:pt x="273142" y="249237"/>
                    <a:pt x="278403" y="251857"/>
                    <a:pt x="283665" y="257095"/>
                  </a:cubicBezTo>
                  <a:cubicBezTo>
                    <a:pt x="287611" y="262334"/>
                    <a:pt x="288926" y="268883"/>
                    <a:pt x="288926" y="279360"/>
                  </a:cubicBezTo>
                  <a:cubicBezTo>
                    <a:pt x="288926" y="279360"/>
                    <a:pt x="288926" y="279360"/>
                    <a:pt x="256042" y="279360"/>
                  </a:cubicBezTo>
                  <a:cubicBezTo>
                    <a:pt x="256042" y="283289"/>
                    <a:pt x="257357" y="285909"/>
                    <a:pt x="258673" y="288528"/>
                  </a:cubicBezTo>
                  <a:cubicBezTo>
                    <a:pt x="261303" y="291148"/>
                    <a:pt x="263934" y="292457"/>
                    <a:pt x="266565" y="292457"/>
                  </a:cubicBezTo>
                  <a:cubicBezTo>
                    <a:pt x="269196" y="292457"/>
                    <a:pt x="270511" y="291148"/>
                    <a:pt x="271826" y="289838"/>
                  </a:cubicBezTo>
                  <a:cubicBezTo>
                    <a:pt x="273142" y="288528"/>
                    <a:pt x="274457" y="287218"/>
                    <a:pt x="275773" y="284599"/>
                  </a:cubicBezTo>
                  <a:cubicBezTo>
                    <a:pt x="275773" y="284599"/>
                    <a:pt x="275773" y="284599"/>
                    <a:pt x="288926" y="287218"/>
                  </a:cubicBezTo>
                  <a:cubicBezTo>
                    <a:pt x="286296" y="291148"/>
                    <a:pt x="283665" y="295077"/>
                    <a:pt x="281034" y="297696"/>
                  </a:cubicBezTo>
                  <a:cubicBezTo>
                    <a:pt x="277088" y="300315"/>
                    <a:pt x="271826" y="301625"/>
                    <a:pt x="266565" y="301625"/>
                  </a:cubicBezTo>
                  <a:cubicBezTo>
                    <a:pt x="257357" y="301625"/>
                    <a:pt x="252096" y="299006"/>
                    <a:pt x="246834" y="293767"/>
                  </a:cubicBezTo>
                  <a:cubicBezTo>
                    <a:pt x="244204" y="288528"/>
                    <a:pt x="242888" y="283289"/>
                    <a:pt x="242888" y="275431"/>
                  </a:cubicBezTo>
                  <a:cubicBezTo>
                    <a:pt x="242888" y="267573"/>
                    <a:pt x="244204" y="261024"/>
                    <a:pt x="249465" y="255786"/>
                  </a:cubicBezTo>
                  <a:cubicBezTo>
                    <a:pt x="253411" y="251857"/>
                    <a:pt x="258673" y="249237"/>
                    <a:pt x="265250" y="249237"/>
                  </a:cubicBezTo>
                  <a:close/>
                  <a:moveTo>
                    <a:pt x="221026" y="249237"/>
                  </a:moveTo>
                  <a:cubicBezTo>
                    <a:pt x="223657" y="249237"/>
                    <a:pt x="226288" y="249237"/>
                    <a:pt x="228919" y="250580"/>
                  </a:cubicBezTo>
                  <a:cubicBezTo>
                    <a:pt x="231549" y="251924"/>
                    <a:pt x="234180" y="253267"/>
                    <a:pt x="234180" y="254610"/>
                  </a:cubicBezTo>
                  <a:cubicBezTo>
                    <a:pt x="235496" y="257297"/>
                    <a:pt x="236811" y="258640"/>
                    <a:pt x="238126" y="261327"/>
                  </a:cubicBezTo>
                  <a:cubicBezTo>
                    <a:pt x="238126" y="262670"/>
                    <a:pt x="238126" y="265357"/>
                    <a:pt x="238126" y="269386"/>
                  </a:cubicBezTo>
                  <a:cubicBezTo>
                    <a:pt x="238126" y="269386"/>
                    <a:pt x="238126" y="269386"/>
                    <a:pt x="238126" y="301625"/>
                  </a:cubicBezTo>
                  <a:cubicBezTo>
                    <a:pt x="238126" y="301625"/>
                    <a:pt x="238126" y="301625"/>
                    <a:pt x="224973" y="301625"/>
                  </a:cubicBezTo>
                  <a:cubicBezTo>
                    <a:pt x="224973" y="301625"/>
                    <a:pt x="224973" y="301625"/>
                    <a:pt x="224973" y="276103"/>
                  </a:cubicBezTo>
                  <a:cubicBezTo>
                    <a:pt x="224973" y="270730"/>
                    <a:pt x="224973" y="266700"/>
                    <a:pt x="223657" y="265357"/>
                  </a:cubicBezTo>
                  <a:cubicBezTo>
                    <a:pt x="223657" y="262670"/>
                    <a:pt x="222342" y="261327"/>
                    <a:pt x="221026" y="261327"/>
                  </a:cubicBezTo>
                  <a:cubicBezTo>
                    <a:pt x="219711" y="259983"/>
                    <a:pt x="218396" y="259983"/>
                    <a:pt x="217080" y="259983"/>
                  </a:cubicBezTo>
                  <a:cubicBezTo>
                    <a:pt x="214449" y="259983"/>
                    <a:pt x="211818" y="259983"/>
                    <a:pt x="210503" y="261327"/>
                  </a:cubicBezTo>
                  <a:cubicBezTo>
                    <a:pt x="207872" y="262670"/>
                    <a:pt x="207872" y="264013"/>
                    <a:pt x="206557" y="266700"/>
                  </a:cubicBezTo>
                  <a:cubicBezTo>
                    <a:pt x="206557" y="269386"/>
                    <a:pt x="205241" y="273416"/>
                    <a:pt x="205241" y="278789"/>
                  </a:cubicBezTo>
                  <a:lnTo>
                    <a:pt x="205241" y="301625"/>
                  </a:lnTo>
                  <a:cubicBezTo>
                    <a:pt x="205241" y="301625"/>
                    <a:pt x="205241" y="301625"/>
                    <a:pt x="192088" y="301625"/>
                  </a:cubicBezTo>
                  <a:cubicBezTo>
                    <a:pt x="192088" y="301625"/>
                    <a:pt x="192088" y="301625"/>
                    <a:pt x="192088" y="250580"/>
                  </a:cubicBezTo>
                  <a:cubicBezTo>
                    <a:pt x="192088" y="250580"/>
                    <a:pt x="192088" y="250580"/>
                    <a:pt x="203926" y="250580"/>
                  </a:cubicBezTo>
                  <a:cubicBezTo>
                    <a:pt x="203926" y="250580"/>
                    <a:pt x="203926" y="250580"/>
                    <a:pt x="203926" y="258640"/>
                  </a:cubicBezTo>
                  <a:cubicBezTo>
                    <a:pt x="209188" y="251924"/>
                    <a:pt x="214449" y="249237"/>
                    <a:pt x="221026" y="249237"/>
                  </a:cubicBezTo>
                  <a:close/>
                  <a:moveTo>
                    <a:pt x="122601" y="249237"/>
                  </a:moveTo>
                  <a:cubicBezTo>
                    <a:pt x="125232" y="249237"/>
                    <a:pt x="127862" y="249237"/>
                    <a:pt x="130493" y="250580"/>
                  </a:cubicBezTo>
                  <a:cubicBezTo>
                    <a:pt x="133124" y="251924"/>
                    <a:pt x="134439" y="253267"/>
                    <a:pt x="135755" y="254610"/>
                  </a:cubicBezTo>
                  <a:cubicBezTo>
                    <a:pt x="137070" y="257297"/>
                    <a:pt x="138385" y="258640"/>
                    <a:pt x="138385" y="261327"/>
                  </a:cubicBezTo>
                  <a:cubicBezTo>
                    <a:pt x="139701" y="262670"/>
                    <a:pt x="139701" y="265357"/>
                    <a:pt x="139701" y="269386"/>
                  </a:cubicBezTo>
                  <a:cubicBezTo>
                    <a:pt x="139701" y="269386"/>
                    <a:pt x="139701" y="269386"/>
                    <a:pt x="139701" y="301625"/>
                  </a:cubicBezTo>
                  <a:cubicBezTo>
                    <a:pt x="139701" y="301625"/>
                    <a:pt x="139701" y="301625"/>
                    <a:pt x="126547" y="301625"/>
                  </a:cubicBezTo>
                  <a:cubicBezTo>
                    <a:pt x="126547" y="301625"/>
                    <a:pt x="126547" y="301625"/>
                    <a:pt x="126547" y="276103"/>
                  </a:cubicBezTo>
                  <a:cubicBezTo>
                    <a:pt x="126547" y="270730"/>
                    <a:pt x="125232" y="266700"/>
                    <a:pt x="125232" y="265357"/>
                  </a:cubicBezTo>
                  <a:cubicBezTo>
                    <a:pt x="125232" y="262670"/>
                    <a:pt x="123916" y="261327"/>
                    <a:pt x="122601" y="261327"/>
                  </a:cubicBezTo>
                  <a:cubicBezTo>
                    <a:pt x="121286" y="259983"/>
                    <a:pt x="119970" y="259983"/>
                    <a:pt x="117339" y="259983"/>
                  </a:cubicBezTo>
                  <a:cubicBezTo>
                    <a:pt x="116024" y="259983"/>
                    <a:pt x="113393" y="259983"/>
                    <a:pt x="112078" y="261327"/>
                  </a:cubicBezTo>
                  <a:cubicBezTo>
                    <a:pt x="109447" y="262670"/>
                    <a:pt x="108132" y="264013"/>
                    <a:pt x="108132" y="266700"/>
                  </a:cubicBezTo>
                  <a:cubicBezTo>
                    <a:pt x="106816" y="269386"/>
                    <a:pt x="106816" y="273416"/>
                    <a:pt x="106816" y="278789"/>
                  </a:cubicBezTo>
                  <a:lnTo>
                    <a:pt x="106816" y="301625"/>
                  </a:lnTo>
                  <a:cubicBezTo>
                    <a:pt x="106816" y="301625"/>
                    <a:pt x="106816" y="301625"/>
                    <a:pt x="93663" y="301625"/>
                  </a:cubicBezTo>
                  <a:cubicBezTo>
                    <a:pt x="93663" y="301625"/>
                    <a:pt x="93663" y="301625"/>
                    <a:pt x="93663" y="250580"/>
                  </a:cubicBezTo>
                  <a:cubicBezTo>
                    <a:pt x="93663" y="250580"/>
                    <a:pt x="93663" y="250580"/>
                    <a:pt x="106816" y="250580"/>
                  </a:cubicBezTo>
                  <a:cubicBezTo>
                    <a:pt x="106816" y="250580"/>
                    <a:pt x="106816" y="250580"/>
                    <a:pt x="106816" y="258640"/>
                  </a:cubicBezTo>
                  <a:cubicBezTo>
                    <a:pt x="110763" y="251924"/>
                    <a:pt x="116024" y="249237"/>
                    <a:pt x="122601" y="249237"/>
                  </a:cubicBezTo>
                  <a:close/>
                  <a:moveTo>
                    <a:pt x="61119" y="249237"/>
                  </a:moveTo>
                  <a:cubicBezTo>
                    <a:pt x="68977" y="249237"/>
                    <a:pt x="75525" y="251857"/>
                    <a:pt x="79455" y="257095"/>
                  </a:cubicBezTo>
                  <a:cubicBezTo>
                    <a:pt x="84693" y="261024"/>
                    <a:pt x="87313" y="267573"/>
                    <a:pt x="87313" y="275431"/>
                  </a:cubicBezTo>
                  <a:cubicBezTo>
                    <a:pt x="87313" y="283289"/>
                    <a:pt x="84693" y="289838"/>
                    <a:pt x="79455" y="293767"/>
                  </a:cubicBezTo>
                  <a:cubicBezTo>
                    <a:pt x="74216" y="299006"/>
                    <a:pt x="68977" y="301625"/>
                    <a:pt x="61119" y="301625"/>
                  </a:cubicBezTo>
                  <a:cubicBezTo>
                    <a:pt x="57190" y="301625"/>
                    <a:pt x="51951" y="300315"/>
                    <a:pt x="48022" y="299006"/>
                  </a:cubicBezTo>
                  <a:cubicBezTo>
                    <a:pt x="44093" y="296386"/>
                    <a:pt x="40164" y="293767"/>
                    <a:pt x="38854" y="289838"/>
                  </a:cubicBezTo>
                  <a:cubicBezTo>
                    <a:pt x="36234" y="285909"/>
                    <a:pt x="34925" y="280670"/>
                    <a:pt x="34925" y="275431"/>
                  </a:cubicBezTo>
                  <a:cubicBezTo>
                    <a:pt x="34925" y="270192"/>
                    <a:pt x="36234" y="266263"/>
                    <a:pt x="38854" y="262334"/>
                  </a:cubicBezTo>
                  <a:cubicBezTo>
                    <a:pt x="40164" y="258405"/>
                    <a:pt x="44093" y="254476"/>
                    <a:pt x="48022" y="253166"/>
                  </a:cubicBezTo>
                  <a:cubicBezTo>
                    <a:pt x="51951" y="250547"/>
                    <a:pt x="55880" y="249237"/>
                    <a:pt x="61119" y="249237"/>
                  </a:cubicBezTo>
                  <a:close/>
                  <a:moveTo>
                    <a:pt x="169863" y="231775"/>
                  </a:moveTo>
                  <a:lnTo>
                    <a:pt x="182563" y="231775"/>
                  </a:lnTo>
                  <a:lnTo>
                    <a:pt x="182563" y="244475"/>
                  </a:lnTo>
                  <a:lnTo>
                    <a:pt x="169863" y="244475"/>
                  </a:lnTo>
                  <a:close/>
                  <a:moveTo>
                    <a:pt x="147638" y="231775"/>
                  </a:moveTo>
                  <a:lnTo>
                    <a:pt x="161926" y="231775"/>
                  </a:lnTo>
                  <a:lnTo>
                    <a:pt x="161926" y="301625"/>
                  </a:lnTo>
                  <a:lnTo>
                    <a:pt x="147638" y="301625"/>
                  </a:lnTo>
                  <a:close/>
                  <a:moveTo>
                    <a:pt x="35674" y="217487"/>
                  </a:moveTo>
                  <a:cubicBezTo>
                    <a:pt x="29084" y="217487"/>
                    <a:pt x="23813" y="222674"/>
                    <a:pt x="23813" y="229159"/>
                  </a:cubicBezTo>
                  <a:cubicBezTo>
                    <a:pt x="23813" y="229159"/>
                    <a:pt x="23813" y="229159"/>
                    <a:pt x="23813" y="297891"/>
                  </a:cubicBezTo>
                  <a:cubicBezTo>
                    <a:pt x="23813" y="304375"/>
                    <a:pt x="29084" y="309562"/>
                    <a:pt x="35674" y="309562"/>
                  </a:cubicBezTo>
                  <a:cubicBezTo>
                    <a:pt x="35674" y="309562"/>
                    <a:pt x="35674" y="309562"/>
                    <a:pt x="291352" y="309562"/>
                  </a:cubicBezTo>
                  <a:cubicBezTo>
                    <a:pt x="297942" y="309562"/>
                    <a:pt x="303213" y="304375"/>
                    <a:pt x="303213" y="297891"/>
                  </a:cubicBezTo>
                  <a:cubicBezTo>
                    <a:pt x="303213" y="297891"/>
                    <a:pt x="303213" y="297891"/>
                    <a:pt x="303213" y="229159"/>
                  </a:cubicBezTo>
                  <a:cubicBezTo>
                    <a:pt x="303213" y="222674"/>
                    <a:pt x="297942" y="217487"/>
                    <a:pt x="291352" y="217487"/>
                  </a:cubicBezTo>
                  <a:close/>
                  <a:moveTo>
                    <a:pt x="167323" y="188595"/>
                  </a:moveTo>
                  <a:cubicBezTo>
                    <a:pt x="163513" y="188595"/>
                    <a:pt x="159703" y="189865"/>
                    <a:pt x="157163" y="193675"/>
                  </a:cubicBezTo>
                  <a:cubicBezTo>
                    <a:pt x="157163" y="193675"/>
                    <a:pt x="157163" y="193675"/>
                    <a:pt x="169863" y="193675"/>
                  </a:cubicBezTo>
                  <a:cubicBezTo>
                    <a:pt x="169863" y="189865"/>
                    <a:pt x="169863" y="187325"/>
                    <a:pt x="167323" y="188595"/>
                  </a:cubicBezTo>
                  <a:close/>
                  <a:moveTo>
                    <a:pt x="275321" y="76200"/>
                  </a:moveTo>
                  <a:cubicBezTo>
                    <a:pt x="280579" y="76200"/>
                    <a:pt x="284522" y="77515"/>
                    <a:pt x="287151" y="81459"/>
                  </a:cubicBezTo>
                  <a:cubicBezTo>
                    <a:pt x="289780" y="85403"/>
                    <a:pt x="289780" y="89347"/>
                    <a:pt x="288465" y="93291"/>
                  </a:cubicBezTo>
                  <a:cubicBezTo>
                    <a:pt x="288465" y="93291"/>
                    <a:pt x="288465" y="93291"/>
                    <a:pt x="287151" y="95920"/>
                  </a:cubicBezTo>
                  <a:cubicBezTo>
                    <a:pt x="287151" y="95920"/>
                    <a:pt x="287151" y="95920"/>
                    <a:pt x="331840" y="118269"/>
                  </a:cubicBezTo>
                  <a:cubicBezTo>
                    <a:pt x="337097" y="120898"/>
                    <a:pt x="339726" y="127472"/>
                    <a:pt x="337097" y="132730"/>
                  </a:cubicBezTo>
                  <a:cubicBezTo>
                    <a:pt x="337097" y="132730"/>
                    <a:pt x="337097" y="132730"/>
                    <a:pt x="326582" y="153765"/>
                  </a:cubicBezTo>
                  <a:cubicBezTo>
                    <a:pt x="325268" y="156394"/>
                    <a:pt x="323954" y="159023"/>
                    <a:pt x="321325" y="159023"/>
                  </a:cubicBezTo>
                  <a:cubicBezTo>
                    <a:pt x="318696" y="160338"/>
                    <a:pt x="314753" y="160338"/>
                    <a:pt x="312124" y="159023"/>
                  </a:cubicBezTo>
                  <a:cubicBezTo>
                    <a:pt x="312124" y="159023"/>
                    <a:pt x="312124" y="159023"/>
                    <a:pt x="267435" y="136674"/>
                  </a:cubicBezTo>
                  <a:cubicBezTo>
                    <a:pt x="264806" y="140618"/>
                    <a:pt x="260863" y="143248"/>
                    <a:pt x="256920" y="143248"/>
                  </a:cubicBezTo>
                  <a:cubicBezTo>
                    <a:pt x="252977" y="144562"/>
                    <a:pt x="249034" y="141933"/>
                    <a:pt x="246405" y="137989"/>
                  </a:cubicBezTo>
                  <a:cubicBezTo>
                    <a:pt x="246405" y="137989"/>
                    <a:pt x="246405" y="137989"/>
                    <a:pt x="220117" y="99864"/>
                  </a:cubicBezTo>
                  <a:cubicBezTo>
                    <a:pt x="218803" y="95920"/>
                    <a:pt x="217488" y="90661"/>
                    <a:pt x="220117" y="86717"/>
                  </a:cubicBezTo>
                  <a:cubicBezTo>
                    <a:pt x="221431" y="84088"/>
                    <a:pt x="225375" y="81459"/>
                    <a:pt x="229318" y="80144"/>
                  </a:cubicBezTo>
                  <a:close/>
                  <a:moveTo>
                    <a:pt x="166150" y="0"/>
                  </a:moveTo>
                  <a:cubicBezTo>
                    <a:pt x="210984" y="0"/>
                    <a:pt x="251862" y="23625"/>
                    <a:pt x="274279" y="59062"/>
                  </a:cubicBezTo>
                  <a:cubicBezTo>
                    <a:pt x="274279" y="59062"/>
                    <a:pt x="274279" y="59062"/>
                    <a:pt x="247906" y="61687"/>
                  </a:cubicBezTo>
                  <a:cubicBezTo>
                    <a:pt x="229445" y="39375"/>
                    <a:pt x="203072" y="24937"/>
                    <a:pt x="172743" y="23625"/>
                  </a:cubicBezTo>
                  <a:cubicBezTo>
                    <a:pt x="171424" y="23625"/>
                    <a:pt x="170106" y="24937"/>
                    <a:pt x="170106" y="24937"/>
                  </a:cubicBezTo>
                  <a:cubicBezTo>
                    <a:pt x="167468" y="30187"/>
                    <a:pt x="171424" y="31500"/>
                    <a:pt x="174061" y="34125"/>
                  </a:cubicBezTo>
                  <a:cubicBezTo>
                    <a:pt x="179336" y="36750"/>
                    <a:pt x="172743" y="39375"/>
                    <a:pt x="170106" y="40687"/>
                  </a:cubicBezTo>
                  <a:cubicBezTo>
                    <a:pt x="163512" y="40687"/>
                    <a:pt x="163512" y="35437"/>
                    <a:pt x="160875" y="31500"/>
                  </a:cubicBezTo>
                  <a:cubicBezTo>
                    <a:pt x="159556" y="30187"/>
                    <a:pt x="155600" y="28875"/>
                    <a:pt x="154282" y="27562"/>
                  </a:cubicBezTo>
                  <a:cubicBezTo>
                    <a:pt x="151644" y="27562"/>
                    <a:pt x="146370" y="28875"/>
                    <a:pt x="145051" y="30187"/>
                  </a:cubicBezTo>
                  <a:cubicBezTo>
                    <a:pt x="143733" y="32812"/>
                    <a:pt x="139777" y="32812"/>
                    <a:pt x="135821" y="32812"/>
                  </a:cubicBezTo>
                  <a:cubicBezTo>
                    <a:pt x="131865" y="34125"/>
                    <a:pt x="122634" y="36750"/>
                    <a:pt x="122634" y="39375"/>
                  </a:cubicBezTo>
                  <a:cubicBezTo>
                    <a:pt x="122634" y="42000"/>
                    <a:pt x="123953" y="44625"/>
                    <a:pt x="127909" y="44625"/>
                  </a:cubicBezTo>
                  <a:cubicBezTo>
                    <a:pt x="130546" y="44625"/>
                    <a:pt x="135821" y="42000"/>
                    <a:pt x="139777" y="43312"/>
                  </a:cubicBezTo>
                  <a:cubicBezTo>
                    <a:pt x="142414" y="44625"/>
                    <a:pt x="146370" y="42000"/>
                    <a:pt x="149007" y="44625"/>
                  </a:cubicBezTo>
                  <a:cubicBezTo>
                    <a:pt x="150326" y="47250"/>
                    <a:pt x="151644" y="51187"/>
                    <a:pt x="152963" y="53812"/>
                  </a:cubicBezTo>
                  <a:cubicBezTo>
                    <a:pt x="154282" y="57750"/>
                    <a:pt x="154282" y="60375"/>
                    <a:pt x="155600" y="63000"/>
                  </a:cubicBezTo>
                  <a:cubicBezTo>
                    <a:pt x="155600" y="65625"/>
                    <a:pt x="155600" y="68250"/>
                    <a:pt x="156919" y="68250"/>
                  </a:cubicBezTo>
                  <a:cubicBezTo>
                    <a:pt x="159556" y="68250"/>
                    <a:pt x="159556" y="65625"/>
                    <a:pt x="160875" y="65625"/>
                  </a:cubicBezTo>
                  <a:cubicBezTo>
                    <a:pt x="167468" y="64312"/>
                    <a:pt x="171424" y="69562"/>
                    <a:pt x="170106" y="74812"/>
                  </a:cubicBezTo>
                  <a:cubicBezTo>
                    <a:pt x="170106" y="77438"/>
                    <a:pt x="166150" y="81375"/>
                    <a:pt x="159556" y="82688"/>
                  </a:cubicBezTo>
                  <a:cubicBezTo>
                    <a:pt x="159556" y="82688"/>
                    <a:pt x="149007" y="81375"/>
                    <a:pt x="143733" y="72187"/>
                  </a:cubicBezTo>
                  <a:cubicBezTo>
                    <a:pt x="137139" y="61687"/>
                    <a:pt x="126590" y="56437"/>
                    <a:pt x="126590" y="56437"/>
                  </a:cubicBezTo>
                  <a:cubicBezTo>
                    <a:pt x="126590" y="56437"/>
                    <a:pt x="119997" y="49875"/>
                    <a:pt x="113404" y="48562"/>
                  </a:cubicBezTo>
                  <a:cubicBezTo>
                    <a:pt x="110766" y="48562"/>
                    <a:pt x="102854" y="52500"/>
                    <a:pt x="102854" y="52500"/>
                  </a:cubicBezTo>
                  <a:cubicBezTo>
                    <a:pt x="102854" y="52500"/>
                    <a:pt x="87031" y="66937"/>
                    <a:pt x="85712" y="69562"/>
                  </a:cubicBezTo>
                  <a:cubicBezTo>
                    <a:pt x="84393" y="72187"/>
                    <a:pt x="77800" y="84000"/>
                    <a:pt x="79119" y="89250"/>
                  </a:cubicBezTo>
                  <a:cubicBezTo>
                    <a:pt x="80437" y="93188"/>
                    <a:pt x="80437" y="103688"/>
                    <a:pt x="88349" y="105000"/>
                  </a:cubicBezTo>
                  <a:cubicBezTo>
                    <a:pt x="96261" y="106313"/>
                    <a:pt x="98898" y="112875"/>
                    <a:pt x="100217" y="114188"/>
                  </a:cubicBezTo>
                  <a:cubicBezTo>
                    <a:pt x="102854" y="115500"/>
                    <a:pt x="105492" y="118125"/>
                    <a:pt x="108129" y="116813"/>
                  </a:cubicBezTo>
                  <a:cubicBezTo>
                    <a:pt x="109448" y="116813"/>
                    <a:pt x="114722" y="123375"/>
                    <a:pt x="112085" y="123375"/>
                  </a:cubicBezTo>
                  <a:cubicBezTo>
                    <a:pt x="109448" y="124688"/>
                    <a:pt x="102854" y="122063"/>
                    <a:pt x="101536" y="123375"/>
                  </a:cubicBezTo>
                  <a:cubicBezTo>
                    <a:pt x="100217" y="126000"/>
                    <a:pt x="97580" y="135188"/>
                    <a:pt x="98898" y="141750"/>
                  </a:cubicBezTo>
                  <a:cubicBezTo>
                    <a:pt x="98898" y="147000"/>
                    <a:pt x="94942" y="157500"/>
                    <a:pt x="93624" y="164063"/>
                  </a:cubicBezTo>
                  <a:cubicBezTo>
                    <a:pt x="93624" y="168000"/>
                    <a:pt x="93624" y="182438"/>
                    <a:pt x="97580" y="194250"/>
                  </a:cubicBezTo>
                  <a:cubicBezTo>
                    <a:pt x="97580" y="194250"/>
                    <a:pt x="97580" y="194250"/>
                    <a:pt x="145051" y="194250"/>
                  </a:cubicBezTo>
                  <a:cubicBezTo>
                    <a:pt x="150326" y="189000"/>
                    <a:pt x="156919" y="179813"/>
                    <a:pt x="159556" y="174563"/>
                  </a:cubicBezTo>
                  <a:cubicBezTo>
                    <a:pt x="162194" y="169313"/>
                    <a:pt x="170106" y="156188"/>
                    <a:pt x="176699" y="152250"/>
                  </a:cubicBezTo>
                  <a:cubicBezTo>
                    <a:pt x="184611" y="149625"/>
                    <a:pt x="192523" y="145688"/>
                    <a:pt x="193841" y="143063"/>
                  </a:cubicBezTo>
                  <a:cubicBezTo>
                    <a:pt x="195160" y="140438"/>
                    <a:pt x="200434" y="137813"/>
                    <a:pt x="195160" y="136500"/>
                  </a:cubicBezTo>
                  <a:cubicBezTo>
                    <a:pt x="189885" y="135188"/>
                    <a:pt x="185929" y="132563"/>
                    <a:pt x="185929" y="129938"/>
                  </a:cubicBezTo>
                  <a:cubicBezTo>
                    <a:pt x="185929" y="126000"/>
                    <a:pt x="184611" y="122063"/>
                    <a:pt x="181973" y="118125"/>
                  </a:cubicBezTo>
                  <a:cubicBezTo>
                    <a:pt x="180655" y="114188"/>
                    <a:pt x="175380" y="105000"/>
                    <a:pt x="175380" y="102375"/>
                  </a:cubicBezTo>
                  <a:cubicBezTo>
                    <a:pt x="174061" y="98438"/>
                    <a:pt x="178017" y="91875"/>
                    <a:pt x="179336" y="94500"/>
                  </a:cubicBezTo>
                  <a:cubicBezTo>
                    <a:pt x="180655" y="97125"/>
                    <a:pt x="184611" y="108938"/>
                    <a:pt x="187248" y="112875"/>
                  </a:cubicBezTo>
                  <a:cubicBezTo>
                    <a:pt x="188567" y="115500"/>
                    <a:pt x="192523" y="123375"/>
                    <a:pt x="197797" y="122063"/>
                  </a:cubicBezTo>
                  <a:cubicBezTo>
                    <a:pt x="200434" y="120750"/>
                    <a:pt x="207028" y="119438"/>
                    <a:pt x="212302" y="118125"/>
                  </a:cubicBezTo>
                  <a:cubicBezTo>
                    <a:pt x="212302" y="118125"/>
                    <a:pt x="212302" y="118125"/>
                    <a:pt x="242632" y="165375"/>
                  </a:cubicBezTo>
                  <a:cubicBezTo>
                    <a:pt x="246588" y="170625"/>
                    <a:pt x="251862" y="173250"/>
                    <a:pt x="257137" y="173250"/>
                  </a:cubicBezTo>
                  <a:cubicBezTo>
                    <a:pt x="258455" y="173250"/>
                    <a:pt x="258455" y="173250"/>
                    <a:pt x="258455" y="173250"/>
                  </a:cubicBezTo>
                  <a:cubicBezTo>
                    <a:pt x="265049" y="173250"/>
                    <a:pt x="270323" y="169313"/>
                    <a:pt x="272961" y="162750"/>
                  </a:cubicBezTo>
                  <a:cubicBezTo>
                    <a:pt x="272961" y="162750"/>
                    <a:pt x="272961" y="162750"/>
                    <a:pt x="274279" y="160125"/>
                  </a:cubicBezTo>
                  <a:cubicBezTo>
                    <a:pt x="274279" y="160125"/>
                    <a:pt x="274279" y="160125"/>
                    <a:pt x="290103" y="168000"/>
                  </a:cubicBezTo>
                  <a:cubicBezTo>
                    <a:pt x="287466" y="177188"/>
                    <a:pt x="283510" y="185063"/>
                    <a:pt x="278235" y="194250"/>
                  </a:cubicBezTo>
                  <a:cubicBezTo>
                    <a:pt x="278235" y="194250"/>
                    <a:pt x="278235" y="194250"/>
                    <a:pt x="305927" y="194250"/>
                  </a:cubicBezTo>
                  <a:cubicBezTo>
                    <a:pt x="317795" y="194250"/>
                    <a:pt x="327025" y="202125"/>
                    <a:pt x="327025" y="213938"/>
                  </a:cubicBezTo>
                  <a:cubicBezTo>
                    <a:pt x="327025" y="213938"/>
                    <a:pt x="327025" y="213938"/>
                    <a:pt x="327025" y="312375"/>
                  </a:cubicBezTo>
                  <a:cubicBezTo>
                    <a:pt x="327025" y="324188"/>
                    <a:pt x="317795" y="333375"/>
                    <a:pt x="305927" y="333375"/>
                  </a:cubicBezTo>
                  <a:cubicBezTo>
                    <a:pt x="305927" y="333375"/>
                    <a:pt x="305927" y="333375"/>
                    <a:pt x="19779" y="333375"/>
                  </a:cubicBezTo>
                  <a:cubicBezTo>
                    <a:pt x="9230" y="333375"/>
                    <a:pt x="0" y="324188"/>
                    <a:pt x="0" y="312375"/>
                  </a:cubicBezTo>
                  <a:cubicBezTo>
                    <a:pt x="0" y="312375"/>
                    <a:pt x="0" y="312375"/>
                    <a:pt x="0" y="211313"/>
                  </a:cubicBezTo>
                  <a:cubicBezTo>
                    <a:pt x="0" y="202125"/>
                    <a:pt x="7912" y="194250"/>
                    <a:pt x="18461" y="194250"/>
                  </a:cubicBezTo>
                  <a:cubicBezTo>
                    <a:pt x="18461" y="194250"/>
                    <a:pt x="18461" y="194250"/>
                    <a:pt x="54064" y="194250"/>
                  </a:cubicBezTo>
                  <a:cubicBezTo>
                    <a:pt x="42197" y="174563"/>
                    <a:pt x="36922" y="153563"/>
                    <a:pt x="36922" y="129938"/>
                  </a:cubicBezTo>
                  <a:cubicBezTo>
                    <a:pt x="36922" y="57750"/>
                    <a:pt x="94942" y="0"/>
                    <a:pt x="166150" y="0"/>
                  </a:cubicBezTo>
                  <a:close/>
                </a:path>
              </a:pathLst>
            </a:custGeom>
            <a:solidFill>
              <a:schemeClr val="bg1"/>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sz="2400" dirty="0">
                <a:solidFill>
                  <a:schemeClr val="bg1"/>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22" presetClass="entr" presetSubtype="2" fill="hold" nodeType="afterEffect">
                                  <p:stCondLst>
                                    <p:cond delay="0"/>
                                  </p:stCondLst>
                                  <p:childTnLst>
                                    <p:set>
                                      <p:cBhvr>
                                        <p:cTn id="10" dur="1" fill="hold">
                                          <p:stCondLst>
                                            <p:cond delay="0"/>
                                          </p:stCondLst>
                                        </p:cTn>
                                        <p:tgtEl>
                                          <p:spTgt spid="132"/>
                                        </p:tgtEl>
                                        <p:attrNameLst>
                                          <p:attrName>style.visibility</p:attrName>
                                        </p:attrNameLst>
                                      </p:cBhvr>
                                      <p:to>
                                        <p:strVal val="visible"/>
                                      </p:to>
                                    </p:set>
                                    <p:animEffect transition="in" filter="wipe(right)">
                                      <p:cBhvr>
                                        <p:cTn id="11" dur="500"/>
                                        <p:tgtEl>
                                          <p:spTgt spid="132"/>
                                        </p:tgtEl>
                                      </p:cBhvr>
                                    </p:animEffect>
                                  </p:childTnLst>
                                </p:cTn>
                              </p:par>
                              <p:par>
                                <p:cTn id="12" presetID="22" presetClass="entr" presetSubtype="8" fill="hold" nodeType="withEffect">
                                  <p:stCondLst>
                                    <p:cond delay="0"/>
                                  </p:stCondLst>
                                  <p:childTnLst>
                                    <p:set>
                                      <p:cBhvr>
                                        <p:cTn id="13" dur="1" fill="hold">
                                          <p:stCondLst>
                                            <p:cond delay="0"/>
                                          </p:stCondLst>
                                        </p:cTn>
                                        <p:tgtEl>
                                          <p:spTgt spid="128"/>
                                        </p:tgtEl>
                                        <p:attrNameLst>
                                          <p:attrName>style.visibility</p:attrName>
                                        </p:attrNameLst>
                                      </p:cBhvr>
                                      <p:to>
                                        <p:strVal val="visible"/>
                                      </p:to>
                                    </p:set>
                                    <p:animEffect transition="in" filter="wipe(left)">
                                      <p:cBhvr>
                                        <p:cTn id="14" dur="500"/>
                                        <p:tgtEl>
                                          <p:spTgt spid="128"/>
                                        </p:tgtEl>
                                      </p:cBhvr>
                                    </p:animEffect>
                                  </p:childTnLst>
                                </p:cTn>
                              </p:par>
                            </p:childTnLst>
                          </p:cTn>
                        </p:par>
                        <p:par>
                          <p:cTn id="15" fill="hold">
                            <p:stCondLst>
                              <p:cond delay="1000"/>
                            </p:stCondLst>
                            <p:childTnLst>
                              <p:par>
                                <p:cTn id="16" presetID="12" presetClass="entr" presetSubtype="8" fill="hold" nodeType="afterEffect">
                                  <p:stCondLst>
                                    <p:cond delay="0"/>
                                  </p:stCondLst>
                                  <p:childTnLst>
                                    <p:set>
                                      <p:cBhvr>
                                        <p:cTn id="17" dur="1" fill="hold">
                                          <p:stCondLst>
                                            <p:cond delay="0"/>
                                          </p:stCondLst>
                                        </p:cTn>
                                        <p:tgtEl>
                                          <p:spTgt spid="120"/>
                                        </p:tgtEl>
                                        <p:attrNameLst>
                                          <p:attrName>style.visibility</p:attrName>
                                        </p:attrNameLst>
                                      </p:cBhvr>
                                      <p:to>
                                        <p:strVal val="visible"/>
                                      </p:to>
                                    </p:set>
                                    <p:anim calcmode="lin" valueType="num">
                                      <p:cBhvr additive="base">
                                        <p:cTn id="18" dur="500"/>
                                        <p:tgtEl>
                                          <p:spTgt spid="120"/>
                                        </p:tgtEl>
                                        <p:attrNameLst>
                                          <p:attrName>ppt_x</p:attrName>
                                        </p:attrNameLst>
                                      </p:cBhvr>
                                      <p:tavLst>
                                        <p:tav tm="0">
                                          <p:val>
                                            <p:strVal val="#ppt_x-#ppt_w*1.125000"/>
                                          </p:val>
                                        </p:tav>
                                        <p:tav tm="100000">
                                          <p:val>
                                            <p:strVal val="#ppt_x"/>
                                          </p:val>
                                        </p:tav>
                                      </p:tavLst>
                                    </p:anim>
                                    <p:animEffect transition="in" filter="wipe(right)">
                                      <p:cBhvr>
                                        <p:cTn id="19" dur="500"/>
                                        <p:tgtEl>
                                          <p:spTgt spid="120"/>
                                        </p:tgtEl>
                                      </p:cBhvr>
                                    </p:animEffect>
                                  </p:childTnLst>
                                </p:cTn>
                              </p:par>
                              <p:par>
                                <p:cTn id="20" presetID="12" presetClass="entr" presetSubtype="2" fill="hold" nodeType="withEffect">
                                  <p:stCondLst>
                                    <p:cond delay="0"/>
                                  </p:stCondLst>
                                  <p:childTnLst>
                                    <p:set>
                                      <p:cBhvr>
                                        <p:cTn id="21" dur="1" fill="hold">
                                          <p:stCondLst>
                                            <p:cond delay="0"/>
                                          </p:stCondLst>
                                        </p:cTn>
                                        <p:tgtEl>
                                          <p:spTgt spid="67"/>
                                        </p:tgtEl>
                                        <p:attrNameLst>
                                          <p:attrName>style.visibility</p:attrName>
                                        </p:attrNameLst>
                                      </p:cBhvr>
                                      <p:to>
                                        <p:strVal val="visible"/>
                                      </p:to>
                                    </p:set>
                                    <p:anim calcmode="lin" valueType="num">
                                      <p:cBhvr additive="base">
                                        <p:cTn id="22" dur="500"/>
                                        <p:tgtEl>
                                          <p:spTgt spid="67"/>
                                        </p:tgtEl>
                                        <p:attrNameLst>
                                          <p:attrName>ppt_x</p:attrName>
                                        </p:attrNameLst>
                                      </p:cBhvr>
                                      <p:tavLst>
                                        <p:tav tm="0">
                                          <p:val>
                                            <p:strVal val="#ppt_x+#ppt_w*1.125000"/>
                                          </p:val>
                                        </p:tav>
                                        <p:tav tm="100000">
                                          <p:val>
                                            <p:strVal val="#ppt_x"/>
                                          </p:val>
                                        </p:tav>
                                      </p:tavLst>
                                    </p:anim>
                                    <p:animEffect transition="in" filter="wipe(left)">
                                      <p:cBhvr>
                                        <p:cTn id="23" dur="500"/>
                                        <p:tgtEl>
                                          <p:spTgt spid="67"/>
                                        </p:tgtEl>
                                      </p:cBhvr>
                                    </p:animEffect>
                                  </p:childTnLst>
                                </p:cTn>
                              </p:par>
                            </p:childTnLst>
                          </p:cTn>
                        </p:par>
                        <p:par>
                          <p:cTn id="24" fill="hold">
                            <p:stCondLst>
                              <p:cond delay="1500"/>
                            </p:stCondLst>
                            <p:childTnLst>
                              <p:par>
                                <p:cTn id="25" presetID="42" presetClass="entr" presetSubtype="0" fill="hold" grpId="0" nodeType="afterEffect">
                                  <p:stCondLst>
                                    <p:cond delay="0"/>
                                  </p:stCondLst>
                                  <p:childTnLst>
                                    <p:set>
                                      <p:cBhvr>
                                        <p:cTn id="26" dur="1" fill="hold">
                                          <p:stCondLst>
                                            <p:cond delay="0"/>
                                          </p:stCondLst>
                                        </p:cTn>
                                        <p:tgtEl>
                                          <p:spTgt spid="72"/>
                                        </p:tgtEl>
                                        <p:attrNameLst>
                                          <p:attrName>style.visibility</p:attrName>
                                        </p:attrNameLst>
                                      </p:cBhvr>
                                      <p:to>
                                        <p:strVal val="visible"/>
                                      </p:to>
                                    </p:set>
                                    <p:animEffect transition="in" filter="fade">
                                      <p:cBhvr>
                                        <p:cTn id="27" dur="750"/>
                                        <p:tgtEl>
                                          <p:spTgt spid="72"/>
                                        </p:tgtEl>
                                      </p:cBhvr>
                                    </p:animEffect>
                                    <p:anim calcmode="lin" valueType="num">
                                      <p:cBhvr>
                                        <p:cTn id="28" dur="750" fill="hold"/>
                                        <p:tgtEl>
                                          <p:spTgt spid="72"/>
                                        </p:tgtEl>
                                        <p:attrNameLst>
                                          <p:attrName>ppt_x</p:attrName>
                                        </p:attrNameLst>
                                      </p:cBhvr>
                                      <p:tavLst>
                                        <p:tav tm="0">
                                          <p:val>
                                            <p:strVal val="#ppt_x"/>
                                          </p:val>
                                        </p:tav>
                                        <p:tav tm="100000">
                                          <p:val>
                                            <p:strVal val="#ppt_x"/>
                                          </p:val>
                                        </p:tav>
                                      </p:tavLst>
                                    </p:anim>
                                    <p:anim calcmode="lin" valueType="num">
                                      <p:cBhvr>
                                        <p:cTn id="29" dur="750" fill="hold"/>
                                        <p:tgtEl>
                                          <p:spTgt spid="72"/>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74"/>
                                        </p:tgtEl>
                                        <p:attrNameLst>
                                          <p:attrName>style.visibility</p:attrName>
                                        </p:attrNameLst>
                                      </p:cBhvr>
                                      <p:to>
                                        <p:strVal val="visible"/>
                                      </p:to>
                                    </p:set>
                                    <p:animEffect transition="in" filter="fade">
                                      <p:cBhvr>
                                        <p:cTn id="32" dur="750"/>
                                        <p:tgtEl>
                                          <p:spTgt spid="74"/>
                                        </p:tgtEl>
                                      </p:cBhvr>
                                    </p:animEffect>
                                    <p:anim calcmode="lin" valueType="num">
                                      <p:cBhvr>
                                        <p:cTn id="33" dur="750" fill="hold"/>
                                        <p:tgtEl>
                                          <p:spTgt spid="74"/>
                                        </p:tgtEl>
                                        <p:attrNameLst>
                                          <p:attrName>ppt_x</p:attrName>
                                        </p:attrNameLst>
                                      </p:cBhvr>
                                      <p:tavLst>
                                        <p:tav tm="0">
                                          <p:val>
                                            <p:strVal val="#ppt_x"/>
                                          </p:val>
                                        </p:tav>
                                        <p:tav tm="100000">
                                          <p:val>
                                            <p:strVal val="#ppt_x"/>
                                          </p:val>
                                        </p:tav>
                                      </p:tavLst>
                                    </p:anim>
                                    <p:anim calcmode="lin" valueType="num">
                                      <p:cBhvr>
                                        <p:cTn id="34" dur="750" fill="hold"/>
                                        <p:tgtEl>
                                          <p:spTgt spid="74"/>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126"/>
                                        </p:tgtEl>
                                        <p:attrNameLst>
                                          <p:attrName>style.visibility</p:attrName>
                                        </p:attrNameLst>
                                      </p:cBhvr>
                                      <p:to>
                                        <p:strVal val="visible"/>
                                      </p:to>
                                    </p:set>
                                    <p:animEffect transition="in" filter="fade">
                                      <p:cBhvr>
                                        <p:cTn id="37" dur="750"/>
                                        <p:tgtEl>
                                          <p:spTgt spid="126"/>
                                        </p:tgtEl>
                                      </p:cBhvr>
                                    </p:animEffect>
                                    <p:anim calcmode="lin" valueType="num">
                                      <p:cBhvr>
                                        <p:cTn id="38" dur="750" fill="hold"/>
                                        <p:tgtEl>
                                          <p:spTgt spid="126"/>
                                        </p:tgtEl>
                                        <p:attrNameLst>
                                          <p:attrName>ppt_x</p:attrName>
                                        </p:attrNameLst>
                                      </p:cBhvr>
                                      <p:tavLst>
                                        <p:tav tm="0">
                                          <p:val>
                                            <p:strVal val="#ppt_x"/>
                                          </p:val>
                                        </p:tav>
                                        <p:tav tm="100000">
                                          <p:val>
                                            <p:strVal val="#ppt_x"/>
                                          </p:val>
                                        </p:tav>
                                      </p:tavLst>
                                    </p:anim>
                                    <p:anim calcmode="lin" valueType="num">
                                      <p:cBhvr>
                                        <p:cTn id="39" dur="750" fill="hold"/>
                                        <p:tgtEl>
                                          <p:spTgt spid="126"/>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127"/>
                                        </p:tgtEl>
                                        <p:attrNameLst>
                                          <p:attrName>style.visibility</p:attrName>
                                        </p:attrNameLst>
                                      </p:cBhvr>
                                      <p:to>
                                        <p:strVal val="visible"/>
                                      </p:to>
                                    </p:set>
                                    <p:animEffect transition="in" filter="fade">
                                      <p:cBhvr>
                                        <p:cTn id="42" dur="750"/>
                                        <p:tgtEl>
                                          <p:spTgt spid="127"/>
                                        </p:tgtEl>
                                      </p:cBhvr>
                                    </p:animEffect>
                                    <p:anim calcmode="lin" valueType="num">
                                      <p:cBhvr>
                                        <p:cTn id="43" dur="750" fill="hold"/>
                                        <p:tgtEl>
                                          <p:spTgt spid="127"/>
                                        </p:tgtEl>
                                        <p:attrNameLst>
                                          <p:attrName>ppt_x</p:attrName>
                                        </p:attrNameLst>
                                      </p:cBhvr>
                                      <p:tavLst>
                                        <p:tav tm="0">
                                          <p:val>
                                            <p:strVal val="#ppt_x"/>
                                          </p:val>
                                        </p:tav>
                                        <p:tav tm="100000">
                                          <p:val>
                                            <p:strVal val="#ppt_x"/>
                                          </p:val>
                                        </p:tav>
                                      </p:tavLst>
                                    </p:anim>
                                    <p:anim calcmode="lin" valueType="num">
                                      <p:cBhvr>
                                        <p:cTn id="44" dur="750" fill="hold"/>
                                        <p:tgtEl>
                                          <p:spTgt spid="127"/>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75"/>
                                        </p:tgtEl>
                                        <p:attrNameLst>
                                          <p:attrName>style.visibility</p:attrName>
                                        </p:attrNameLst>
                                      </p:cBhvr>
                                      <p:to>
                                        <p:strVal val="visible"/>
                                      </p:to>
                                    </p:set>
                                    <p:animEffect transition="in" filter="fade">
                                      <p:cBhvr>
                                        <p:cTn id="47" dur="750"/>
                                        <p:tgtEl>
                                          <p:spTgt spid="75"/>
                                        </p:tgtEl>
                                      </p:cBhvr>
                                    </p:animEffect>
                                    <p:anim calcmode="lin" valueType="num">
                                      <p:cBhvr>
                                        <p:cTn id="48" dur="750" fill="hold"/>
                                        <p:tgtEl>
                                          <p:spTgt spid="75"/>
                                        </p:tgtEl>
                                        <p:attrNameLst>
                                          <p:attrName>ppt_x</p:attrName>
                                        </p:attrNameLst>
                                      </p:cBhvr>
                                      <p:tavLst>
                                        <p:tav tm="0">
                                          <p:val>
                                            <p:strVal val="#ppt_x"/>
                                          </p:val>
                                        </p:tav>
                                        <p:tav tm="100000">
                                          <p:val>
                                            <p:strVal val="#ppt_x"/>
                                          </p:val>
                                        </p:tav>
                                      </p:tavLst>
                                    </p:anim>
                                    <p:anim calcmode="lin" valueType="num">
                                      <p:cBhvr>
                                        <p:cTn id="49" dur="750" fill="hold"/>
                                        <p:tgtEl>
                                          <p:spTgt spid="75"/>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84"/>
                                        </p:tgtEl>
                                        <p:attrNameLst>
                                          <p:attrName>style.visibility</p:attrName>
                                        </p:attrNameLst>
                                      </p:cBhvr>
                                      <p:to>
                                        <p:strVal val="visible"/>
                                      </p:to>
                                    </p:set>
                                    <p:animEffect transition="in" filter="fade">
                                      <p:cBhvr>
                                        <p:cTn id="52" dur="750"/>
                                        <p:tgtEl>
                                          <p:spTgt spid="84"/>
                                        </p:tgtEl>
                                      </p:cBhvr>
                                    </p:animEffect>
                                    <p:anim calcmode="lin" valueType="num">
                                      <p:cBhvr>
                                        <p:cTn id="53" dur="750" fill="hold"/>
                                        <p:tgtEl>
                                          <p:spTgt spid="84"/>
                                        </p:tgtEl>
                                        <p:attrNameLst>
                                          <p:attrName>ppt_x</p:attrName>
                                        </p:attrNameLst>
                                      </p:cBhvr>
                                      <p:tavLst>
                                        <p:tav tm="0">
                                          <p:val>
                                            <p:strVal val="#ppt_x"/>
                                          </p:val>
                                        </p:tav>
                                        <p:tav tm="100000">
                                          <p:val>
                                            <p:strVal val="#ppt_x"/>
                                          </p:val>
                                        </p:tav>
                                      </p:tavLst>
                                    </p:anim>
                                    <p:anim calcmode="lin" valueType="num">
                                      <p:cBhvr>
                                        <p:cTn id="54" dur="750" fill="hold"/>
                                        <p:tgtEl>
                                          <p:spTgt spid="84"/>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124"/>
                                        </p:tgtEl>
                                        <p:attrNameLst>
                                          <p:attrName>style.visibility</p:attrName>
                                        </p:attrNameLst>
                                      </p:cBhvr>
                                      <p:to>
                                        <p:strVal val="visible"/>
                                      </p:to>
                                    </p:set>
                                    <p:animEffect transition="in" filter="fade">
                                      <p:cBhvr>
                                        <p:cTn id="57" dur="750"/>
                                        <p:tgtEl>
                                          <p:spTgt spid="124"/>
                                        </p:tgtEl>
                                      </p:cBhvr>
                                    </p:animEffect>
                                    <p:anim calcmode="lin" valueType="num">
                                      <p:cBhvr>
                                        <p:cTn id="58" dur="750" fill="hold"/>
                                        <p:tgtEl>
                                          <p:spTgt spid="124"/>
                                        </p:tgtEl>
                                        <p:attrNameLst>
                                          <p:attrName>ppt_x</p:attrName>
                                        </p:attrNameLst>
                                      </p:cBhvr>
                                      <p:tavLst>
                                        <p:tav tm="0">
                                          <p:val>
                                            <p:strVal val="#ppt_x"/>
                                          </p:val>
                                        </p:tav>
                                        <p:tav tm="100000">
                                          <p:val>
                                            <p:strVal val="#ppt_x"/>
                                          </p:val>
                                        </p:tav>
                                      </p:tavLst>
                                    </p:anim>
                                    <p:anim calcmode="lin" valueType="num">
                                      <p:cBhvr>
                                        <p:cTn id="59" dur="750" fill="hold"/>
                                        <p:tgtEl>
                                          <p:spTgt spid="124"/>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125"/>
                                        </p:tgtEl>
                                        <p:attrNameLst>
                                          <p:attrName>style.visibility</p:attrName>
                                        </p:attrNameLst>
                                      </p:cBhvr>
                                      <p:to>
                                        <p:strVal val="visible"/>
                                      </p:to>
                                    </p:set>
                                    <p:animEffect transition="in" filter="fade">
                                      <p:cBhvr>
                                        <p:cTn id="62" dur="750"/>
                                        <p:tgtEl>
                                          <p:spTgt spid="125"/>
                                        </p:tgtEl>
                                      </p:cBhvr>
                                    </p:animEffect>
                                    <p:anim calcmode="lin" valueType="num">
                                      <p:cBhvr>
                                        <p:cTn id="63" dur="750" fill="hold"/>
                                        <p:tgtEl>
                                          <p:spTgt spid="125"/>
                                        </p:tgtEl>
                                        <p:attrNameLst>
                                          <p:attrName>ppt_x</p:attrName>
                                        </p:attrNameLst>
                                      </p:cBhvr>
                                      <p:tavLst>
                                        <p:tav tm="0">
                                          <p:val>
                                            <p:strVal val="#ppt_x"/>
                                          </p:val>
                                        </p:tav>
                                        <p:tav tm="100000">
                                          <p:val>
                                            <p:strVal val="#ppt_x"/>
                                          </p:val>
                                        </p:tav>
                                      </p:tavLst>
                                    </p:anim>
                                    <p:anim calcmode="lin" valueType="num">
                                      <p:cBhvr>
                                        <p:cTn id="64" dur="750" fill="hold"/>
                                        <p:tgtEl>
                                          <p:spTgt spid="12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 grpId="0"/>
      <p:bldP spid="74" grpId="0"/>
      <p:bldP spid="75" grpId="0"/>
      <p:bldP spid="84" grpId="0"/>
      <p:bldP spid="124" grpId="0"/>
      <p:bldP spid="125" grpId="0"/>
      <p:bldP spid="126" grpId="0"/>
      <p:bldP spid="127"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6" name="组合 75"/>
          <p:cNvGrpSpPr/>
          <p:nvPr/>
        </p:nvGrpSpPr>
        <p:grpSpPr>
          <a:xfrm>
            <a:off x="1" y="-2"/>
            <a:ext cx="12191999" cy="6858000"/>
            <a:chOff x="1" y="-2"/>
            <a:chExt cx="12191999" cy="6858000"/>
          </a:xfrm>
        </p:grpSpPr>
        <p:pic>
          <p:nvPicPr>
            <p:cNvPr id="77" name="图片 76"/>
            <p:cNvPicPr>
              <a:picLocks noChangeAspect="1"/>
            </p:cNvPicPr>
            <p:nvPr/>
          </p:nvPicPr>
          <p:blipFill>
            <a:blip r:embed="rId1">
              <a:extLst>
                <a:ext uri="{BEBA8EAE-BF5A-486C-A8C5-ECC9F3942E4B}">
                  <a14:imgProps xmlns:a14="http://schemas.microsoft.com/office/drawing/2010/main">
                    <a14:imgLayer r:embed="rId2">
                      <a14:imgEffect>
                        <a14:brightnessContrast contrast="40000"/>
                      </a14:imgEffect>
                      <a14:imgEffect>
                        <a14:saturation sat="400000"/>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1" y="-2"/>
              <a:ext cx="12191999" cy="6858000"/>
            </a:xfrm>
            <a:prstGeom prst="rect">
              <a:avLst/>
            </a:prstGeom>
          </p:spPr>
        </p:pic>
        <p:sp>
          <p:nvSpPr>
            <p:cNvPr id="78" name="矩形 77"/>
            <p:cNvSpPr/>
            <p:nvPr/>
          </p:nvSpPr>
          <p:spPr>
            <a:xfrm>
              <a:off x="250371" y="267786"/>
              <a:ext cx="11691258" cy="632242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lumMod val="75000"/>
                    <a:lumOff val="25000"/>
                  </a:schemeClr>
                </a:solidFill>
                <a:latin typeface="思源黑体" panose="020B0500000000000000" pitchFamily="34" charset="-122"/>
                <a:ea typeface="思源黑体" panose="020B0500000000000000" pitchFamily="34" charset="-122"/>
              </a:endParaRPr>
            </a:p>
          </p:txBody>
        </p:sp>
      </p:grpSp>
      <p:grpSp>
        <p:nvGrpSpPr>
          <p:cNvPr id="6" name="组合 5"/>
          <p:cNvGrpSpPr/>
          <p:nvPr/>
        </p:nvGrpSpPr>
        <p:grpSpPr>
          <a:xfrm>
            <a:off x="942702" y="876582"/>
            <a:ext cx="2483440" cy="677108"/>
            <a:chOff x="250371" y="432445"/>
            <a:chExt cx="2483440" cy="677108"/>
          </a:xfrm>
        </p:grpSpPr>
        <p:sp>
          <p:nvSpPr>
            <p:cNvPr id="58" name="1"/>
            <p:cNvSpPr/>
            <p:nvPr/>
          </p:nvSpPr>
          <p:spPr>
            <a:xfrm flipV="1">
              <a:off x="250371" y="503428"/>
              <a:ext cx="144000" cy="527747"/>
            </a:xfrm>
            <a:prstGeom prst="rect">
              <a:avLst/>
            </a:prstGeom>
            <a:solidFill>
              <a:srgbClr val="587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panose="020B0500000000000000" pitchFamily="34" charset="-122"/>
                <a:ea typeface="思源黑体" panose="020B0500000000000000" pitchFamily="34" charset="-122"/>
              </a:endParaRPr>
            </a:p>
          </p:txBody>
        </p:sp>
        <p:sp>
          <p:nvSpPr>
            <p:cNvPr id="63" name="文本框 62"/>
            <p:cNvSpPr txBox="1"/>
            <p:nvPr/>
          </p:nvSpPr>
          <p:spPr>
            <a:xfrm>
              <a:off x="468735" y="432445"/>
              <a:ext cx="2265076" cy="523220"/>
            </a:xfrm>
            <a:prstGeom prst="rect">
              <a:avLst/>
            </a:prstGeom>
            <a:noFill/>
          </p:spPr>
          <p:txBody>
            <a:bodyPr wrap="square" rtlCol="0">
              <a:spAutoFit/>
            </a:bodyPr>
            <a:lstStyle/>
            <a:p>
              <a:r>
                <a:rPr lang="en-US" altLang="zh-CN" sz="2800" b="1" dirty="0">
                  <a:solidFill>
                    <a:srgbClr val="2E5596"/>
                  </a:solidFill>
                  <a:latin typeface="思源黑体" panose="020B0500000000000000" pitchFamily="34" charset="-122"/>
                  <a:ea typeface="思源黑体" panose="020B0500000000000000" pitchFamily="34" charset="-122"/>
                </a:rPr>
                <a:t>05/</a:t>
              </a:r>
              <a:r>
                <a:rPr lang="zh-CN" altLang="en-US" sz="2800" b="1" dirty="0">
                  <a:solidFill>
                    <a:srgbClr val="2E5596"/>
                  </a:solidFill>
                  <a:latin typeface="思源黑体" panose="020B0500000000000000" pitchFamily="34" charset="-122"/>
                  <a:ea typeface="思源黑体" panose="020B0500000000000000" pitchFamily="34" charset="-122"/>
                </a:rPr>
                <a:t>工作计划</a:t>
              </a:r>
              <a:endParaRPr lang="zh-CN" altLang="en-US" sz="2800" b="1" dirty="0">
                <a:solidFill>
                  <a:srgbClr val="2E5596"/>
                </a:solidFill>
                <a:latin typeface="思源黑体" panose="020B0500000000000000" pitchFamily="34" charset="-122"/>
                <a:ea typeface="思源黑体" panose="020B0500000000000000" pitchFamily="34" charset="-122"/>
              </a:endParaRPr>
            </a:p>
          </p:txBody>
        </p:sp>
        <p:sp>
          <p:nvSpPr>
            <p:cNvPr id="64" name="文本框 63"/>
            <p:cNvSpPr txBox="1"/>
            <p:nvPr/>
          </p:nvSpPr>
          <p:spPr>
            <a:xfrm>
              <a:off x="468735" y="801776"/>
              <a:ext cx="2265076" cy="307777"/>
            </a:xfrm>
            <a:prstGeom prst="rect">
              <a:avLst/>
            </a:prstGeom>
            <a:noFill/>
          </p:spPr>
          <p:txBody>
            <a:bodyPr wrap="square" rtlCol="0">
              <a:spAutoFit/>
            </a:bodyPr>
            <a:lstStyle/>
            <a:p>
              <a:r>
                <a:rPr lang="en-US" altLang="zh-CN" sz="1400" dirty="0">
                  <a:solidFill>
                    <a:schemeClr val="tx1">
                      <a:lumMod val="65000"/>
                      <a:lumOff val="35000"/>
                    </a:schemeClr>
                  </a:solidFill>
                  <a:latin typeface="思源黑体" panose="020B0500000000000000" pitchFamily="34" charset="-122"/>
                  <a:ea typeface="思源黑体" panose="020B0500000000000000" pitchFamily="34" charset="-122"/>
                </a:rPr>
                <a:t>Mid year work summary</a:t>
              </a:r>
              <a:endParaRPr lang="en-US" altLang="zh-CN" sz="1400" dirty="0">
                <a:solidFill>
                  <a:schemeClr val="tx1">
                    <a:lumMod val="65000"/>
                    <a:lumOff val="35000"/>
                  </a:schemeClr>
                </a:solidFill>
                <a:latin typeface="思源黑体" panose="020B0500000000000000" pitchFamily="34" charset="-122"/>
                <a:ea typeface="思源黑体" panose="020B0500000000000000" pitchFamily="34" charset="-122"/>
              </a:endParaRPr>
            </a:p>
          </p:txBody>
        </p:sp>
      </p:grpSp>
      <p:sp>
        <p:nvSpPr>
          <p:cNvPr id="33" name="圆角矩形 10"/>
          <p:cNvSpPr/>
          <p:nvPr/>
        </p:nvSpPr>
        <p:spPr>
          <a:xfrm>
            <a:off x="11637678" y="6497783"/>
            <a:ext cx="845268" cy="207818"/>
          </a:xfrm>
          <a:prstGeom prst="roundRect">
            <a:avLst>
              <a:gd name="adj" fmla="val 50000"/>
            </a:avLst>
          </a:prstGeom>
          <a:gradFill>
            <a:gsLst>
              <a:gs pos="15000">
                <a:srgbClr val="75CFDA"/>
              </a:gs>
              <a:gs pos="100000">
                <a:srgbClr val="5B84ED"/>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latin typeface="思源黑体" panose="020B0500000000000000" pitchFamily="34" charset="-122"/>
              <a:ea typeface="思源黑体" panose="020B0500000000000000" pitchFamily="34" charset="-122"/>
            </a:endParaRPr>
          </a:p>
        </p:txBody>
      </p:sp>
      <p:sp>
        <p:nvSpPr>
          <p:cNvPr id="34" name="TextBox 19"/>
          <p:cNvSpPr txBox="1"/>
          <p:nvPr/>
        </p:nvSpPr>
        <p:spPr>
          <a:xfrm>
            <a:off x="11685403" y="6470103"/>
            <a:ext cx="493216" cy="261610"/>
          </a:xfrm>
          <a:prstGeom prst="rect">
            <a:avLst/>
          </a:prstGeom>
          <a:noFill/>
        </p:spPr>
        <p:txBody>
          <a:bodyPr wrap="square" rtlCol="0">
            <a:spAutoFit/>
          </a:bodyPr>
          <a:lstStyle/>
          <a:p>
            <a:pPr algn="ctr"/>
            <a:fld id="{E33E7C02-82D1-42DA-AA8B-2AEC9E450366}" type="slidenum">
              <a:rPr lang="zh-CN" altLang="en-US" sz="1100" smtClean="0">
                <a:solidFill>
                  <a:schemeClr val="tx1">
                    <a:lumMod val="75000"/>
                    <a:lumOff val="25000"/>
                  </a:schemeClr>
                </a:solidFill>
                <a:latin typeface="思源黑体" panose="020B0500000000000000" pitchFamily="34" charset="-122"/>
                <a:ea typeface="思源黑体" panose="020B0500000000000000" pitchFamily="34" charset="-122"/>
              </a:rPr>
            </a:fld>
            <a:endParaRPr lang="zh-CN" altLang="en-US" sz="1100" dirty="0">
              <a:solidFill>
                <a:schemeClr val="tx1">
                  <a:lumMod val="75000"/>
                  <a:lumOff val="25000"/>
                </a:schemeClr>
              </a:solidFill>
              <a:latin typeface="思源黑体" panose="020B0500000000000000" pitchFamily="34" charset="-122"/>
              <a:ea typeface="思源黑体" panose="020B0500000000000000" pitchFamily="34" charset="-122"/>
            </a:endParaRPr>
          </a:p>
        </p:txBody>
      </p:sp>
      <p:grpSp>
        <p:nvGrpSpPr>
          <p:cNvPr id="35" name="组合 34"/>
          <p:cNvGrpSpPr/>
          <p:nvPr/>
        </p:nvGrpSpPr>
        <p:grpSpPr>
          <a:xfrm>
            <a:off x="3885902" y="1983052"/>
            <a:ext cx="3988100" cy="3755496"/>
            <a:chOff x="3669088" y="1795416"/>
            <a:chExt cx="4421725" cy="4163833"/>
          </a:xfrm>
        </p:grpSpPr>
        <p:sp>
          <p:nvSpPr>
            <p:cNvPr id="36" name="Arc 1"/>
            <p:cNvSpPr/>
            <p:nvPr/>
          </p:nvSpPr>
          <p:spPr>
            <a:xfrm>
              <a:off x="4169678" y="2016252"/>
              <a:ext cx="3889728" cy="3889727"/>
            </a:xfrm>
            <a:prstGeom prst="arc">
              <a:avLst>
                <a:gd name="adj1" fmla="val 2901203"/>
                <a:gd name="adj2" fmla="val 21394969"/>
              </a:avLst>
            </a:prstGeom>
            <a:ln w="152400">
              <a:solidFill>
                <a:schemeClr val="accent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defTabSz="914400"/>
              <a:endParaRPr lang="en-US" dirty="0">
                <a:solidFill>
                  <a:schemeClr val="bg1"/>
                </a:solidFill>
                <a:latin typeface="思源黑体" panose="020B0500000000000000" pitchFamily="34" charset="-122"/>
                <a:ea typeface="思源黑体" panose="020B0500000000000000" pitchFamily="34" charset="-122"/>
                <a:sym typeface="Segoe UI" panose="020B0502040204020203" pitchFamily="34" charset="0"/>
              </a:endParaRPr>
            </a:p>
          </p:txBody>
        </p:sp>
        <p:grpSp>
          <p:nvGrpSpPr>
            <p:cNvPr id="37" name="Group 86"/>
            <p:cNvGrpSpPr/>
            <p:nvPr/>
          </p:nvGrpSpPr>
          <p:grpSpPr>
            <a:xfrm>
              <a:off x="3669088" y="3540580"/>
              <a:ext cx="1080012" cy="553081"/>
              <a:chOff x="6642546" y="5546439"/>
              <a:chExt cx="725864" cy="371719"/>
            </a:xfrm>
          </p:grpSpPr>
          <p:sp>
            <p:nvSpPr>
              <p:cNvPr id="50" name="Oval 87"/>
              <p:cNvSpPr/>
              <p:nvPr/>
            </p:nvSpPr>
            <p:spPr>
              <a:xfrm>
                <a:off x="6818257" y="5546439"/>
                <a:ext cx="371719" cy="371719"/>
              </a:xfrm>
              <a:prstGeom prst="ellipse">
                <a:avLst/>
              </a:prstGeom>
              <a:solidFill>
                <a:srgbClr val="587DB8"/>
              </a:solidFill>
              <a:ln w="28575">
                <a:noFill/>
              </a:ln>
              <a:effectLst>
                <a:outerShdw blurRad="177800" dist="50800" dir="36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dirty="0">
                  <a:solidFill>
                    <a:schemeClr val="bg1"/>
                  </a:solidFill>
                  <a:latin typeface="思源黑体" panose="020B0500000000000000" pitchFamily="34" charset="-122"/>
                  <a:ea typeface="思源黑体" panose="020B0500000000000000" pitchFamily="34" charset="-122"/>
                  <a:cs typeface="+mn-ea"/>
                  <a:sym typeface="Segoe UI" panose="020B0502040204020203" pitchFamily="34" charset="0"/>
                </a:endParaRPr>
              </a:p>
            </p:txBody>
          </p:sp>
          <p:sp>
            <p:nvSpPr>
              <p:cNvPr id="51" name="TextBox 88"/>
              <p:cNvSpPr txBox="1"/>
              <p:nvPr/>
            </p:nvSpPr>
            <p:spPr>
              <a:xfrm>
                <a:off x="6642546" y="5605940"/>
                <a:ext cx="725864" cy="298148"/>
              </a:xfrm>
              <a:prstGeom prst="rect">
                <a:avLst/>
              </a:prstGeom>
              <a:noFill/>
            </p:spPr>
            <p:txBody>
              <a:bodyPr wrap="square" rtlCol="0">
                <a:spAutoFit/>
              </a:bodyPr>
              <a:lstStyle/>
              <a:p>
                <a:pPr algn="ctr" defTabSz="914400"/>
                <a:r>
                  <a:rPr lang="en-US" sz="2000" dirty="0">
                    <a:solidFill>
                      <a:schemeClr val="bg1"/>
                    </a:solidFill>
                    <a:latin typeface="思源黑体" panose="020B0500000000000000" pitchFamily="34" charset="-122"/>
                    <a:ea typeface="思源黑体" panose="020B0500000000000000" pitchFamily="34" charset="-122"/>
                    <a:sym typeface="Segoe UI" panose="020B0502040204020203" pitchFamily="34" charset="0"/>
                  </a:rPr>
                  <a:t>3</a:t>
                </a:r>
                <a:endParaRPr lang="en-US" sz="2000" dirty="0">
                  <a:solidFill>
                    <a:schemeClr val="bg1"/>
                  </a:solidFill>
                  <a:latin typeface="思源黑体" panose="020B0500000000000000" pitchFamily="34" charset="-122"/>
                  <a:ea typeface="思源黑体" panose="020B0500000000000000" pitchFamily="34" charset="-122"/>
                  <a:sym typeface="Segoe UI" panose="020B0502040204020203" pitchFamily="34" charset="0"/>
                </a:endParaRPr>
              </a:p>
            </p:txBody>
          </p:sp>
        </p:grpSp>
        <p:grpSp>
          <p:nvGrpSpPr>
            <p:cNvPr id="38" name="Group 86"/>
            <p:cNvGrpSpPr/>
            <p:nvPr/>
          </p:nvGrpSpPr>
          <p:grpSpPr>
            <a:xfrm>
              <a:off x="6449047" y="5406168"/>
              <a:ext cx="1080012" cy="553081"/>
              <a:chOff x="6641185" y="5546439"/>
              <a:chExt cx="725864" cy="371719"/>
            </a:xfrm>
          </p:grpSpPr>
          <p:sp>
            <p:nvSpPr>
              <p:cNvPr id="48" name="Oval 87"/>
              <p:cNvSpPr/>
              <p:nvPr/>
            </p:nvSpPr>
            <p:spPr>
              <a:xfrm>
                <a:off x="6818257" y="5546439"/>
                <a:ext cx="371719" cy="371719"/>
              </a:xfrm>
              <a:prstGeom prst="ellipse">
                <a:avLst/>
              </a:prstGeom>
              <a:solidFill>
                <a:srgbClr val="587DB8"/>
              </a:solidFill>
              <a:ln w="28575">
                <a:noFill/>
              </a:ln>
              <a:effectLst>
                <a:outerShdw blurRad="177800" dist="50800" dir="36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dirty="0">
                  <a:solidFill>
                    <a:schemeClr val="bg1"/>
                  </a:solidFill>
                  <a:latin typeface="思源黑体" panose="020B0500000000000000" pitchFamily="34" charset="-122"/>
                  <a:ea typeface="思源黑体" panose="020B0500000000000000" pitchFamily="34" charset="-122"/>
                  <a:cs typeface="+mn-ea"/>
                  <a:sym typeface="Segoe UI" panose="020B0502040204020203" pitchFamily="34" charset="0"/>
                </a:endParaRPr>
              </a:p>
            </p:txBody>
          </p:sp>
          <p:sp>
            <p:nvSpPr>
              <p:cNvPr id="49" name="TextBox 88"/>
              <p:cNvSpPr txBox="1"/>
              <p:nvPr/>
            </p:nvSpPr>
            <p:spPr>
              <a:xfrm>
                <a:off x="6641185" y="5591242"/>
                <a:ext cx="725864" cy="298148"/>
              </a:xfrm>
              <a:prstGeom prst="rect">
                <a:avLst/>
              </a:prstGeom>
              <a:noFill/>
            </p:spPr>
            <p:txBody>
              <a:bodyPr wrap="square" rtlCol="0">
                <a:spAutoFit/>
              </a:bodyPr>
              <a:lstStyle/>
              <a:p>
                <a:pPr algn="ctr" defTabSz="914400"/>
                <a:r>
                  <a:rPr lang="en-US" sz="2000" dirty="0">
                    <a:solidFill>
                      <a:schemeClr val="bg1"/>
                    </a:solidFill>
                    <a:latin typeface="思源黑体" panose="020B0500000000000000" pitchFamily="34" charset="-122"/>
                    <a:ea typeface="思源黑体" panose="020B0500000000000000" pitchFamily="34" charset="-122"/>
                    <a:sym typeface="Segoe UI" panose="020B0502040204020203" pitchFamily="34" charset="0"/>
                  </a:rPr>
                  <a:t>1</a:t>
                </a:r>
                <a:endParaRPr lang="en-US" sz="2000" dirty="0">
                  <a:solidFill>
                    <a:schemeClr val="bg1"/>
                  </a:solidFill>
                  <a:latin typeface="思源黑体" panose="020B0500000000000000" pitchFamily="34" charset="-122"/>
                  <a:ea typeface="思源黑体" panose="020B0500000000000000" pitchFamily="34" charset="-122"/>
                  <a:sym typeface="Segoe UI" panose="020B0502040204020203" pitchFamily="34" charset="0"/>
                </a:endParaRPr>
              </a:p>
            </p:txBody>
          </p:sp>
        </p:grpSp>
        <p:grpSp>
          <p:nvGrpSpPr>
            <p:cNvPr id="39" name="Group 86"/>
            <p:cNvGrpSpPr/>
            <p:nvPr/>
          </p:nvGrpSpPr>
          <p:grpSpPr>
            <a:xfrm>
              <a:off x="4399162" y="5266997"/>
              <a:ext cx="1080012" cy="553081"/>
              <a:chOff x="6642546" y="5546439"/>
              <a:chExt cx="725864" cy="371719"/>
            </a:xfrm>
          </p:grpSpPr>
          <p:sp>
            <p:nvSpPr>
              <p:cNvPr id="46" name="Oval 87"/>
              <p:cNvSpPr/>
              <p:nvPr/>
            </p:nvSpPr>
            <p:spPr>
              <a:xfrm>
                <a:off x="6818257" y="5546439"/>
                <a:ext cx="371719" cy="371719"/>
              </a:xfrm>
              <a:prstGeom prst="ellipse">
                <a:avLst/>
              </a:prstGeom>
              <a:solidFill>
                <a:srgbClr val="587DB8"/>
              </a:solidFill>
              <a:ln w="28575">
                <a:noFill/>
              </a:ln>
              <a:effectLst>
                <a:outerShdw blurRad="177800" dist="50800" dir="36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dirty="0">
                  <a:solidFill>
                    <a:schemeClr val="bg1"/>
                  </a:solidFill>
                  <a:latin typeface="思源黑体" panose="020B0500000000000000" pitchFamily="34" charset="-122"/>
                  <a:ea typeface="思源黑体" panose="020B0500000000000000" pitchFamily="34" charset="-122"/>
                  <a:cs typeface="+mn-ea"/>
                  <a:sym typeface="Segoe UI" panose="020B0502040204020203" pitchFamily="34" charset="0"/>
                </a:endParaRPr>
              </a:p>
            </p:txBody>
          </p:sp>
          <p:sp>
            <p:nvSpPr>
              <p:cNvPr id="47" name="TextBox 88"/>
              <p:cNvSpPr txBox="1"/>
              <p:nvPr/>
            </p:nvSpPr>
            <p:spPr>
              <a:xfrm>
                <a:off x="6642546" y="5605940"/>
                <a:ext cx="725864" cy="298148"/>
              </a:xfrm>
              <a:prstGeom prst="rect">
                <a:avLst/>
              </a:prstGeom>
              <a:noFill/>
            </p:spPr>
            <p:txBody>
              <a:bodyPr wrap="square" rtlCol="0">
                <a:spAutoFit/>
              </a:bodyPr>
              <a:lstStyle/>
              <a:p>
                <a:pPr algn="ctr" defTabSz="914400"/>
                <a:r>
                  <a:rPr lang="en-US" sz="2000" dirty="0">
                    <a:solidFill>
                      <a:schemeClr val="bg1"/>
                    </a:solidFill>
                    <a:latin typeface="思源黑体" panose="020B0500000000000000" pitchFamily="34" charset="-122"/>
                    <a:ea typeface="思源黑体" panose="020B0500000000000000" pitchFamily="34" charset="-122"/>
                    <a:sym typeface="Segoe UI" panose="020B0502040204020203" pitchFamily="34" charset="0"/>
                  </a:rPr>
                  <a:t>2</a:t>
                </a:r>
                <a:endParaRPr lang="en-US" sz="2000" dirty="0">
                  <a:solidFill>
                    <a:schemeClr val="bg1"/>
                  </a:solidFill>
                  <a:latin typeface="思源黑体" panose="020B0500000000000000" pitchFamily="34" charset="-122"/>
                  <a:ea typeface="思源黑体" panose="020B0500000000000000" pitchFamily="34" charset="-122"/>
                  <a:sym typeface="Segoe UI" panose="020B0502040204020203" pitchFamily="34" charset="0"/>
                </a:endParaRPr>
              </a:p>
            </p:txBody>
          </p:sp>
        </p:grpSp>
        <p:grpSp>
          <p:nvGrpSpPr>
            <p:cNvPr id="40" name="Group 86"/>
            <p:cNvGrpSpPr/>
            <p:nvPr/>
          </p:nvGrpSpPr>
          <p:grpSpPr>
            <a:xfrm>
              <a:off x="4983592" y="1795416"/>
              <a:ext cx="1080012" cy="553081"/>
              <a:chOff x="6642546" y="5546439"/>
              <a:chExt cx="725864" cy="371719"/>
            </a:xfrm>
          </p:grpSpPr>
          <p:sp>
            <p:nvSpPr>
              <p:cNvPr id="44" name="Oval 87"/>
              <p:cNvSpPr/>
              <p:nvPr/>
            </p:nvSpPr>
            <p:spPr>
              <a:xfrm>
                <a:off x="6818257" y="5546439"/>
                <a:ext cx="371719" cy="371719"/>
              </a:xfrm>
              <a:prstGeom prst="ellipse">
                <a:avLst/>
              </a:prstGeom>
              <a:solidFill>
                <a:srgbClr val="587DB8"/>
              </a:solidFill>
              <a:ln w="28575">
                <a:noFill/>
              </a:ln>
              <a:effectLst>
                <a:outerShdw blurRad="177800" dist="50800" dir="36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dirty="0">
                  <a:solidFill>
                    <a:schemeClr val="bg1"/>
                  </a:solidFill>
                  <a:latin typeface="思源黑体" panose="020B0500000000000000" pitchFamily="34" charset="-122"/>
                  <a:ea typeface="思源黑体" panose="020B0500000000000000" pitchFamily="34" charset="-122"/>
                  <a:cs typeface="+mn-ea"/>
                  <a:sym typeface="Segoe UI" panose="020B0502040204020203" pitchFamily="34" charset="0"/>
                </a:endParaRPr>
              </a:p>
            </p:txBody>
          </p:sp>
          <p:sp>
            <p:nvSpPr>
              <p:cNvPr id="45" name="TextBox 88"/>
              <p:cNvSpPr txBox="1"/>
              <p:nvPr/>
            </p:nvSpPr>
            <p:spPr>
              <a:xfrm>
                <a:off x="6642546" y="5605940"/>
                <a:ext cx="725864" cy="298148"/>
              </a:xfrm>
              <a:prstGeom prst="rect">
                <a:avLst/>
              </a:prstGeom>
              <a:noFill/>
            </p:spPr>
            <p:txBody>
              <a:bodyPr wrap="square" rtlCol="0">
                <a:spAutoFit/>
              </a:bodyPr>
              <a:lstStyle/>
              <a:p>
                <a:pPr algn="ctr" defTabSz="914400"/>
                <a:r>
                  <a:rPr lang="en-US" altLang="zh-CN" sz="2000" dirty="0">
                    <a:solidFill>
                      <a:schemeClr val="bg1"/>
                    </a:solidFill>
                    <a:latin typeface="思源黑体" panose="020B0500000000000000" pitchFamily="34" charset="-122"/>
                    <a:ea typeface="思源黑体" panose="020B0500000000000000" pitchFamily="34" charset="-122"/>
                    <a:sym typeface="Segoe UI" panose="020B0502040204020203" pitchFamily="34" charset="0"/>
                  </a:rPr>
                  <a:t>4</a:t>
                </a:r>
                <a:endParaRPr lang="en-US" sz="2000" dirty="0">
                  <a:solidFill>
                    <a:schemeClr val="bg1"/>
                  </a:solidFill>
                  <a:latin typeface="思源黑体" panose="020B0500000000000000" pitchFamily="34" charset="-122"/>
                  <a:ea typeface="思源黑体" panose="020B0500000000000000" pitchFamily="34" charset="-122"/>
                  <a:sym typeface="Segoe UI" panose="020B0502040204020203" pitchFamily="34" charset="0"/>
                </a:endParaRPr>
              </a:p>
            </p:txBody>
          </p:sp>
        </p:grpSp>
        <p:grpSp>
          <p:nvGrpSpPr>
            <p:cNvPr id="41" name="Group 86"/>
            <p:cNvGrpSpPr/>
            <p:nvPr/>
          </p:nvGrpSpPr>
          <p:grpSpPr>
            <a:xfrm>
              <a:off x="7010801" y="2371990"/>
              <a:ext cx="1080012" cy="553081"/>
              <a:chOff x="6642546" y="5546439"/>
              <a:chExt cx="725864" cy="371719"/>
            </a:xfrm>
          </p:grpSpPr>
          <p:sp>
            <p:nvSpPr>
              <p:cNvPr id="42" name="Oval 87"/>
              <p:cNvSpPr/>
              <p:nvPr/>
            </p:nvSpPr>
            <p:spPr>
              <a:xfrm>
                <a:off x="6818257" y="5546439"/>
                <a:ext cx="371719" cy="371719"/>
              </a:xfrm>
              <a:prstGeom prst="ellipse">
                <a:avLst/>
              </a:prstGeom>
              <a:solidFill>
                <a:srgbClr val="587DB8"/>
              </a:solidFill>
              <a:ln w="28575">
                <a:noFill/>
              </a:ln>
              <a:effectLst>
                <a:outerShdw blurRad="177800" dist="50800" dir="36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dirty="0">
                  <a:solidFill>
                    <a:schemeClr val="bg1"/>
                  </a:solidFill>
                  <a:latin typeface="思源黑体" panose="020B0500000000000000" pitchFamily="34" charset="-122"/>
                  <a:ea typeface="思源黑体" panose="020B0500000000000000" pitchFamily="34" charset="-122"/>
                  <a:cs typeface="+mn-ea"/>
                  <a:sym typeface="Segoe UI" panose="020B0502040204020203" pitchFamily="34" charset="0"/>
                </a:endParaRPr>
              </a:p>
            </p:txBody>
          </p:sp>
          <p:sp>
            <p:nvSpPr>
              <p:cNvPr id="43" name="TextBox 88"/>
              <p:cNvSpPr txBox="1"/>
              <p:nvPr/>
            </p:nvSpPr>
            <p:spPr>
              <a:xfrm>
                <a:off x="6642546" y="5605940"/>
                <a:ext cx="725864" cy="298148"/>
              </a:xfrm>
              <a:prstGeom prst="rect">
                <a:avLst/>
              </a:prstGeom>
              <a:noFill/>
            </p:spPr>
            <p:txBody>
              <a:bodyPr wrap="square" rtlCol="0">
                <a:spAutoFit/>
              </a:bodyPr>
              <a:lstStyle/>
              <a:p>
                <a:pPr algn="ctr" defTabSz="914400"/>
                <a:r>
                  <a:rPr lang="en-US" altLang="zh-CN" sz="2000" dirty="0">
                    <a:solidFill>
                      <a:schemeClr val="bg1"/>
                    </a:solidFill>
                    <a:latin typeface="思源黑体" panose="020B0500000000000000" pitchFamily="34" charset="-122"/>
                    <a:ea typeface="思源黑体" panose="020B0500000000000000" pitchFamily="34" charset="-122"/>
                    <a:sym typeface="Segoe UI" panose="020B0502040204020203" pitchFamily="34" charset="0"/>
                  </a:rPr>
                  <a:t>5</a:t>
                </a:r>
                <a:endParaRPr lang="en-US" sz="2000" dirty="0">
                  <a:solidFill>
                    <a:schemeClr val="bg1"/>
                  </a:solidFill>
                  <a:latin typeface="思源黑体" panose="020B0500000000000000" pitchFamily="34" charset="-122"/>
                  <a:ea typeface="思源黑体" panose="020B0500000000000000" pitchFamily="34" charset="-122"/>
                  <a:sym typeface="Segoe UI" panose="020B0502040204020203" pitchFamily="34" charset="0"/>
                </a:endParaRPr>
              </a:p>
            </p:txBody>
          </p:sp>
        </p:grpSp>
      </p:grpSp>
      <p:grpSp>
        <p:nvGrpSpPr>
          <p:cNvPr id="52" name="组合 51"/>
          <p:cNvGrpSpPr/>
          <p:nvPr/>
        </p:nvGrpSpPr>
        <p:grpSpPr>
          <a:xfrm>
            <a:off x="1836186" y="1775659"/>
            <a:ext cx="3066983" cy="884052"/>
            <a:chOff x="2541254" y="1909374"/>
            <a:chExt cx="3066983" cy="884052"/>
          </a:xfrm>
        </p:grpSpPr>
        <p:sp>
          <p:nvSpPr>
            <p:cNvPr id="53" name="TextBox 11"/>
            <p:cNvSpPr txBox="1"/>
            <p:nvPr/>
          </p:nvSpPr>
          <p:spPr>
            <a:xfrm>
              <a:off x="2541254" y="2336570"/>
              <a:ext cx="3066983" cy="456856"/>
            </a:xfrm>
            <a:prstGeom prst="rect">
              <a:avLst/>
            </a:prstGeom>
            <a:noFill/>
          </p:spPr>
          <p:txBody>
            <a:bodyPr wrap="square" lIns="0" tIns="0" rIns="0" bIns="0" rtlCol="0">
              <a:spAutoFit/>
              <a:scene3d>
                <a:camera prst="orthographicFront"/>
                <a:lightRig rig="threePt" dir="t"/>
              </a:scene3d>
              <a:sp3d contourW="12700"/>
            </a:bodyPr>
            <a:lstStyle/>
            <a:p>
              <a:pPr algn="r" defTabSz="914400">
                <a:lnSpc>
                  <a:spcPct val="130000"/>
                </a:lnSpc>
              </a:pPr>
              <a:r>
                <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rPr>
                <a:t>您的内容打在这里，或者通过复制您的文本后，在此框中选择粘贴，并选择只保留文字。</a:t>
              </a:r>
              <a:endPar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endParaRPr>
            </a:p>
          </p:txBody>
        </p:sp>
        <p:sp>
          <p:nvSpPr>
            <p:cNvPr id="54" name="TextBox 11"/>
            <p:cNvSpPr txBox="1"/>
            <p:nvPr/>
          </p:nvSpPr>
          <p:spPr>
            <a:xfrm>
              <a:off x="3159202" y="1909374"/>
              <a:ext cx="2449035" cy="371255"/>
            </a:xfrm>
            <a:prstGeom prst="rect">
              <a:avLst/>
            </a:prstGeom>
            <a:noFill/>
          </p:spPr>
          <p:txBody>
            <a:bodyPr wrap="square" lIns="0" tIns="0" rIns="0" bIns="0" rtlCol="0">
              <a:spAutoFit/>
              <a:scene3d>
                <a:camera prst="orthographicFront"/>
                <a:lightRig rig="threePt" dir="t"/>
              </a:scene3d>
              <a:sp3d contourW="12700"/>
            </a:bodyPr>
            <a:lstStyle/>
            <a:p>
              <a:pPr lvl="0" algn="r">
                <a:lnSpc>
                  <a:spcPct val="150000"/>
                </a:lnSpc>
              </a:pPr>
              <a:r>
                <a:rPr lang="zh-CN" altLang="en-US" b="1" dirty="0">
                  <a:solidFill>
                    <a:schemeClr val="tx1">
                      <a:lumMod val="75000"/>
                      <a:lumOff val="25000"/>
                    </a:schemeClr>
                  </a:solidFill>
                  <a:latin typeface="思源黑体" panose="020B0500000000000000" pitchFamily="34" charset="-122"/>
                  <a:ea typeface="思源黑体" panose="020B0500000000000000" pitchFamily="34" charset="-122"/>
                  <a:cs typeface="华文黑体" panose="02010600040101010101" pitchFamily="2" charset="-122"/>
                  <a:sym typeface="Bebas" pitchFamily="2" charset="0"/>
                </a:rPr>
                <a:t>添加标题文字</a:t>
              </a:r>
              <a:endParaRPr lang="zh-CN" altLang="en-US" b="1" dirty="0">
                <a:solidFill>
                  <a:schemeClr val="tx1">
                    <a:lumMod val="75000"/>
                    <a:lumOff val="25000"/>
                  </a:schemeClr>
                </a:solidFill>
                <a:latin typeface="思源黑体" panose="020B0500000000000000" pitchFamily="34" charset="-122"/>
                <a:ea typeface="思源黑体" panose="020B0500000000000000" pitchFamily="34" charset="-122"/>
                <a:cs typeface="华文黑体" panose="02010600040101010101" pitchFamily="2" charset="-122"/>
                <a:sym typeface="Bebas" pitchFamily="2" charset="0"/>
              </a:endParaRPr>
            </a:p>
          </p:txBody>
        </p:sp>
      </p:grpSp>
      <p:grpSp>
        <p:nvGrpSpPr>
          <p:cNvPr id="55" name="组合 54"/>
          <p:cNvGrpSpPr/>
          <p:nvPr/>
        </p:nvGrpSpPr>
        <p:grpSpPr>
          <a:xfrm>
            <a:off x="936821" y="3438225"/>
            <a:ext cx="3066983" cy="854139"/>
            <a:chOff x="2541254" y="1939287"/>
            <a:chExt cx="3066983" cy="854138"/>
          </a:xfrm>
        </p:grpSpPr>
        <p:sp>
          <p:nvSpPr>
            <p:cNvPr id="56" name="TextBox 11"/>
            <p:cNvSpPr txBox="1"/>
            <p:nvPr/>
          </p:nvSpPr>
          <p:spPr>
            <a:xfrm>
              <a:off x="2541254" y="2336570"/>
              <a:ext cx="3066983" cy="456855"/>
            </a:xfrm>
            <a:prstGeom prst="rect">
              <a:avLst/>
            </a:prstGeom>
            <a:noFill/>
          </p:spPr>
          <p:txBody>
            <a:bodyPr wrap="square" lIns="0" tIns="0" rIns="0" bIns="0" rtlCol="0">
              <a:spAutoFit/>
              <a:scene3d>
                <a:camera prst="orthographicFront"/>
                <a:lightRig rig="threePt" dir="t"/>
              </a:scene3d>
              <a:sp3d contourW="12700"/>
            </a:bodyPr>
            <a:lstStyle/>
            <a:p>
              <a:pPr algn="ctr" defTabSz="914400">
                <a:lnSpc>
                  <a:spcPct val="130000"/>
                </a:lnSpc>
              </a:pPr>
              <a:r>
                <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rPr>
                <a:t>您的内容打在这里，或者通过复制您的文本后，在此框中选择粘贴，并选择只保留文字。</a:t>
              </a:r>
              <a:endPar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endParaRPr>
            </a:p>
          </p:txBody>
        </p:sp>
        <p:sp>
          <p:nvSpPr>
            <p:cNvPr id="57" name="TextBox 11"/>
            <p:cNvSpPr txBox="1"/>
            <p:nvPr/>
          </p:nvSpPr>
          <p:spPr>
            <a:xfrm>
              <a:off x="3159202" y="1939287"/>
              <a:ext cx="2449035" cy="371255"/>
            </a:xfrm>
            <a:prstGeom prst="rect">
              <a:avLst/>
            </a:prstGeom>
            <a:noFill/>
          </p:spPr>
          <p:txBody>
            <a:bodyPr wrap="square" lIns="0" tIns="0" rIns="0" bIns="0" rtlCol="0">
              <a:spAutoFit/>
              <a:scene3d>
                <a:camera prst="orthographicFront"/>
                <a:lightRig rig="threePt" dir="t"/>
              </a:scene3d>
              <a:sp3d contourW="12700"/>
            </a:bodyPr>
            <a:lstStyle/>
            <a:p>
              <a:pPr lvl="0" algn="r">
                <a:lnSpc>
                  <a:spcPct val="150000"/>
                </a:lnSpc>
              </a:pPr>
              <a:r>
                <a:rPr lang="zh-CN" altLang="en-US" b="1" dirty="0">
                  <a:solidFill>
                    <a:schemeClr val="tx1">
                      <a:lumMod val="75000"/>
                      <a:lumOff val="25000"/>
                    </a:schemeClr>
                  </a:solidFill>
                  <a:latin typeface="思源黑体" panose="020B0500000000000000" pitchFamily="34" charset="-122"/>
                  <a:ea typeface="思源黑体" panose="020B0500000000000000" pitchFamily="34" charset="-122"/>
                  <a:cs typeface="华文黑体" panose="02010600040101010101" pitchFamily="2" charset="-122"/>
                  <a:sym typeface="Bebas" pitchFamily="2" charset="0"/>
                </a:rPr>
                <a:t>添加标题文字</a:t>
              </a:r>
              <a:endParaRPr lang="zh-CN" altLang="en-US" b="1" dirty="0">
                <a:solidFill>
                  <a:schemeClr val="tx1">
                    <a:lumMod val="75000"/>
                    <a:lumOff val="25000"/>
                  </a:schemeClr>
                </a:solidFill>
                <a:latin typeface="思源黑体" panose="020B0500000000000000" pitchFamily="34" charset="-122"/>
                <a:ea typeface="思源黑体" panose="020B0500000000000000" pitchFamily="34" charset="-122"/>
                <a:cs typeface="华文黑体" panose="02010600040101010101" pitchFamily="2" charset="-122"/>
                <a:sym typeface="Bebas" pitchFamily="2" charset="0"/>
              </a:endParaRPr>
            </a:p>
          </p:txBody>
        </p:sp>
      </p:grpSp>
      <p:grpSp>
        <p:nvGrpSpPr>
          <p:cNvPr id="59" name="组合 58"/>
          <p:cNvGrpSpPr/>
          <p:nvPr/>
        </p:nvGrpSpPr>
        <p:grpSpPr>
          <a:xfrm>
            <a:off x="1491809" y="5126261"/>
            <a:ext cx="3066983" cy="884052"/>
            <a:chOff x="2541254" y="1909374"/>
            <a:chExt cx="3066983" cy="884051"/>
          </a:xfrm>
        </p:grpSpPr>
        <p:sp>
          <p:nvSpPr>
            <p:cNvPr id="60" name="TextBox 11"/>
            <p:cNvSpPr txBox="1"/>
            <p:nvPr/>
          </p:nvSpPr>
          <p:spPr>
            <a:xfrm>
              <a:off x="2541254" y="2336570"/>
              <a:ext cx="3066983" cy="456855"/>
            </a:xfrm>
            <a:prstGeom prst="rect">
              <a:avLst/>
            </a:prstGeom>
            <a:noFill/>
          </p:spPr>
          <p:txBody>
            <a:bodyPr wrap="square" lIns="0" tIns="0" rIns="0" bIns="0" rtlCol="0">
              <a:spAutoFit/>
              <a:scene3d>
                <a:camera prst="orthographicFront"/>
                <a:lightRig rig="threePt" dir="t"/>
              </a:scene3d>
              <a:sp3d contourW="12700"/>
            </a:bodyPr>
            <a:lstStyle/>
            <a:p>
              <a:pPr algn="r" defTabSz="914400">
                <a:lnSpc>
                  <a:spcPct val="130000"/>
                </a:lnSpc>
              </a:pPr>
              <a:r>
                <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rPr>
                <a:t>您的内容打在这里，或者通过复制您的文本后，在此框中选择粘贴，并选择只保留文字。</a:t>
              </a:r>
              <a:endPar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endParaRPr>
            </a:p>
          </p:txBody>
        </p:sp>
        <p:sp>
          <p:nvSpPr>
            <p:cNvPr id="61" name="TextBox 11"/>
            <p:cNvSpPr txBox="1"/>
            <p:nvPr/>
          </p:nvSpPr>
          <p:spPr>
            <a:xfrm>
              <a:off x="3159202" y="1909374"/>
              <a:ext cx="2449035" cy="371255"/>
            </a:xfrm>
            <a:prstGeom prst="rect">
              <a:avLst/>
            </a:prstGeom>
            <a:noFill/>
          </p:spPr>
          <p:txBody>
            <a:bodyPr wrap="square" lIns="0" tIns="0" rIns="0" bIns="0" rtlCol="0">
              <a:spAutoFit/>
              <a:scene3d>
                <a:camera prst="orthographicFront"/>
                <a:lightRig rig="threePt" dir="t"/>
              </a:scene3d>
              <a:sp3d contourW="12700"/>
            </a:bodyPr>
            <a:lstStyle/>
            <a:p>
              <a:pPr lvl="0" algn="r">
                <a:lnSpc>
                  <a:spcPct val="150000"/>
                </a:lnSpc>
              </a:pPr>
              <a:r>
                <a:rPr lang="zh-CN" altLang="en-US" b="1" dirty="0">
                  <a:solidFill>
                    <a:schemeClr val="tx1">
                      <a:lumMod val="75000"/>
                      <a:lumOff val="25000"/>
                    </a:schemeClr>
                  </a:solidFill>
                  <a:latin typeface="思源黑体" panose="020B0500000000000000" pitchFamily="34" charset="-122"/>
                  <a:ea typeface="思源黑体" panose="020B0500000000000000" pitchFamily="34" charset="-122"/>
                  <a:cs typeface="华文黑体" panose="02010600040101010101" pitchFamily="2" charset="-122"/>
                  <a:sym typeface="Bebas" pitchFamily="2" charset="0"/>
                </a:rPr>
                <a:t>添加标题文字</a:t>
              </a:r>
              <a:endParaRPr lang="zh-CN" altLang="en-US" b="1" dirty="0">
                <a:solidFill>
                  <a:schemeClr val="tx1">
                    <a:lumMod val="75000"/>
                    <a:lumOff val="25000"/>
                  </a:schemeClr>
                </a:solidFill>
                <a:latin typeface="思源黑体" panose="020B0500000000000000" pitchFamily="34" charset="-122"/>
                <a:ea typeface="思源黑体" panose="020B0500000000000000" pitchFamily="34" charset="-122"/>
                <a:cs typeface="华文黑体" panose="02010600040101010101" pitchFamily="2" charset="-122"/>
                <a:sym typeface="Bebas" pitchFamily="2" charset="0"/>
              </a:endParaRPr>
            </a:p>
          </p:txBody>
        </p:sp>
      </p:grpSp>
      <p:grpSp>
        <p:nvGrpSpPr>
          <p:cNvPr id="62" name="组合 61"/>
          <p:cNvGrpSpPr/>
          <p:nvPr/>
        </p:nvGrpSpPr>
        <p:grpSpPr>
          <a:xfrm>
            <a:off x="7680215" y="5140774"/>
            <a:ext cx="3066983" cy="869538"/>
            <a:chOff x="2541254" y="1923888"/>
            <a:chExt cx="3066983" cy="869537"/>
          </a:xfrm>
        </p:grpSpPr>
        <p:sp>
          <p:nvSpPr>
            <p:cNvPr id="65" name="TextBox 11"/>
            <p:cNvSpPr txBox="1"/>
            <p:nvPr/>
          </p:nvSpPr>
          <p:spPr>
            <a:xfrm>
              <a:off x="2541254" y="2336570"/>
              <a:ext cx="3066983" cy="456855"/>
            </a:xfrm>
            <a:prstGeom prst="rect">
              <a:avLst/>
            </a:prstGeom>
            <a:noFill/>
          </p:spPr>
          <p:txBody>
            <a:bodyPr wrap="square" lIns="0" tIns="0" rIns="0" bIns="0" rtlCol="0">
              <a:spAutoFit/>
              <a:scene3d>
                <a:camera prst="orthographicFront"/>
                <a:lightRig rig="threePt" dir="t"/>
              </a:scene3d>
              <a:sp3d contourW="12700"/>
            </a:bodyPr>
            <a:lstStyle/>
            <a:p>
              <a:pPr defTabSz="914400">
                <a:lnSpc>
                  <a:spcPct val="130000"/>
                </a:lnSpc>
              </a:pPr>
              <a:r>
                <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rPr>
                <a:t>您的内容打在这里，或者通过复制您的文本后，在此框中选择粘贴，并选择只保留文字。</a:t>
              </a:r>
              <a:endPar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endParaRPr>
            </a:p>
          </p:txBody>
        </p:sp>
        <p:sp>
          <p:nvSpPr>
            <p:cNvPr id="66" name="TextBox 11"/>
            <p:cNvSpPr txBox="1"/>
            <p:nvPr/>
          </p:nvSpPr>
          <p:spPr>
            <a:xfrm>
              <a:off x="2541254" y="1923888"/>
              <a:ext cx="2449035" cy="371255"/>
            </a:xfrm>
            <a:prstGeom prst="rect">
              <a:avLst/>
            </a:prstGeom>
            <a:noFill/>
          </p:spPr>
          <p:txBody>
            <a:bodyPr wrap="square" lIns="0" tIns="0" rIns="0" bIns="0" rtlCol="0">
              <a:spAutoFit/>
              <a:scene3d>
                <a:camera prst="orthographicFront"/>
                <a:lightRig rig="threePt" dir="t"/>
              </a:scene3d>
              <a:sp3d contourW="12700"/>
            </a:bodyPr>
            <a:lstStyle/>
            <a:p>
              <a:pPr lvl="0">
                <a:lnSpc>
                  <a:spcPct val="150000"/>
                </a:lnSpc>
              </a:pPr>
              <a:r>
                <a:rPr lang="zh-CN" altLang="en-US" b="1" dirty="0">
                  <a:solidFill>
                    <a:schemeClr val="tx1">
                      <a:lumMod val="75000"/>
                      <a:lumOff val="25000"/>
                    </a:schemeClr>
                  </a:solidFill>
                  <a:latin typeface="思源黑体" panose="020B0500000000000000" pitchFamily="34" charset="-122"/>
                  <a:ea typeface="思源黑体" panose="020B0500000000000000" pitchFamily="34" charset="-122"/>
                  <a:cs typeface="华文黑体" panose="02010600040101010101" pitchFamily="2" charset="-122"/>
                  <a:sym typeface="Bebas" pitchFamily="2" charset="0"/>
                </a:rPr>
                <a:t>添加标题文字</a:t>
              </a:r>
              <a:endParaRPr lang="zh-CN" altLang="en-US" b="1" dirty="0">
                <a:solidFill>
                  <a:schemeClr val="tx1">
                    <a:lumMod val="75000"/>
                    <a:lumOff val="25000"/>
                  </a:schemeClr>
                </a:solidFill>
                <a:latin typeface="思源黑体" panose="020B0500000000000000" pitchFamily="34" charset="-122"/>
                <a:ea typeface="思源黑体" panose="020B0500000000000000" pitchFamily="34" charset="-122"/>
                <a:cs typeface="华文黑体" panose="02010600040101010101" pitchFamily="2" charset="-122"/>
                <a:sym typeface="Bebas" pitchFamily="2" charset="0"/>
              </a:endParaRPr>
            </a:p>
          </p:txBody>
        </p:sp>
      </p:grpSp>
      <p:grpSp>
        <p:nvGrpSpPr>
          <p:cNvPr id="68" name="组合 67"/>
          <p:cNvGrpSpPr/>
          <p:nvPr/>
        </p:nvGrpSpPr>
        <p:grpSpPr>
          <a:xfrm>
            <a:off x="8061371" y="2444710"/>
            <a:ext cx="3066983" cy="864127"/>
            <a:chOff x="2541254" y="1929299"/>
            <a:chExt cx="3066983" cy="864126"/>
          </a:xfrm>
        </p:grpSpPr>
        <p:sp>
          <p:nvSpPr>
            <p:cNvPr id="73" name="TextBox 11"/>
            <p:cNvSpPr txBox="1"/>
            <p:nvPr/>
          </p:nvSpPr>
          <p:spPr>
            <a:xfrm>
              <a:off x="2541254" y="2336570"/>
              <a:ext cx="3066983" cy="456855"/>
            </a:xfrm>
            <a:prstGeom prst="rect">
              <a:avLst/>
            </a:prstGeom>
            <a:noFill/>
          </p:spPr>
          <p:txBody>
            <a:bodyPr wrap="square" lIns="0" tIns="0" rIns="0" bIns="0" rtlCol="0">
              <a:spAutoFit/>
              <a:scene3d>
                <a:camera prst="orthographicFront"/>
                <a:lightRig rig="threePt" dir="t"/>
              </a:scene3d>
              <a:sp3d contourW="12700"/>
            </a:bodyPr>
            <a:lstStyle/>
            <a:p>
              <a:pPr defTabSz="914400">
                <a:lnSpc>
                  <a:spcPct val="130000"/>
                </a:lnSpc>
              </a:pPr>
              <a:r>
                <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rPr>
                <a:t>您的内容打在这里，或者通过复制您的文本后，在此框中选择粘贴，并选择只保留文字。</a:t>
              </a:r>
              <a:endPar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endParaRPr>
            </a:p>
          </p:txBody>
        </p:sp>
        <p:sp>
          <p:nvSpPr>
            <p:cNvPr id="79" name="TextBox 11"/>
            <p:cNvSpPr txBox="1"/>
            <p:nvPr/>
          </p:nvSpPr>
          <p:spPr>
            <a:xfrm>
              <a:off x="2541254" y="1929299"/>
              <a:ext cx="2449035" cy="371255"/>
            </a:xfrm>
            <a:prstGeom prst="rect">
              <a:avLst/>
            </a:prstGeom>
            <a:noFill/>
          </p:spPr>
          <p:txBody>
            <a:bodyPr wrap="square" lIns="0" tIns="0" rIns="0" bIns="0" rtlCol="0">
              <a:spAutoFit/>
              <a:scene3d>
                <a:camera prst="orthographicFront"/>
                <a:lightRig rig="threePt" dir="t"/>
              </a:scene3d>
              <a:sp3d contourW="12700"/>
            </a:bodyPr>
            <a:lstStyle/>
            <a:p>
              <a:pPr lvl="0">
                <a:lnSpc>
                  <a:spcPct val="150000"/>
                </a:lnSpc>
              </a:pPr>
              <a:r>
                <a:rPr lang="zh-CN" altLang="en-US" b="1" dirty="0">
                  <a:solidFill>
                    <a:schemeClr val="tx1">
                      <a:lumMod val="75000"/>
                      <a:lumOff val="25000"/>
                    </a:schemeClr>
                  </a:solidFill>
                  <a:latin typeface="思源黑体" panose="020B0500000000000000" pitchFamily="34" charset="-122"/>
                  <a:ea typeface="思源黑体" panose="020B0500000000000000" pitchFamily="34" charset="-122"/>
                  <a:cs typeface="华文黑体" panose="02010600040101010101" pitchFamily="2" charset="-122"/>
                  <a:sym typeface="Bebas" pitchFamily="2" charset="0"/>
                </a:rPr>
                <a:t>添加标题文字</a:t>
              </a:r>
              <a:endParaRPr lang="zh-CN" altLang="en-US" b="1" dirty="0">
                <a:solidFill>
                  <a:schemeClr val="tx1">
                    <a:lumMod val="75000"/>
                    <a:lumOff val="25000"/>
                  </a:schemeClr>
                </a:solidFill>
                <a:latin typeface="思源黑体" panose="020B0500000000000000" pitchFamily="34" charset="-122"/>
                <a:ea typeface="思源黑体" panose="020B0500000000000000" pitchFamily="34" charset="-122"/>
                <a:cs typeface="华文黑体" panose="02010600040101010101" pitchFamily="2" charset="-122"/>
                <a:sym typeface="Bebas" pitchFamily="2" charset="0"/>
              </a:endParaRPr>
            </a:p>
          </p:txBody>
        </p:sp>
      </p:grpSp>
      <p:pic>
        <p:nvPicPr>
          <p:cNvPr id="80" name="图片占位符 97"/>
          <p:cNvPicPr>
            <a:picLocks noChangeAspect="1"/>
          </p:cNvPicPr>
          <p:nvPr/>
        </p:nvPicPr>
        <p:blipFill>
          <a:blip r:embed="rId3" cstate="print">
            <a:extLst>
              <a:ext uri="{28A0092B-C50C-407E-A947-70E740481C1C}">
                <a14:useLocalDpi xmlns:a14="http://schemas.microsoft.com/office/drawing/2010/main" val="0"/>
              </a:ext>
            </a:extLst>
          </a:blip>
          <a:srcRect l="16667" r="16667"/>
          <a:stretch>
            <a:fillRect/>
          </a:stretch>
        </p:blipFill>
        <p:spPr>
          <a:xfrm>
            <a:off x="5006345" y="2789465"/>
            <a:ext cx="2158795" cy="2158795"/>
          </a:xfrm>
          <a:custGeom>
            <a:avLst/>
            <a:gdLst>
              <a:gd name="connsiteX0" fmla="*/ 1079397 w 2158794"/>
              <a:gd name="connsiteY0" fmla="*/ 0 h 2158794"/>
              <a:gd name="connsiteX1" fmla="*/ 2158794 w 2158794"/>
              <a:gd name="connsiteY1" fmla="*/ 1079397 h 2158794"/>
              <a:gd name="connsiteX2" fmla="*/ 1079397 w 2158794"/>
              <a:gd name="connsiteY2" fmla="*/ 2158794 h 2158794"/>
              <a:gd name="connsiteX3" fmla="*/ 0 w 2158794"/>
              <a:gd name="connsiteY3" fmla="*/ 1079397 h 2158794"/>
              <a:gd name="connsiteX4" fmla="*/ 1079397 w 2158794"/>
              <a:gd name="connsiteY4" fmla="*/ 0 h 21587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58794" h="2158794">
                <a:moveTo>
                  <a:pt x="1079397" y="0"/>
                </a:moveTo>
                <a:cubicBezTo>
                  <a:pt x="1675532" y="0"/>
                  <a:pt x="2158794" y="483262"/>
                  <a:pt x="2158794" y="1079397"/>
                </a:cubicBezTo>
                <a:cubicBezTo>
                  <a:pt x="2158794" y="1675532"/>
                  <a:pt x="1675532" y="2158794"/>
                  <a:pt x="1079397" y="2158794"/>
                </a:cubicBezTo>
                <a:cubicBezTo>
                  <a:pt x="483262" y="2158794"/>
                  <a:pt x="0" y="1675532"/>
                  <a:pt x="0" y="1079397"/>
                </a:cubicBezTo>
                <a:cubicBezTo>
                  <a:pt x="0" y="483262"/>
                  <a:pt x="483262" y="0"/>
                  <a:pt x="1079397" y="0"/>
                </a:cubicBezTo>
                <a:close/>
              </a:path>
            </a:pathLst>
          </a:cu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53" presetClass="entr" presetSubtype="16" fill="hold" nodeType="afterEffect">
                                  <p:stCondLst>
                                    <p:cond delay="0"/>
                                  </p:stCondLst>
                                  <p:childTnLst>
                                    <p:set>
                                      <p:cBhvr>
                                        <p:cTn id="10" dur="1" fill="hold">
                                          <p:stCondLst>
                                            <p:cond delay="0"/>
                                          </p:stCondLst>
                                        </p:cTn>
                                        <p:tgtEl>
                                          <p:spTgt spid="80"/>
                                        </p:tgtEl>
                                        <p:attrNameLst>
                                          <p:attrName>style.visibility</p:attrName>
                                        </p:attrNameLst>
                                      </p:cBhvr>
                                      <p:to>
                                        <p:strVal val="visible"/>
                                      </p:to>
                                    </p:set>
                                    <p:anim calcmode="lin" valueType="num">
                                      <p:cBhvr>
                                        <p:cTn id="11" dur="500" fill="hold"/>
                                        <p:tgtEl>
                                          <p:spTgt spid="80"/>
                                        </p:tgtEl>
                                        <p:attrNameLst>
                                          <p:attrName>ppt_w</p:attrName>
                                        </p:attrNameLst>
                                      </p:cBhvr>
                                      <p:tavLst>
                                        <p:tav tm="0">
                                          <p:val>
                                            <p:fltVal val="0"/>
                                          </p:val>
                                        </p:tav>
                                        <p:tav tm="100000">
                                          <p:val>
                                            <p:strVal val="#ppt_w"/>
                                          </p:val>
                                        </p:tav>
                                      </p:tavLst>
                                    </p:anim>
                                    <p:anim calcmode="lin" valueType="num">
                                      <p:cBhvr>
                                        <p:cTn id="12" dur="500" fill="hold"/>
                                        <p:tgtEl>
                                          <p:spTgt spid="80"/>
                                        </p:tgtEl>
                                        <p:attrNameLst>
                                          <p:attrName>ppt_h</p:attrName>
                                        </p:attrNameLst>
                                      </p:cBhvr>
                                      <p:tavLst>
                                        <p:tav tm="0">
                                          <p:val>
                                            <p:fltVal val="0"/>
                                          </p:val>
                                        </p:tav>
                                        <p:tav tm="100000">
                                          <p:val>
                                            <p:strVal val="#ppt_h"/>
                                          </p:val>
                                        </p:tav>
                                      </p:tavLst>
                                    </p:anim>
                                    <p:animEffect transition="in" filter="fade">
                                      <p:cBhvr>
                                        <p:cTn id="13" dur="500"/>
                                        <p:tgtEl>
                                          <p:spTgt spid="80"/>
                                        </p:tgtEl>
                                      </p:cBhvr>
                                    </p:animEffect>
                                  </p:childTnLst>
                                </p:cTn>
                              </p:par>
                            </p:childTnLst>
                          </p:cTn>
                        </p:par>
                        <p:par>
                          <p:cTn id="14" fill="hold">
                            <p:stCondLst>
                              <p:cond delay="1000"/>
                            </p:stCondLst>
                            <p:childTnLst>
                              <p:par>
                                <p:cTn id="15" presetID="31" presetClass="entr" presetSubtype="0" fill="hold" nodeType="afterEffect">
                                  <p:stCondLst>
                                    <p:cond delay="0"/>
                                  </p:stCondLst>
                                  <p:childTnLst>
                                    <p:set>
                                      <p:cBhvr>
                                        <p:cTn id="16" dur="1" fill="hold">
                                          <p:stCondLst>
                                            <p:cond delay="0"/>
                                          </p:stCondLst>
                                        </p:cTn>
                                        <p:tgtEl>
                                          <p:spTgt spid="35"/>
                                        </p:tgtEl>
                                        <p:attrNameLst>
                                          <p:attrName>style.visibility</p:attrName>
                                        </p:attrNameLst>
                                      </p:cBhvr>
                                      <p:to>
                                        <p:strVal val="visible"/>
                                      </p:to>
                                    </p:set>
                                    <p:anim calcmode="lin" valueType="num">
                                      <p:cBhvr>
                                        <p:cTn id="17" dur="1000" fill="hold"/>
                                        <p:tgtEl>
                                          <p:spTgt spid="35"/>
                                        </p:tgtEl>
                                        <p:attrNameLst>
                                          <p:attrName>ppt_w</p:attrName>
                                        </p:attrNameLst>
                                      </p:cBhvr>
                                      <p:tavLst>
                                        <p:tav tm="0">
                                          <p:val>
                                            <p:fltVal val="0"/>
                                          </p:val>
                                        </p:tav>
                                        <p:tav tm="100000">
                                          <p:val>
                                            <p:strVal val="#ppt_w"/>
                                          </p:val>
                                        </p:tav>
                                      </p:tavLst>
                                    </p:anim>
                                    <p:anim calcmode="lin" valueType="num">
                                      <p:cBhvr>
                                        <p:cTn id="18" dur="1000" fill="hold"/>
                                        <p:tgtEl>
                                          <p:spTgt spid="35"/>
                                        </p:tgtEl>
                                        <p:attrNameLst>
                                          <p:attrName>ppt_h</p:attrName>
                                        </p:attrNameLst>
                                      </p:cBhvr>
                                      <p:tavLst>
                                        <p:tav tm="0">
                                          <p:val>
                                            <p:fltVal val="0"/>
                                          </p:val>
                                        </p:tav>
                                        <p:tav tm="100000">
                                          <p:val>
                                            <p:strVal val="#ppt_h"/>
                                          </p:val>
                                        </p:tav>
                                      </p:tavLst>
                                    </p:anim>
                                    <p:anim calcmode="lin" valueType="num">
                                      <p:cBhvr>
                                        <p:cTn id="19" dur="1000" fill="hold"/>
                                        <p:tgtEl>
                                          <p:spTgt spid="35"/>
                                        </p:tgtEl>
                                        <p:attrNameLst>
                                          <p:attrName>style.rotation</p:attrName>
                                        </p:attrNameLst>
                                      </p:cBhvr>
                                      <p:tavLst>
                                        <p:tav tm="0">
                                          <p:val>
                                            <p:fltVal val="90"/>
                                          </p:val>
                                        </p:tav>
                                        <p:tav tm="100000">
                                          <p:val>
                                            <p:fltVal val="0"/>
                                          </p:val>
                                        </p:tav>
                                      </p:tavLst>
                                    </p:anim>
                                    <p:animEffect transition="in" filter="fade">
                                      <p:cBhvr>
                                        <p:cTn id="20" dur="1000"/>
                                        <p:tgtEl>
                                          <p:spTgt spid="35"/>
                                        </p:tgtEl>
                                      </p:cBhvr>
                                    </p:animEffect>
                                  </p:childTnLst>
                                </p:cTn>
                              </p:par>
                            </p:childTnLst>
                          </p:cTn>
                        </p:par>
                        <p:par>
                          <p:cTn id="21" fill="hold">
                            <p:stCondLst>
                              <p:cond delay="2000"/>
                            </p:stCondLst>
                            <p:childTnLst>
                              <p:par>
                                <p:cTn id="22" presetID="14" presetClass="entr" presetSubtype="10" fill="hold" nodeType="afterEffect">
                                  <p:stCondLst>
                                    <p:cond delay="0"/>
                                  </p:stCondLst>
                                  <p:childTnLst>
                                    <p:set>
                                      <p:cBhvr>
                                        <p:cTn id="23" dur="1" fill="hold">
                                          <p:stCondLst>
                                            <p:cond delay="0"/>
                                          </p:stCondLst>
                                        </p:cTn>
                                        <p:tgtEl>
                                          <p:spTgt spid="62"/>
                                        </p:tgtEl>
                                        <p:attrNameLst>
                                          <p:attrName>style.visibility</p:attrName>
                                        </p:attrNameLst>
                                      </p:cBhvr>
                                      <p:to>
                                        <p:strVal val="visible"/>
                                      </p:to>
                                    </p:set>
                                    <p:animEffect transition="in" filter="randombar(horizontal)">
                                      <p:cBhvr>
                                        <p:cTn id="24" dur="500"/>
                                        <p:tgtEl>
                                          <p:spTgt spid="62"/>
                                        </p:tgtEl>
                                      </p:cBhvr>
                                    </p:animEffect>
                                  </p:childTnLst>
                                </p:cTn>
                              </p:par>
                            </p:childTnLst>
                          </p:cTn>
                        </p:par>
                        <p:par>
                          <p:cTn id="25" fill="hold">
                            <p:stCondLst>
                              <p:cond delay="2500"/>
                            </p:stCondLst>
                            <p:childTnLst>
                              <p:par>
                                <p:cTn id="26" presetID="14" presetClass="entr" presetSubtype="10" fill="hold" nodeType="afterEffect">
                                  <p:stCondLst>
                                    <p:cond delay="0"/>
                                  </p:stCondLst>
                                  <p:childTnLst>
                                    <p:set>
                                      <p:cBhvr>
                                        <p:cTn id="27" dur="1" fill="hold">
                                          <p:stCondLst>
                                            <p:cond delay="0"/>
                                          </p:stCondLst>
                                        </p:cTn>
                                        <p:tgtEl>
                                          <p:spTgt spid="59"/>
                                        </p:tgtEl>
                                        <p:attrNameLst>
                                          <p:attrName>style.visibility</p:attrName>
                                        </p:attrNameLst>
                                      </p:cBhvr>
                                      <p:to>
                                        <p:strVal val="visible"/>
                                      </p:to>
                                    </p:set>
                                    <p:animEffect transition="in" filter="randombar(horizontal)">
                                      <p:cBhvr>
                                        <p:cTn id="28" dur="500"/>
                                        <p:tgtEl>
                                          <p:spTgt spid="59"/>
                                        </p:tgtEl>
                                      </p:cBhvr>
                                    </p:animEffect>
                                  </p:childTnLst>
                                </p:cTn>
                              </p:par>
                            </p:childTnLst>
                          </p:cTn>
                        </p:par>
                        <p:par>
                          <p:cTn id="29" fill="hold">
                            <p:stCondLst>
                              <p:cond delay="3000"/>
                            </p:stCondLst>
                            <p:childTnLst>
                              <p:par>
                                <p:cTn id="30" presetID="14" presetClass="entr" presetSubtype="10" fill="hold" nodeType="afterEffect">
                                  <p:stCondLst>
                                    <p:cond delay="0"/>
                                  </p:stCondLst>
                                  <p:childTnLst>
                                    <p:set>
                                      <p:cBhvr>
                                        <p:cTn id="31" dur="1" fill="hold">
                                          <p:stCondLst>
                                            <p:cond delay="0"/>
                                          </p:stCondLst>
                                        </p:cTn>
                                        <p:tgtEl>
                                          <p:spTgt spid="55"/>
                                        </p:tgtEl>
                                        <p:attrNameLst>
                                          <p:attrName>style.visibility</p:attrName>
                                        </p:attrNameLst>
                                      </p:cBhvr>
                                      <p:to>
                                        <p:strVal val="visible"/>
                                      </p:to>
                                    </p:set>
                                    <p:animEffect transition="in" filter="randombar(horizontal)">
                                      <p:cBhvr>
                                        <p:cTn id="32" dur="500"/>
                                        <p:tgtEl>
                                          <p:spTgt spid="55"/>
                                        </p:tgtEl>
                                      </p:cBhvr>
                                    </p:animEffect>
                                  </p:childTnLst>
                                </p:cTn>
                              </p:par>
                            </p:childTnLst>
                          </p:cTn>
                        </p:par>
                        <p:par>
                          <p:cTn id="33" fill="hold">
                            <p:stCondLst>
                              <p:cond delay="3500"/>
                            </p:stCondLst>
                            <p:childTnLst>
                              <p:par>
                                <p:cTn id="34" presetID="14" presetClass="entr" presetSubtype="10" fill="hold" nodeType="afterEffect">
                                  <p:stCondLst>
                                    <p:cond delay="0"/>
                                  </p:stCondLst>
                                  <p:childTnLst>
                                    <p:set>
                                      <p:cBhvr>
                                        <p:cTn id="35" dur="1" fill="hold">
                                          <p:stCondLst>
                                            <p:cond delay="0"/>
                                          </p:stCondLst>
                                        </p:cTn>
                                        <p:tgtEl>
                                          <p:spTgt spid="52"/>
                                        </p:tgtEl>
                                        <p:attrNameLst>
                                          <p:attrName>style.visibility</p:attrName>
                                        </p:attrNameLst>
                                      </p:cBhvr>
                                      <p:to>
                                        <p:strVal val="visible"/>
                                      </p:to>
                                    </p:set>
                                    <p:animEffect transition="in" filter="randombar(horizontal)">
                                      <p:cBhvr>
                                        <p:cTn id="36" dur="500"/>
                                        <p:tgtEl>
                                          <p:spTgt spid="52"/>
                                        </p:tgtEl>
                                      </p:cBhvr>
                                    </p:animEffect>
                                  </p:childTnLst>
                                </p:cTn>
                              </p:par>
                            </p:childTnLst>
                          </p:cTn>
                        </p:par>
                        <p:par>
                          <p:cTn id="37" fill="hold">
                            <p:stCondLst>
                              <p:cond delay="4000"/>
                            </p:stCondLst>
                            <p:childTnLst>
                              <p:par>
                                <p:cTn id="38" presetID="14" presetClass="entr" presetSubtype="10" fill="hold" nodeType="afterEffect">
                                  <p:stCondLst>
                                    <p:cond delay="0"/>
                                  </p:stCondLst>
                                  <p:childTnLst>
                                    <p:set>
                                      <p:cBhvr>
                                        <p:cTn id="39" dur="1" fill="hold">
                                          <p:stCondLst>
                                            <p:cond delay="0"/>
                                          </p:stCondLst>
                                        </p:cTn>
                                        <p:tgtEl>
                                          <p:spTgt spid="68"/>
                                        </p:tgtEl>
                                        <p:attrNameLst>
                                          <p:attrName>style.visibility</p:attrName>
                                        </p:attrNameLst>
                                      </p:cBhvr>
                                      <p:to>
                                        <p:strVal val="visible"/>
                                      </p:to>
                                    </p:set>
                                    <p:animEffect transition="in" filter="randombar(horizontal)">
                                      <p:cBhvr>
                                        <p:cTn id="40" dur="5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6" name="组合 75"/>
          <p:cNvGrpSpPr/>
          <p:nvPr/>
        </p:nvGrpSpPr>
        <p:grpSpPr>
          <a:xfrm>
            <a:off x="1" y="-2"/>
            <a:ext cx="12191999" cy="6858000"/>
            <a:chOff x="1" y="-2"/>
            <a:chExt cx="12191999" cy="6858000"/>
          </a:xfrm>
        </p:grpSpPr>
        <p:pic>
          <p:nvPicPr>
            <p:cNvPr id="77" name="图片 76"/>
            <p:cNvPicPr>
              <a:picLocks noChangeAspect="1"/>
            </p:cNvPicPr>
            <p:nvPr/>
          </p:nvPicPr>
          <p:blipFill>
            <a:blip r:embed="rId1">
              <a:extLst>
                <a:ext uri="{BEBA8EAE-BF5A-486C-A8C5-ECC9F3942E4B}">
                  <a14:imgProps xmlns:a14="http://schemas.microsoft.com/office/drawing/2010/main">
                    <a14:imgLayer r:embed="rId2">
                      <a14:imgEffect>
                        <a14:brightnessContrast contrast="40000"/>
                      </a14:imgEffect>
                      <a14:imgEffect>
                        <a14:saturation sat="400000"/>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1" y="-2"/>
              <a:ext cx="12191999" cy="6858000"/>
            </a:xfrm>
            <a:prstGeom prst="rect">
              <a:avLst/>
            </a:prstGeom>
          </p:spPr>
        </p:pic>
        <p:sp>
          <p:nvSpPr>
            <p:cNvPr id="78" name="矩形 77"/>
            <p:cNvSpPr/>
            <p:nvPr/>
          </p:nvSpPr>
          <p:spPr>
            <a:xfrm>
              <a:off x="250371" y="267786"/>
              <a:ext cx="11691258" cy="632242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lumMod val="75000"/>
                    <a:lumOff val="25000"/>
                  </a:schemeClr>
                </a:solidFill>
                <a:latin typeface="思源黑体" panose="020B0500000000000000" pitchFamily="34" charset="-122"/>
                <a:ea typeface="思源黑体" panose="020B0500000000000000" pitchFamily="34" charset="-122"/>
              </a:endParaRPr>
            </a:p>
          </p:txBody>
        </p:sp>
      </p:grpSp>
      <p:grpSp>
        <p:nvGrpSpPr>
          <p:cNvPr id="6" name="组合 5"/>
          <p:cNvGrpSpPr/>
          <p:nvPr/>
        </p:nvGrpSpPr>
        <p:grpSpPr>
          <a:xfrm>
            <a:off x="942702" y="876582"/>
            <a:ext cx="2483440" cy="677108"/>
            <a:chOff x="250371" y="432445"/>
            <a:chExt cx="2483440" cy="677108"/>
          </a:xfrm>
        </p:grpSpPr>
        <p:sp>
          <p:nvSpPr>
            <p:cNvPr id="58" name="1"/>
            <p:cNvSpPr/>
            <p:nvPr/>
          </p:nvSpPr>
          <p:spPr>
            <a:xfrm flipV="1">
              <a:off x="250371" y="503428"/>
              <a:ext cx="144000" cy="527747"/>
            </a:xfrm>
            <a:prstGeom prst="rect">
              <a:avLst/>
            </a:prstGeom>
            <a:solidFill>
              <a:srgbClr val="587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panose="020B0500000000000000" pitchFamily="34" charset="-122"/>
                <a:ea typeface="思源黑体" panose="020B0500000000000000" pitchFamily="34" charset="-122"/>
              </a:endParaRPr>
            </a:p>
          </p:txBody>
        </p:sp>
        <p:sp>
          <p:nvSpPr>
            <p:cNvPr id="63" name="文本框 62"/>
            <p:cNvSpPr txBox="1"/>
            <p:nvPr/>
          </p:nvSpPr>
          <p:spPr>
            <a:xfrm>
              <a:off x="468735" y="432445"/>
              <a:ext cx="2265076" cy="523220"/>
            </a:xfrm>
            <a:prstGeom prst="rect">
              <a:avLst/>
            </a:prstGeom>
            <a:noFill/>
          </p:spPr>
          <p:txBody>
            <a:bodyPr wrap="square" rtlCol="0">
              <a:spAutoFit/>
            </a:bodyPr>
            <a:lstStyle/>
            <a:p>
              <a:r>
                <a:rPr lang="en-US" altLang="zh-CN" sz="2800" b="1" dirty="0">
                  <a:solidFill>
                    <a:srgbClr val="2E5596"/>
                  </a:solidFill>
                  <a:latin typeface="思源黑体" panose="020B0500000000000000" pitchFamily="34" charset="-122"/>
                  <a:ea typeface="思源黑体" panose="020B0500000000000000" pitchFamily="34" charset="-122"/>
                </a:rPr>
                <a:t>05/</a:t>
              </a:r>
              <a:r>
                <a:rPr lang="zh-CN" altLang="en-US" sz="2800" b="1" dirty="0">
                  <a:solidFill>
                    <a:srgbClr val="2E5596"/>
                  </a:solidFill>
                  <a:latin typeface="思源黑体" panose="020B0500000000000000" pitchFamily="34" charset="-122"/>
                  <a:ea typeface="思源黑体" panose="020B0500000000000000" pitchFamily="34" charset="-122"/>
                </a:rPr>
                <a:t>工作计划</a:t>
              </a:r>
              <a:endParaRPr lang="zh-CN" altLang="en-US" sz="2800" b="1" dirty="0">
                <a:solidFill>
                  <a:srgbClr val="2E5596"/>
                </a:solidFill>
                <a:latin typeface="思源黑体" panose="020B0500000000000000" pitchFamily="34" charset="-122"/>
                <a:ea typeface="思源黑体" panose="020B0500000000000000" pitchFamily="34" charset="-122"/>
              </a:endParaRPr>
            </a:p>
          </p:txBody>
        </p:sp>
        <p:sp>
          <p:nvSpPr>
            <p:cNvPr id="64" name="文本框 63"/>
            <p:cNvSpPr txBox="1"/>
            <p:nvPr/>
          </p:nvSpPr>
          <p:spPr>
            <a:xfrm>
              <a:off x="468735" y="801776"/>
              <a:ext cx="2265076" cy="307777"/>
            </a:xfrm>
            <a:prstGeom prst="rect">
              <a:avLst/>
            </a:prstGeom>
            <a:noFill/>
          </p:spPr>
          <p:txBody>
            <a:bodyPr wrap="square" rtlCol="0">
              <a:spAutoFit/>
            </a:bodyPr>
            <a:lstStyle/>
            <a:p>
              <a:r>
                <a:rPr lang="en-US" altLang="zh-CN" sz="1400" dirty="0">
                  <a:solidFill>
                    <a:schemeClr val="tx1">
                      <a:lumMod val="65000"/>
                      <a:lumOff val="35000"/>
                    </a:schemeClr>
                  </a:solidFill>
                  <a:latin typeface="思源黑体" panose="020B0500000000000000" pitchFamily="34" charset="-122"/>
                  <a:ea typeface="思源黑体" panose="020B0500000000000000" pitchFamily="34" charset="-122"/>
                </a:rPr>
                <a:t>Mid year work summary</a:t>
              </a:r>
              <a:endParaRPr lang="en-US" altLang="zh-CN" sz="1400" dirty="0">
                <a:solidFill>
                  <a:schemeClr val="tx1">
                    <a:lumMod val="65000"/>
                    <a:lumOff val="35000"/>
                  </a:schemeClr>
                </a:solidFill>
                <a:latin typeface="思源黑体" panose="020B0500000000000000" pitchFamily="34" charset="-122"/>
                <a:ea typeface="思源黑体" panose="020B0500000000000000" pitchFamily="34" charset="-122"/>
              </a:endParaRPr>
            </a:p>
          </p:txBody>
        </p:sp>
      </p:grpSp>
      <p:sp>
        <p:nvSpPr>
          <p:cNvPr id="33" name="矩形 32"/>
          <p:cNvSpPr/>
          <p:nvPr/>
        </p:nvSpPr>
        <p:spPr>
          <a:xfrm>
            <a:off x="1364248" y="5395134"/>
            <a:ext cx="2599889" cy="613822"/>
          </a:xfrm>
          <a:prstGeom prst="rect">
            <a:avLst/>
          </a:prstGeom>
        </p:spPr>
        <p:txBody>
          <a:bodyPr wrap="square">
            <a:spAutoFit/>
          </a:bodyPr>
          <a:lstStyle/>
          <a:p>
            <a:pPr algn="just" fontAlgn="base">
              <a:lnSpc>
                <a:spcPct val="150000"/>
              </a:lnSpc>
              <a:spcBef>
                <a:spcPct val="0"/>
              </a:spcBef>
              <a:spcAft>
                <a:spcPct val="0"/>
              </a:spcAft>
            </a:pPr>
            <a:r>
              <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sym typeface="思源黑体" panose="020B0500000000000000" pitchFamily="34" charset="-122"/>
              </a:rPr>
              <a:t>您的内容打在这里，或者通过复制您的文本后在此框中</a:t>
            </a:r>
            <a:endPar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34" name="矩形 33"/>
          <p:cNvSpPr/>
          <p:nvPr/>
        </p:nvSpPr>
        <p:spPr>
          <a:xfrm>
            <a:off x="4831011" y="5356811"/>
            <a:ext cx="2558189" cy="613822"/>
          </a:xfrm>
          <a:prstGeom prst="rect">
            <a:avLst/>
          </a:prstGeom>
        </p:spPr>
        <p:txBody>
          <a:bodyPr wrap="square">
            <a:spAutoFit/>
          </a:bodyPr>
          <a:lstStyle/>
          <a:p>
            <a:pPr algn="just" fontAlgn="base">
              <a:lnSpc>
                <a:spcPct val="150000"/>
              </a:lnSpc>
              <a:spcBef>
                <a:spcPct val="0"/>
              </a:spcBef>
              <a:spcAft>
                <a:spcPct val="0"/>
              </a:spcAft>
            </a:pPr>
            <a:r>
              <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sym typeface="思源黑体" panose="020B0500000000000000" pitchFamily="34" charset="-122"/>
              </a:rPr>
              <a:t>您的内容打在这里，或者通过复制您的文本后在此框中</a:t>
            </a:r>
            <a:endPar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35" name="矩形 34"/>
          <p:cNvSpPr/>
          <p:nvPr/>
        </p:nvSpPr>
        <p:spPr>
          <a:xfrm>
            <a:off x="7930214" y="5338878"/>
            <a:ext cx="2851443" cy="613822"/>
          </a:xfrm>
          <a:prstGeom prst="rect">
            <a:avLst/>
          </a:prstGeom>
        </p:spPr>
        <p:txBody>
          <a:bodyPr wrap="square">
            <a:spAutoFit/>
          </a:bodyPr>
          <a:lstStyle/>
          <a:p>
            <a:pPr algn="just" fontAlgn="base">
              <a:lnSpc>
                <a:spcPct val="150000"/>
              </a:lnSpc>
              <a:spcBef>
                <a:spcPct val="0"/>
              </a:spcBef>
              <a:spcAft>
                <a:spcPct val="0"/>
              </a:spcAft>
            </a:pPr>
            <a:r>
              <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sym typeface="思源黑体" panose="020B0500000000000000" pitchFamily="34" charset="-122"/>
              </a:rPr>
              <a:t>您的内容打在这里，或者通过复制您的文本后在此框中</a:t>
            </a:r>
            <a:endPar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36" name="Freeform 6"/>
          <p:cNvSpPr/>
          <p:nvPr/>
        </p:nvSpPr>
        <p:spPr bwMode="auto">
          <a:xfrm>
            <a:off x="4868544" y="3426587"/>
            <a:ext cx="2305004" cy="2051243"/>
          </a:xfrm>
          <a:custGeom>
            <a:avLst/>
            <a:gdLst>
              <a:gd name="T0" fmla="*/ 2060 w 2654"/>
              <a:gd name="T1" fmla="*/ 107 h 2342"/>
              <a:gd name="T2" fmla="*/ 1880 w 2654"/>
              <a:gd name="T3" fmla="*/ 4 h 2342"/>
              <a:gd name="T4" fmla="*/ 1878 w 2654"/>
              <a:gd name="T5" fmla="*/ 4 h 2342"/>
              <a:gd name="T6" fmla="*/ 1877 w 2654"/>
              <a:gd name="T7" fmla="*/ 4 h 2342"/>
              <a:gd name="T8" fmla="*/ 1327 w 2654"/>
              <a:gd name="T9" fmla="*/ 4 h 2342"/>
              <a:gd name="T10" fmla="*/ 772 w 2654"/>
              <a:gd name="T11" fmla="*/ 4 h 2342"/>
              <a:gd name="T12" fmla="*/ 592 w 2654"/>
              <a:gd name="T13" fmla="*/ 109 h 2342"/>
              <a:gd name="T14" fmla="*/ 592 w 2654"/>
              <a:gd name="T15" fmla="*/ 110 h 2342"/>
              <a:gd name="T16" fmla="*/ 591 w 2654"/>
              <a:gd name="T17" fmla="*/ 111 h 2342"/>
              <a:gd name="T18" fmla="*/ 316 w 2654"/>
              <a:gd name="T19" fmla="*/ 588 h 2342"/>
              <a:gd name="T20" fmla="*/ 39 w 2654"/>
              <a:gd name="T21" fmla="*/ 1068 h 2342"/>
              <a:gd name="T22" fmla="*/ 39 w 2654"/>
              <a:gd name="T23" fmla="*/ 1276 h 2342"/>
              <a:gd name="T24" fmla="*/ 40 w 2654"/>
              <a:gd name="T25" fmla="*/ 1277 h 2342"/>
              <a:gd name="T26" fmla="*/ 41 w 2654"/>
              <a:gd name="T27" fmla="*/ 1278 h 2342"/>
              <a:gd name="T28" fmla="*/ 316 w 2654"/>
              <a:gd name="T29" fmla="*/ 1755 h 2342"/>
              <a:gd name="T30" fmla="*/ 593 w 2654"/>
              <a:gd name="T31" fmla="*/ 2235 h 2342"/>
              <a:gd name="T32" fmla="*/ 774 w 2654"/>
              <a:gd name="T33" fmla="*/ 2339 h 2342"/>
              <a:gd name="T34" fmla="*/ 775 w 2654"/>
              <a:gd name="T35" fmla="*/ 2338 h 2342"/>
              <a:gd name="T36" fmla="*/ 776 w 2654"/>
              <a:gd name="T37" fmla="*/ 2338 h 2342"/>
              <a:gd name="T38" fmla="*/ 1327 w 2654"/>
              <a:gd name="T39" fmla="*/ 2338 h 2342"/>
              <a:gd name="T40" fmla="*/ 1881 w 2654"/>
              <a:gd name="T41" fmla="*/ 2338 h 2342"/>
              <a:gd name="T42" fmla="*/ 2061 w 2654"/>
              <a:gd name="T43" fmla="*/ 2234 h 2342"/>
              <a:gd name="T44" fmla="*/ 2062 w 2654"/>
              <a:gd name="T45" fmla="*/ 2233 h 2342"/>
              <a:gd name="T46" fmla="*/ 2062 w 2654"/>
              <a:gd name="T47" fmla="*/ 2231 h 2342"/>
              <a:gd name="T48" fmla="*/ 2337 w 2654"/>
              <a:gd name="T49" fmla="*/ 1755 h 2342"/>
              <a:gd name="T50" fmla="*/ 2615 w 2654"/>
              <a:gd name="T51" fmla="*/ 1274 h 2342"/>
              <a:gd name="T52" fmla="*/ 2614 w 2654"/>
              <a:gd name="T53" fmla="*/ 1067 h 2342"/>
              <a:gd name="T54" fmla="*/ 2613 w 2654"/>
              <a:gd name="T55" fmla="*/ 1066 h 2342"/>
              <a:gd name="T56" fmla="*/ 2613 w 2654"/>
              <a:gd name="T57" fmla="*/ 1064 h 2342"/>
              <a:gd name="T58" fmla="*/ 2337 w 2654"/>
              <a:gd name="T59" fmla="*/ 588 h 2342"/>
              <a:gd name="T60" fmla="*/ 2060 w 2654"/>
              <a:gd name="T61" fmla="*/ 107 h 2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654" h="2342">
                <a:moveTo>
                  <a:pt x="2060" y="107"/>
                </a:moveTo>
                <a:cubicBezTo>
                  <a:pt x="2023" y="46"/>
                  <a:pt x="1953" y="0"/>
                  <a:pt x="1880" y="4"/>
                </a:cubicBezTo>
                <a:lnTo>
                  <a:pt x="1878" y="4"/>
                </a:lnTo>
                <a:lnTo>
                  <a:pt x="1877" y="4"/>
                </a:lnTo>
                <a:cubicBezTo>
                  <a:pt x="1694" y="4"/>
                  <a:pt x="1510" y="4"/>
                  <a:pt x="1327" y="4"/>
                </a:cubicBezTo>
                <a:lnTo>
                  <a:pt x="772" y="4"/>
                </a:lnTo>
                <a:cubicBezTo>
                  <a:pt x="700" y="5"/>
                  <a:pt x="626" y="44"/>
                  <a:pt x="592" y="109"/>
                </a:cubicBezTo>
                <a:lnTo>
                  <a:pt x="592" y="110"/>
                </a:lnTo>
                <a:lnTo>
                  <a:pt x="591" y="111"/>
                </a:lnTo>
                <a:cubicBezTo>
                  <a:pt x="499" y="270"/>
                  <a:pt x="408" y="429"/>
                  <a:pt x="316" y="588"/>
                </a:cubicBezTo>
                <a:lnTo>
                  <a:pt x="39" y="1068"/>
                </a:lnTo>
                <a:cubicBezTo>
                  <a:pt x="4" y="1131"/>
                  <a:pt x="0" y="1215"/>
                  <a:pt x="39" y="1276"/>
                </a:cubicBezTo>
                <a:lnTo>
                  <a:pt x="40" y="1277"/>
                </a:lnTo>
                <a:lnTo>
                  <a:pt x="41" y="1278"/>
                </a:lnTo>
                <a:cubicBezTo>
                  <a:pt x="133" y="1437"/>
                  <a:pt x="224" y="1596"/>
                  <a:pt x="316" y="1755"/>
                </a:cubicBezTo>
                <a:lnTo>
                  <a:pt x="593" y="2235"/>
                </a:lnTo>
                <a:cubicBezTo>
                  <a:pt x="630" y="2297"/>
                  <a:pt x="701" y="2342"/>
                  <a:pt x="774" y="2339"/>
                </a:cubicBezTo>
                <a:lnTo>
                  <a:pt x="775" y="2338"/>
                </a:lnTo>
                <a:lnTo>
                  <a:pt x="776" y="2338"/>
                </a:lnTo>
                <a:cubicBezTo>
                  <a:pt x="960" y="2338"/>
                  <a:pt x="1143" y="2338"/>
                  <a:pt x="1327" y="2338"/>
                </a:cubicBezTo>
                <a:lnTo>
                  <a:pt x="1881" y="2338"/>
                </a:lnTo>
                <a:cubicBezTo>
                  <a:pt x="1953" y="2337"/>
                  <a:pt x="2028" y="2299"/>
                  <a:pt x="2061" y="2234"/>
                </a:cubicBezTo>
                <a:lnTo>
                  <a:pt x="2062" y="2233"/>
                </a:lnTo>
                <a:lnTo>
                  <a:pt x="2062" y="2231"/>
                </a:lnTo>
                <a:cubicBezTo>
                  <a:pt x="2154" y="2073"/>
                  <a:pt x="2246" y="1914"/>
                  <a:pt x="2337" y="1755"/>
                </a:cubicBezTo>
                <a:lnTo>
                  <a:pt x="2615" y="1274"/>
                </a:lnTo>
                <a:cubicBezTo>
                  <a:pt x="2650" y="1212"/>
                  <a:pt x="2654" y="1128"/>
                  <a:pt x="2614" y="1067"/>
                </a:cubicBezTo>
                <a:lnTo>
                  <a:pt x="2613" y="1066"/>
                </a:lnTo>
                <a:lnTo>
                  <a:pt x="2613" y="1064"/>
                </a:lnTo>
                <a:cubicBezTo>
                  <a:pt x="2521" y="906"/>
                  <a:pt x="2429" y="747"/>
                  <a:pt x="2337" y="588"/>
                </a:cubicBezTo>
                <a:lnTo>
                  <a:pt x="2060" y="107"/>
                </a:lnTo>
                <a:close/>
              </a:path>
            </a:pathLst>
          </a:custGeom>
          <a:noFill/>
          <a:ln w="12700" cap="flat">
            <a:noFill/>
            <a:prstDash val="dash"/>
            <a:miter lim="800000"/>
          </a:ln>
        </p:spPr>
        <p:txBody>
          <a:bodyPr vert="horz" wrap="square" lIns="91440" tIns="45720" rIns="91440" bIns="45720" numCol="1" anchor="t" anchorCtr="0" compatLnSpc="1"/>
          <a:lstStyle/>
          <a:p>
            <a:pPr marL="0" marR="0" lvl="0" indent="0" defTabSz="914400" eaLnBrk="1" fontAlgn="base" latinLnBrk="0" hangingPunct="1">
              <a:lnSpc>
                <a:spcPct val="100000"/>
              </a:lnSpc>
              <a:spcBef>
                <a:spcPct val="0"/>
              </a:spcBef>
              <a:spcAft>
                <a:spcPct val="0"/>
              </a:spcAft>
              <a:buClrTx/>
              <a:buSzTx/>
              <a:buFont typeface="Arial" panose="020B0604020202090204" pitchFamily="34" charset="0"/>
              <a:buNone/>
              <a:defRPr/>
            </a:pPr>
            <a:endParaRPr kumimoji="0" lang="zh-CN" altLang="en-US" sz="1800" b="0" i="0" u="none" strike="noStrike" kern="0" cap="none" spc="0" normalizeH="0" baseline="0" noProof="0" dirty="0">
              <a:ln>
                <a:noFill/>
              </a:ln>
              <a:solidFill>
                <a:schemeClr val="tx1">
                  <a:lumMod val="75000"/>
                  <a:lumOff val="25000"/>
                </a:schemeClr>
              </a:solidFill>
              <a:effectLst/>
              <a:uLnTx/>
              <a:uFillTx/>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37" name="矩形 36"/>
          <p:cNvSpPr/>
          <p:nvPr/>
        </p:nvSpPr>
        <p:spPr>
          <a:xfrm>
            <a:off x="1566129" y="2000752"/>
            <a:ext cx="9087952" cy="613822"/>
          </a:xfrm>
          <a:prstGeom prst="rect">
            <a:avLst/>
          </a:prstGeom>
        </p:spPr>
        <p:txBody>
          <a:bodyPr wrap="square">
            <a:spAutoFit/>
          </a:bodyPr>
          <a:lstStyle/>
          <a:p>
            <a:pPr algn="just" fontAlgn="base">
              <a:lnSpc>
                <a:spcPct val="150000"/>
              </a:lnSpc>
              <a:spcBef>
                <a:spcPct val="0"/>
              </a:spcBef>
              <a:spcAft>
                <a:spcPct val="0"/>
              </a:spcAft>
            </a:pPr>
            <a:r>
              <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sym typeface="思源黑体" panose="020B0500000000000000" pitchFamily="34" charset="-122"/>
              </a:rPr>
              <a:t>点击此处添加项目情况点击此处添加内容点击此处添加项目情况点击此处添加内容点击此处添加项目情况点击此处添加内容点击此处添加项目情况点击此处添加内容点击此处添加项目情况点击此处添加内容点击此处添加项目情况点击此处添加内容</a:t>
            </a:r>
            <a:endParaRPr lang="zh-CN" altLang="en-US" sz="1200" dirty="0">
              <a:solidFill>
                <a:schemeClr val="tx1">
                  <a:lumMod val="75000"/>
                  <a:lumOff val="25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nvGrpSpPr>
          <p:cNvPr id="42" name="组合 41"/>
          <p:cNvGrpSpPr/>
          <p:nvPr/>
        </p:nvGrpSpPr>
        <p:grpSpPr>
          <a:xfrm>
            <a:off x="3665547" y="3752495"/>
            <a:ext cx="1415916" cy="455399"/>
            <a:chOff x="3728840" y="2934600"/>
            <a:chExt cx="1415916" cy="455399"/>
          </a:xfrm>
        </p:grpSpPr>
        <p:cxnSp>
          <p:nvCxnSpPr>
            <p:cNvPr id="43" name="直接连接符 42"/>
            <p:cNvCxnSpPr/>
            <p:nvPr/>
          </p:nvCxnSpPr>
          <p:spPr>
            <a:xfrm flipV="1">
              <a:off x="4663948" y="3162299"/>
              <a:ext cx="370411" cy="1"/>
            </a:xfrm>
            <a:prstGeom prst="line">
              <a:avLst/>
            </a:prstGeom>
            <a:ln>
              <a:solidFill>
                <a:srgbClr val="587DB8"/>
              </a:solidFill>
              <a:prstDash val="sysDash"/>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flipV="1">
              <a:off x="3842225" y="3162299"/>
              <a:ext cx="370411" cy="1"/>
            </a:xfrm>
            <a:prstGeom prst="line">
              <a:avLst/>
            </a:prstGeom>
            <a:ln>
              <a:solidFill>
                <a:srgbClr val="587DB8"/>
              </a:solidFill>
              <a:prstDash val="sysDash"/>
            </a:ln>
          </p:spPr>
          <p:style>
            <a:lnRef idx="1">
              <a:schemeClr val="accent1"/>
            </a:lnRef>
            <a:fillRef idx="0">
              <a:schemeClr val="accent1"/>
            </a:fillRef>
            <a:effectRef idx="0">
              <a:schemeClr val="accent1"/>
            </a:effectRef>
            <a:fontRef idx="minor">
              <a:schemeClr val="tx1"/>
            </a:fontRef>
          </p:style>
        </p:cxnSp>
        <p:grpSp>
          <p:nvGrpSpPr>
            <p:cNvPr id="45" name="组合 44"/>
            <p:cNvGrpSpPr/>
            <p:nvPr/>
          </p:nvGrpSpPr>
          <p:grpSpPr>
            <a:xfrm>
              <a:off x="4214126" y="2934600"/>
              <a:ext cx="455399" cy="455399"/>
              <a:chOff x="4108450" y="2661285"/>
              <a:chExt cx="666750" cy="666750"/>
            </a:xfrm>
          </p:grpSpPr>
          <p:sp>
            <p:nvSpPr>
              <p:cNvPr id="48" name="椭圆 47"/>
              <p:cNvSpPr/>
              <p:nvPr/>
            </p:nvSpPr>
            <p:spPr>
              <a:xfrm>
                <a:off x="4108450" y="2661285"/>
                <a:ext cx="666750" cy="666750"/>
              </a:xfrm>
              <a:prstGeom prst="ellipse">
                <a:avLst/>
              </a:prstGeom>
              <a:noFill/>
              <a:ln w="9525">
                <a:solidFill>
                  <a:srgbClr val="587DB8"/>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49" name="任意多边形 16"/>
              <p:cNvSpPr/>
              <p:nvPr/>
            </p:nvSpPr>
            <p:spPr>
              <a:xfrm rot="10800000">
                <a:off x="4219323" y="2803673"/>
                <a:ext cx="433864" cy="381974"/>
              </a:xfrm>
              <a:custGeom>
                <a:avLst/>
                <a:gdLst>
                  <a:gd name="connsiteX0" fmla="*/ 760416 w 1727431"/>
                  <a:gd name="connsiteY0" fmla="*/ 1520832 h 1520832"/>
                  <a:gd name="connsiteX1" fmla="*/ 621863 w 1727431"/>
                  <a:gd name="connsiteY1" fmla="*/ 1463441 h 1520832"/>
                  <a:gd name="connsiteX2" fmla="*/ 57390 w 1727431"/>
                  <a:gd name="connsiteY2" fmla="*/ 898969 h 1520832"/>
                  <a:gd name="connsiteX3" fmla="*/ 0 w 1727431"/>
                  <a:gd name="connsiteY3" fmla="*/ 760416 h 1520832"/>
                  <a:gd name="connsiteX4" fmla="*/ 0 w 1727431"/>
                  <a:gd name="connsiteY4" fmla="*/ 760416 h 1520832"/>
                  <a:gd name="connsiteX5" fmla="*/ 0 w 1727431"/>
                  <a:gd name="connsiteY5" fmla="*/ 760415 h 1520832"/>
                  <a:gd name="connsiteX6" fmla="*/ 57390 w 1727431"/>
                  <a:gd name="connsiteY6" fmla="*/ 621863 h 1520832"/>
                  <a:gd name="connsiteX7" fmla="*/ 621863 w 1727431"/>
                  <a:gd name="connsiteY7" fmla="*/ 57390 h 1520832"/>
                  <a:gd name="connsiteX8" fmla="*/ 898969 w 1727431"/>
                  <a:gd name="connsiteY8" fmla="*/ 57390 h 1520832"/>
                  <a:gd name="connsiteX9" fmla="*/ 898969 w 1727431"/>
                  <a:gd name="connsiteY9" fmla="*/ 334495 h 1520832"/>
                  <a:gd name="connsiteX10" fmla="*/ 668991 w 1727431"/>
                  <a:gd name="connsiteY10" fmla="*/ 564473 h 1520832"/>
                  <a:gd name="connsiteX11" fmla="*/ 1531488 w 1727431"/>
                  <a:gd name="connsiteY11" fmla="*/ 564473 h 1520832"/>
                  <a:gd name="connsiteX12" fmla="*/ 1727431 w 1727431"/>
                  <a:gd name="connsiteY12" fmla="*/ 760416 h 1520832"/>
                  <a:gd name="connsiteX13" fmla="*/ 1531488 w 1727431"/>
                  <a:gd name="connsiteY13" fmla="*/ 956359 h 1520832"/>
                  <a:gd name="connsiteX14" fmla="*/ 668992 w 1727431"/>
                  <a:gd name="connsiteY14" fmla="*/ 956359 h 1520832"/>
                  <a:gd name="connsiteX15" fmla="*/ 898969 w 1727431"/>
                  <a:gd name="connsiteY15" fmla="*/ 1186336 h 1520832"/>
                  <a:gd name="connsiteX16" fmla="*/ 898969 w 1727431"/>
                  <a:gd name="connsiteY16" fmla="*/ 1463441 h 1520832"/>
                  <a:gd name="connsiteX17" fmla="*/ 760416 w 1727431"/>
                  <a:gd name="connsiteY17" fmla="*/ 1520832 h 1520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727431" h="1520832">
                    <a:moveTo>
                      <a:pt x="760416" y="1520832"/>
                    </a:moveTo>
                    <a:cubicBezTo>
                      <a:pt x="710270" y="1520832"/>
                      <a:pt x="660124" y="1501701"/>
                      <a:pt x="621863" y="1463441"/>
                    </a:cubicBezTo>
                    <a:lnTo>
                      <a:pt x="57390" y="898969"/>
                    </a:lnTo>
                    <a:cubicBezTo>
                      <a:pt x="19130" y="860708"/>
                      <a:pt x="0" y="810562"/>
                      <a:pt x="0" y="760416"/>
                    </a:cubicBezTo>
                    <a:lnTo>
                      <a:pt x="0" y="760416"/>
                    </a:lnTo>
                    <a:lnTo>
                      <a:pt x="0" y="760415"/>
                    </a:lnTo>
                    <a:cubicBezTo>
                      <a:pt x="0" y="710269"/>
                      <a:pt x="19130" y="660123"/>
                      <a:pt x="57390" y="621863"/>
                    </a:cubicBezTo>
                    <a:lnTo>
                      <a:pt x="621863" y="57390"/>
                    </a:lnTo>
                    <a:cubicBezTo>
                      <a:pt x="698384" y="-19131"/>
                      <a:pt x="822448" y="-19131"/>
                      <a:pt x="898969" y="57390"/>
                    </a:cubicBezTo>
                    <a:cubicBezTo>
                      <a:pt x="975489" y="133910"/>
                      <a:pt x="975489" y="257975"/>
                      <a:pt x="898969" y="334495"/>
                    </a:cubicBezTo>
                    <a:lnTo>
                      <a:pt x="668991" y="564473"/>
                    </a:lnTo>
                    <a:lnTo>
                      <a:pt x="1531488" y="564473"/>
                    </a:lnTo>
                    <a:cubicBezTo>
                      <a:pt x="1639704" y="564473"/>
                      <a:pt x="1727431" y="652200"/>
                      <a:pt x="1727431" y="760416"/>
                    </a:cubicBezTo>
                    <a:cubicBezTo>
                      <a:pt x="1727431" y="868632"/>
                      <a:pt x="1639704" y="956359"/>
                      <a:pt x="1531488" y="956359"/>
                    </a:cubicBezTo>
                    <a:lnTo>
                      <a:pt x="668992" y="956359"/>
                    </a:lnTo>
                    <a:lnTo>
                      <a:pt x="898969" y="1186336"/>
                    </a:lnTo>
                    <a:cubicBezTo>
                      <a:pt x="975489" y="1262856"/>
                      <a:pt x="975489" y="1386921"/>
                      <a:pt x="898969" y="1463441"/>
                    </a:cubicBezTo>
                    <a:cubicBezTo>
                      <a:pt x="860708" y="1501701"/>
                      <a:pt x="810562" y="1520832"/>
                      <a:pt x="760416" y="1520832"/>
                    </a:cubicBezTo>
                    <a:close/>
                  </a:path>
                </a:pathLst>
              </a:custGeom>
              <a:noFill/>
              <a:ln w="22225">
                <a:solidFill>
                  <a:srgbClr val="587DB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sp>
          <p:nvSpPr>
            <p:cNvPr id="46" name="椭圆 45"/>
            <p:cNvSpPr/>
            <p:nvPr/>
          </p:nvSpPr>
          <p:spPr>
            <a:xfrm>
              <a:off x="3728840" y="3105175"/>
              <a:ext cx="114250" cy="114250"/>
            </a:xfrm>
            <a:prstGeom prst="ellipse">
              <a:avLst/>
            </a:prstGeom>
            <a:solidFill>
              <a:schemeClr val="bg1"/>
            </a:solidFill>
            <a:ln w="15875">
              <a:solidFill>
                <a:srgbClr val="587DB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47" name="椭圆 46"/>
            <p:cNvSpPr/>
            <p:nvPr/>
          </p:nvSpPr>
          <p:spPr>
            <a:xfrm>
              <a:off x="5030506" y="3105175"/>
              <a:ext cx="114250" cy="114250"/>
            </a:xfrm>
            <a:prstGeom prst="ellipse">
              <a:avLst/>
            </a:prstGeom>
            <a:solidFill>
              <a:schemeClr val="bg1"/>
            </a:solidFill>
            <a:ln w="15875">
              <a:solidFill>
                <a:srgbClr val="587DB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grpSp>
        <p:nvGrpSpPr>
          <p:cNvPr id="50" name="组合 49"/>
          <p:cNvGrpSpPr/>
          <p:nvPr/>
        </p:nvGrpSpPr>
        <p:grpSpPr>
          <a:xfrm>
            <a:off x="6979816" y="3752495"/>
            <a:ext cx="1414131" cy="455399"/>
            <a:chOff x="7043109" y="2934600"/>
            <a:chExt cx="1414131" cy="455399"/>
          </a:xfrm>
        </p:grpSpPr>
        <p:cxnSp>
          <p:nvCxnSpPr>
            <p:cNvPr id="51" name="直接连接符 50"/>
            <p:cNvCxnSpPr/>
            <p:nvPr/>
          </p:nvCxnSpPr>
          <p:spPr>
            <a:xfrm flipV="1">
              <a:off x="7975493" y="3162299"/>
              <a:ext cx="370411" cy="1"/>
            </a:xfrm>
            <a:prstGeom prst="line">
              <a:avLst/>
            </a:prstGeom>
            <a:ln>
              <a:solidFill>
                <a:srgbClr val="587DB8"/>
              </a:solidFill>
              <a:prstDash val="sysDash"/>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flipV="1">
              <a:off x="7153770" y="3162299"/>
              <a:ext cx="370411" cy="1"/>
            </a:xfrm>
            <a:prstGeom prst="line">
              <a:avLst/>
            </a:prstGeom>
            <a:ln>
              <a:solidFill>
                <a:srgbClr val="587DB8"/>
              </a:solidFill>
              <a:prstDash val="sysDash"/>
            </a:ln>
          </p:spPr>
          <p:style>
            <a:lnRef idx="1">
              <a:schemeClr val="accent1"/>
            </a:lnRef>
            <a:fillRef idx="0">
              <a:schemeClr val="accent1"/>
            </a:fillRef>
            <a:effectRef idx="0">
              <a:schemeClr val="accent1"/>
            </a:effectRef>
            <a:fontRef idx="minor">
              <a:schemeClr val="tx1"/>
            </a:fontRef>
          </p:style>
        </p:cxnSp>
        <p:grpSp>
          <p:nvGrpSpPr>
            <p:cNvPr id="53" name="组合 52"/>
            <p:cNvGrpSpPr/>
            <p:nvPr/>
          </p:nvGrpSpPr>
          <p:grpSpPr>
            <a:xfrm>
              <a:off x="7522475" y="2934600"/>
              <a:ext cx="455399" cy="455399"/>
              <a:chOff x="4108450" y="2661285"/>
              <a:chExt cx="666750" cy="666750"/>
            </a:xfrm>
          </p:grpSpPr>
          <p:sp>
            <p:nvSpPr>
              <p:cNvPr id="56" name="椭圆 55"/>
              <p:cNvSpPr/>
              <p:nvPr/>
            </p:nvSpPr>
            <p:spPr>
              <a:xfrm>
                <a:off x="4108450" y="2661285"/>
                <a:ext cx="666750" cy="666750"/>
              </a:xfrm>
              <a:prstGeom prst="ellipse">
                <a:avLst/>
              </a:prstGeom>
              <a:noFill/>
              <a:ln w="9525">
                <a:solidFill>
                  <a:srgbClr val="587DB8"/>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57" name="任意多边形 24"/>
              <p:cNvSpPr/>
              <p:nvPr/>
            </p:nvSpPr>
            <p:spPr>
              <a:xfrm rot="10800000">
                <a:off x="4219323" y="2803673"/>
                <a:ext cx="433864" cy="381974"/>
              </a:xfrm>
              <a:custGeom>
                <a:avLst/>
                <a:gdLst>
                  <a:gd name="connsiteX0" fmla="*/ 760416 w 1727431"/>
                  <a:gd name="connsiteY0" fmla="*/ 1520832 h 1520832"/>
                  <a:gd name="connsiteX1" fmla="*/ 621863 w 1727431"/>
                  <a:gd name="connsiteY1" fmla="*/ 1463441 h 1520832"/>
                  <a:gd name="connsiteX2" fmla="*/ 57390 w 1727431"/>
                  <a:gd name="connsiteY2" fmla="*/ 898969 h 1520832"/>
                  <a:gd name="connsiteX3" fmla="*/ 0 w 1727431"/>
                  <a:gd name="connsiteY3" fmla="*/ 760416 h 1520832"/>
                  <a:gd name="connsiteX4" fmla="*/ 0 w 1727431"/>
                  <a:gd name="connsiteY4" fmla="*/ 760416 h 1520832"/>
                  <a:gd name="connsiteX5" fmla="*/ 0 w 1727431"/>
                  <a:gd name="connsiteY5" fmla="*/ 760415 h 1520832"/>
                  <a:gd name="connsiteX6" fmla="*/ 57390 w 1727431"/>
                  <a:gd name="connsiteY6" fmla="*/ 621863 h 1520832"/>
                  <a:gd name="connsiteX7" fmla="*/ 621863 w 1727431"/>
                  <a:gd name="connsiteY7" fmla="*/ 57390 h 1520832"/>
                  <a:gd name="connsiteX8" fmla="*/ 898969 w 1727431"/>
                  <a:gd name="connsiteY8" fmla="*/ 57390 h 1520832"/>
                  <a:gd name="connsiteX9" fmla="*/ 898969 w 1727431"/>
                  <a:gd name="connsiteY9" fmla="*/ 334495 h 1520832"/>
                  <a:gd name="connsiteX10" fmla="*/ 668991 w 1727431"/>
                  <a:gd name="connsiteY10" fmla="*/ 564473 h 1520832"/>
                  <a:gd name="connsiteX11" fmla="*/ 1531488 w 1727431"/>
                  <a:gd name="connsiteY11" fmla="*/ 564473 h 1520832"/>
                  <a:gd name="connsiteX12" fmla="*/ 1727431 w 1727431"/>
                  <a:gd name="connsiteY12" fmla="*/ 760416 h 1520832"/>
                  <a:gd name="connsiteX13" fmla="*/ 1531488 w 1727431"/>
                  <a:gd name="connsiteY13" fmla="*/ 956359 h 1520832"/>
                  <a:gd name="connsiteX14" fmla="*/ 668992 w 1727431"/>
                  <a:gd name="connsiteY14" fmla="*/ 956359 h 1520832"/>
                  <a:gd name="connsiteX15" fmla="*/ 898969 w 1727431"/>
                  <a:gd name="connsiteY15" fmla="*/ 1186336 h 1520832"/>
                  <a:gd name="connsiteX16" fmla="*/ 898969 w 1727431"/>
                  <a:gd name="connsiteY16" fmla="*/ 1463441 h 1520832"/>
                  <a:gd name="connsiteX17" fmla="*/ 760416 w 1727431"/>
                  <a:gd name="connsiteY17" fmla="*/ 1520832 h 1520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727431" h="1520832">
                    <a:moveTo>
                      <a:pt x="760416" y="1520832"/>
                    </a:moveTo>
                    <a:cubicBezTo>
                      <a:pt x="710270" y="1520832"/>
                      <a:pt x="660124" y="1501701"/>
                      <a:pt x="621863" y="1463441"/>
                    </a:cubicBezTo>
                    <a:lnTo>
                      <a:pt x="57390" y="898969"/>
                    </a:lnTo>
                    <a:cubicBezTo>
                      <a:pt x="19130" y="860708"/>
                      <a:pt x="0" y="810562"/>
                      <a:pt x="0" y="760416"/>
                    </a:cubicBezTo>
                    <a:lnTo>
                      <a:pt x="0" y="760416"/>
                    </a:lnTo>
                    <a:lnTo>
                      <a:pt x="0" y="760415"/>
                    </a:lnTo>
                    <a:cubicBezTo>
                      <a:pt x="0" y="710269"/>
                      <a:pt x="19130" y="660123"/>
                      <a:pt x="57390" y="621863"/>
                    </a:cubicBezTo>
                    <a:lnTo>
                      <a:pt x="621863" y="57390"/>
                    </a:lnTo>
                    <a:cubicBezTo>
                      <a:pt x="698384" y="-19131"/>
                      <a:pt x="822448" y="-19131"/>
                      <a:pt x="898969" y="57390"/>
                    </a:cubicBezTo>
                    <a:cubicBezTo>
                      <a:pt x="975489" y="133910"/>
                      <a:pt x="975489" y="257975"/>
                      <a:pt x="898969" y="334495"/>
                    </a:cubicBezTo>
                    <a:lnTo>
                      <a:pt x="668991" y="564473"/>
                    </a:lnTo>
                    <a:lnTo>
                      <a:pt x="1531488" y="564473"/>
                    </a:lnTo>
                    <a:cubicBezTo>
                      <a:pt x="1639704" y="564473"/>
                      <a:pt x="1727431" y="652200"/>
                      <a:pt x="1727431" y="760416"/>
                    </a:cubicBezTo>
                    <a:cubicBezTo>
                      <a:pt x="1727431" y="868632"/>
                      <a:pt x="1639704" y="956359"/>
                      <a:pt x="1531488" y="956359"/>
                    </a:cubicBezTo>
                    <a:lnTo>
                      <a:pt x="668992" y="956359"/>
                    </a:lnTo>
                    <a:lnTo>
                      <a:pt x="898969" y="1186336"/>
                    </a:lnTo>
                    <a:cubicBezTo>
                      <a:pt x="975489" y="1262856"/>
                      <a:pt x="975489" y="1386921"/>
                      <a:pt x="898969" y="1463441"/>
                    </a:cubicBezTo>
                    <a:cubicBezTo>
                      <a:pt x="860708" y="1501701"/>
                      <a:pt x="810562" y="1520832"/>
                      <a:pt x="760416" y="1520832"/>
                    </a:cubicBezTo>
                    <a:close/>
                  </a:path>
                </a:pathLst>
              </a:custGeom>
              <a:noFill/>
              <a:ln w="22225">
                <a:solidFill>
                  <a:srgbClr val="587DB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sp>
          <p:nvSpPr>
            <p:cNvPr id="54" name="椭圆 53"/>
            <p:cNvSpPr/>
            <p:nvPr/>
          </p:nvSpPr>
          <p:spPr>
            <a:xfrm>
              <a:off x="7043109" y="3105175"/>
              <a:ext cx="114250" cy="114250"/>
            </a:xfrm>
            <a:prstGeom prst="ellipse">
              <a:avLst/>
            </a:prstGeom>
            <a:solidFill>
              <a:schemeClr val="bg1"/>
            </a:solidFill>
            <a:ln w="15875">
              <a:solidFill>
                <a:srgbClr val="587DB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55" name="椭圆 54"/>
            <p:cNvSpPr/>
            <p:nvPr/>
          </p:nvSpPr>
          <p:spPr>
            <a:xfrm>
              <a:off x="8342990" y="3105175"/>
              <a:ext cx="114250" cy="114250"/>
            </a:xfrm>
            <a:prstGeom prst="ellipse">
              <a:avLst/>
            </a:prstGeom>
            <a:solidFill>
              <a:schemeClr val="bg1"/>
            </a:solidFill>
            <a:ln w="15875">
              <a:solidFill>
                <a:srgbClr val="587DB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grpSp>
        <p:nvGrpSpPr>
          <p:cNvPr id="2" name="组合 1"/>
          <p:cNvGrpSpPr/>
          <p:nvPr/>
        </p:nvGrpSpPr>
        <p:grpSpPr>
          <a:xfrm>
            <a:off x="1892521" y="3111978"/>
            <a:ext cx="1663672" cy="1877114"/>
            <a:chOff x="1892521" y="3111978"/>
            <a:chExt cx="1663672" cy="1877114"/>
          </a:xfrm>
        </p:grpSpPr>
        <p:sp>
          <p:nvSpPr>
            <p:cNvPr id="39" name="Freeform 5"/>
            <p:cNvSpPr/>
            <p:nvPr/>
          </p:nvSpPr>
          <p:spPr bwMode="auto">
            <a:xfrm rot="5400000">
              <a:off x="1785800" y="3218699"/>
              <a:ext cx="1877114" cy="1663672"/>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587DB8"/>
            </a:solidFill>
            <a:ln w="38100">
              <a:noFill/>
            </a:ln>
            <a:effectLst>
              <a:outerShdw blurRad="1905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solidFill>
                  <a:schemeClr val="bg1"/>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59" name="文本框 58"/>
            <p:cNvSpPr txBox="1"/>
            <p:nvPr/>
          </p:nvSpPr>
          <p:spPr>
            <a:xfrm>
              <a:off x="1990903" y="3668374"/>
              <a:ext cx="1478435" cy="523220"/>
            </a:xfrm>
            <a:prstGeom prst="rect">
              <a:avLst/>
            </a:prstGeom>
            <a:noFill/>
          </p:spPr>
          <p:txBody>
            <a:bodyPr wrap="square" rtlCol="0">
              <a:spAutoFit/>
            </a:bodyPr>
            <a:lstStyle/>
            <a:p>
              <a:pPr algn="ctr" defTabSz="914400" fontAlgn="base">
                <a:spcBef>
                  <a:spcPct val="0"/>
                </a:spcBef>
                <a:spcAft>
                  <a:spcPct val="0"/>
                </a:spcAft>
                <a:buFont typeface="Arial" panose="020B0604020202090204" pitchFamily="34" charset="0"/>
                <a:buNone/>
              </a:pPr>
              <a:r>
                <a:rPr lang="en-US" altLang="zh-CN" sz="2800" b="1" dirty="0">
                  <a:solidFill>
                    <a:schemeClr val="bg1"/>
                  </a:solidFill>
                  <a:latin typeface="思源黑体" panose="020B0500000000000000" pitchFamily="34" charset="-122"/>
                  <a:ea typeface="思源黑体" panose="020B0500000000000000" pitchFamily="34" charset="-122"/>
                  <a:sym typeface="思源黑体" panose="020B0500000000000000" pitchFamily="34" charset="-122"/>
                </a:rPr>
                <a:t>1</a:t>
              </a:r>
              <a:endParaRPr lang="zh-CN" altLang="en-US" sz="2800" b="1" dirty="0">
                <a:solidFill>
                  <a:schemeClr val="bg1"/>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62" name="文本框 61"/>
            <p:cNvSpPr txBox="1"/>
            <p:nvPr/>
          </p:nvSpPr>
          <p:spPr>
            <a:xfrm>
              <a:off x="1936384" y="4201740"/>
              <a:ext cx="1618720" cy="338554"/>
            </a:xfrm>
            <a:prstGeom prst="rect">
              <a:avLst/>
            </a:prstGeom>
            <a:noFill/>
          </p:spPr>
          <p:txBody>
            <a:bodyPr wrap="square" rtlCol="0">
              <a:spAutoFit/>
            </a:bodyPr>
            <a:lstStyle/>
            <a:p>
              <a:pPr algn="ctr" fontAlgn="base">
                <a:spcBef>
                  <a:spcPct val="0"/>
                </a:spcBef>
                <a:spcAft>
                  <a:spcPct val="0"/>
                </a:spcAft>
              </a:pPr>
              <a:r>
                <a:rPr lang="zh-CN" altLang="en-US" sz="1600" b="1" dirty="0">
                  <a:solidFill>
                    <a:schemeClr val="bg1"/>
                  </a:solidFill>
                  <a:latin typeface="思源黑体" panose="020B0500000000000000" pitchFamily="34" charset="-122"/>
                  <a:ea typeface="思源黑体" panose="020B0500000000000000" pitchFamily="34" charset="-122"/>
                </a:rPr>
                <a:t>工作计划</a:t>
              </a:r>
              <a:endParaRPr lang="zh-CN" altLang="en-US" sz="1600" dirty="0">
                <a:solidFill>
                  <a:schemeClr val="bg1"/>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grpSp>
        <p:nvGrpSpPr>
          <p:cNvPr id="3" name="组合 2"/>
          <p:cNvGrpSpPr/>
          <p:nvPr/>
        </p:nvGrpSpPr>
        <p:grpSpPr>
          <a:xfrm>
            <a:off x="5200871" y="3111978"/>
            <a:ext cx="1663672" cy="1877114"/>
            <a:chOff x="5200871" y="3111978"/>
            <a:chExt cx="1663672" cy="1877114"/>
          </a:xfrm>
        </p:grpSpPr>
        <p:sp>
          <p:nvSpPr>
            <p:cNvPr id="40" name="Freeform 5"/>
            <p:cNvSpPr/>
            <p:nvPr/>
          </p:nvSpPr>
          <p:spPr bwMode="auto">
            <a:xfrm rot="5400000">
              <a:off x="5094150" y="3218699"/>
              <a:ext cx="1877114" cy="1663672"/>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3762AF"/>
            </a:solidFill>
            <a:ln w="38100">
              <a:noFill/>
            </a:ln>
            <a:effectLst>
              <a:outerShdw blurRad="1905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solidFill>
                  <a:schemeClr val="bg1"/>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60" name="文本框 59"/>
            <p:cNvSpPr txBox="1"/>
            <p:nvPr/>
          </p:nvSpPr>
          <p:spPr>
            <a:xfrm>
              <a:off x="5279392" y="3668374"/>
              <a:ext cx="1478435" cy="523220"/>
            </a:xfrm>
            <a:prstGeom prst="rect">
              <a:avLst/>
            </a:prstGeom>
            <a:noFill/>
          </p:spPr>
          <p:txBody>
            <a:bodyPr wrap="square" rtlCol="0">
              <a:spAutoFit/>
            </a:bodyPr>
            <a:lstStyle/>
            <a:p>
              <a:pPr algn="ctr" defTabSz="914400" fontAlgn="base">
                <a:spcBef>
                  <a:spcPct val="0"/>
                </a:spcBef>
                <a:spcAft>
                  <a:spcPct val="0"/>
                </a:spcAft>
                <a:buFont typeface="Arial" panose="020B0604020202090204" pitchFamily="34" charset="0"/>
                <a:buNone/>
              </a:pPr>
              <a:r>
                <a:rPr lang="en-US" altLang="zh-CN" sz="2800" b="1" dirty="0">
                  <a:solidFill>
                    <a:schemeClr val="bg1"/>
                  </a:solidFill>
                  <a:latin typeface="思源黑体" panose="020B0500000000000000" pitchFamily="34" charset="-122"/>
                  <a:ea typeface="思源黑体" panose="020B0500000000000000" pitchFamily="34" charset="-122"/>
                  <a:sym typeface="思源黑体" panose="020B0500000000000000" pitchFamily="34" charset="-122"/>
                </a:rPr>
                <a:t>2</a:t>
              </a:r>
              <a:endParaRPr lang="zh-CN" altLang="en-US" sz="2800" b="1" dirty="0">
                <a:solidFill>
                  <a:schemeClr val="bg1"/>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65" name="文本框 64"/>
            <p:cNvSpPr txBox="1"/>
            <p:nvPr/>
          </p:nvSpPr>
          <p:spPr>
            <a:xfrm>
              <a:off x="5238174" y="4201740"/>
              <a:ext cx="1626036" cy="338554"/>
            </a:xfrm>
            <a:prstGeom prst="rect">
              <a:avLst/>
            </a:prstGeom>
            <a:noFill/>
          </p:spPr>
          <p:txBody>
            <a:bodyPr wrap="square" rtlCol="0">
              <a:spAutoFit/>
            </a:bodyPr>
            <a:lstStyle/>
            <a:p>
              <a:pPr algn="ctr" fontAlgn="base">
                <a:spcBef>
                  <a:spcPct val="0"/>
                </a:spcBef>
                <a:spcAft>
                  <a:spcPct val="0"/>
                </a:spcAft>
              </a:pPr>
              <a:r>
                <a:rPr lang="zh-CN" altLang="en-US" sz="1600" b="1" dirty="0">
                  <a:solidFill>
                    <a:schemeClr val="bg1"/>
                  </a:solidFill>
                  <a:latin typeface="思源黑体" panose="020B0500000000000000" pitchFamily="34" charset="-122"/>
                  <a:ea typeface="思源黑体" panose="020B0500000000000000" pitchFamily="34" charset="-122"/>
                </a:rPr>
                <a:t>工作计划</a:t>
              </a:r>
              <a:endParaRPr lang="zh-CN" altLang="en-US" sz="1600" dirty="0">
                <a:solidFill>
                  <a:schemeClr val="bg1"/>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grpSp>
        <p:nvGrpSpPr>
          <p:cNvPr id="4" name="组合 3"/>
          <p:cNvGrpSpPr/>
          <p:nvPr/>
        </p:nvGrpSpPr>
        <p:grpSpPr>
          <a:xfrm>
            <a:off x="8509221" y="3111978"/>
            <a:ext cx="1663672" cy="1877114"/>
            <a:chOff x="8509221" y="3111978"/>
            <a:chExt cx="1663672" cy="1877114"/>
          </a:xfrm>
        </p:grpSpPr>
        <p:sp>
          <p:nvSpPr>
            <p:cNvPr id="41" name="Freeform 5"/>
            <p:cNvSpPr/>
            <p:nvPr/>
          </p:nvSpPr>
          <p:spPr bwMode="auto">
            <a:xfrm rot="5400000">
              <a:off x="8402500" y="3218699"/>
              <a:ext cx="1877114" cy="1663672"/>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C518E"/>
            </a:solidFill>
            <a:ln w="38100">
              <a:noFill/>
            </a:ln>
            <a:effectLst>
              <a:outerShdw blurRad="1905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solidFill>
                  <a:schemeClr val="bg1"/>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61" name="文本框 60"/>
            <p:cNvSpPr txBox="1"/>
            <p:nvPr/>
          </p:nvSpPr>
          <p:spPr>
            <a:xfrm>
              <a:off x="8583785" y="3668374"/>
              <a:ext cx="1478435" cy="523220"/>
            </a:xfrm>
            <a:prstGeom prst="rect">
              <a:avLst/>
            </a:prstGeom>
            <a:noFill/>
          </p:spPr>
          <p:txBody>
            <a:bodyPr wrap="square" rtlCol="0">
              <a:spAutoFit/>
            </a:bodyPr>
            <a:lstStyle/>
            <a:p>
              <a:pPr algn="ctr" defTabSz="914400" fontAlgn="base">
                <a:spcBef>
                  <a:spcPct val="0"/>
                </a:spcBef>
                <a:spcAft>
                  <a:spcPct val="0"/>
                </a:spcAft>
                <a:buFont typeface="Arial" panose="020B0604020202090204" pitchFamily="34" charset="0"/>
                <a:buNone/>
              </a:pPr>
              <a:r>
                <a:rPr lang="en-US" altLang="zh-CN" sz="2800" b="1" dirty="0">
                  <a:solidFill>
                    <a:schemeClr val="bg1"/>
                  </a:solidFill>
                  <a:latin typeface="思源黑体" panose="020B0500000000000000" pitchFamily="34" charset="-122"/>
                  <a:ea typeface="思源黑体" panose="020B0500000000000000" pitchFamily="34" charset="-122"/>
                  <a:sym typeface="思源黑体" panose="020B0500000000000000" pitchFamily="34" charset="-122"/>
                </a:rPr>
                <a:t>2</a:t>
              </a:r>
              <a:endParaRPr lang="zh-CN" altLang="en-US" sz="2800" b="1" dirty="0">
                <a:solidFill>
                  <a:schemeClr val="bg1"/>
                </a:solidFill>
                <a:latin typeface="思源黑体" panose="020B0500000000000000" pitchFamily="34" charset="-122"/>
                <a:ea typeface="思源黑体" panose="020B0500000000000000" pitchFamily="34" charset="-122"/>
                <a:sym typeface="思源黑体" panose="020B0500000000000000" pitchFamily="34" charset="-122"/>
              </a:endParaRPr>
            </a:p>
          </p:txBody>
        </p:sp>
        <p:sp>
          <p:nvSpPr>
            <p:cNvPr id="66" name="文本框 65"/>
            <p:cNvSpPr txBox="1"/>
            <p:nvPr/>
          </p:nvSpPr>
          <p:spPr>
            <a:xfrm>
              <a:off x="8604053" y="4228385"/>
              <a:ext cx="1501454" cy="338554"/>
            </a:xfrm>
            <a:prstGeom prst="rect">
              <a:avLst/>
            </a:prstGeom>
            <a:noFill/>
          </p:spPr>
          <p:txBody>
            <a:bodyPr wrap="square" rtlCol="0">
              <a:spAutoFit/>
            </a:bodyPr>
            <a:lstStyle/>
            <a:p>
              <a:pPr algn="ctr" fontAlgn="base">
                <a:spcBef>
                  <a:spcPct val="0"/>
                </a:spcBef>
                <a:spcAft>
                  <a:spcPct val="0"/>
                </a:spcAft>
              </a:pPr>
              <a:r>
                <a:rPr lang="zh-CN" altLang="en-US" sz="1600" b="1" dirty="0">
                  <a:solidFill>
                    <a:schemeClr val="bg1"/>
                  </a:solidFill>
                  <a:latin typeface="思源黑体" panose="020B0500000000000000" pitchFamily="34" charset="-122"/>
                  <a:ea typeface="思源黑体" panose="020B0500000000000000" pitchFamily="34" charset="-122"/>
                </a:rPr>
                <a:t>工作计划</a:t>
              </a:r>
              <a:endParaRPr lang="zh-CN" altLang="en-US" sz="1600" dirty="0">
                <a:solidFill>
                  <a:schemeClr val="bg1"/>
                </a:solidFill>
                <a:latin typeface="思源黑体" panose="020B0500000000000000" pitchFamily="34" charset="-122"/>
                <a:ea typeface="思源黑体" panose="020B0500000000000000" pitchFamily="34" charset="-122"/>
                <a:sym typeface="思源黑体" panose="020B0500000000000000"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53" presetClass="entr" presetSubtype="16" fill="hold" grpId="0" nodeType="afterEffect">
                                  <p:stCondLst>
                                    <p:cond delay="0"/>
                                  </p:stCondLst>
                                  <p:iterate type="wd">
                                    <p:tmPct val="3146"/>
                                  </p:iterate>
                                  <p:childTnLst>
                                    <p:set>
                                      <p:cBhvr>
                                        <p:cTn id="10" dur="1" fill="hold">
                                          <p:stCondLst>
                                            <p:cond delay="0"/>
                                          </p:stCondLst>
                                        </p:cTn>
                                        <p:tgtEl>
                                          <p:spTgt spid="37"/>
                                        </p:tgtEl>
                                        <p:attrNameLst>
                                          <p:attrName>style.visibility</p:attrName>
                                        </p:attrNameLst>
                                      </p:cBhvr>
                                      <p:to>
                                        <p:strVal val="visible"/>
                                      </p:to>
                                    </p:set>
                                    <p:anim calcmode="lin" valueType="num">
                                      <p:cBhvr>
                                        <p:cTn id="11" dur="500" fill="hold"/>
                                        <p:tgtEl>
                                          <p:spTgt spid="37"/>
                                        </p:tgtEl>
                                        <p:attrNameLst>
                                          <p:attrName>ppt_w</p:attrName>
                                        </p:attrNameLst>
                                      </p:cBhvr>
                                      <p:tavLst>
                                        <p:tav tm="0">
                                          <p:val>
                                            <p:fltVal val="0"/>
                                          </p:val>
                                        </p:tav>
                                        <p:tav tm="100000">
                                          <p:val>
                                            <p:strVal val="#ppt_w"/>
                                          </p:val>
                                        </p:tav>
                                      </p:tavLst>
                                    </p:anim>
                                    <p:anim calcmode="lin" valueType="num">
                                      <p:cBhvr>
                                        <p:cTn id="12" dur="500" fill="hold"/>
                                        <p:tgtEl>
                                          <p:spTgt spid="37"/>
                                        </p:tgtEl>
                                        <p:attrNameLst>
                                          <p:attrName>ppt_h</p:attrName>
                                        </p:attrNameLst>
                                      </p:cBhvr>
                                      <p:tavLst>
                                        <p:tav tm="0">
                                          <p:val>
                                            <p:fltVal val="0"/>
                                          </p:val>
                                        </p:tav>
                                        <p:tav tm="100000">
                                          <p:val>
                                            <p:strVal val="#ppt_h"/>
                                          </p:val>
                                        </p:tav>
                                      </p:tavLst>
                                    </p:anim>
                                    <p:animEffect transition="in" filter="fade">
                                      <p:cBhvr>
                                        <p:cTn id="13" dur="500"/>
                                        <p:tgtEl>
                                          <p:spTgt spid="37"/>
                                        </p:tgtEl>
                                      </p:cBhvr>
                                    </p:animEffect>
                                  </p:childTnLst>
                                </p:cTn>
                              </p:par>
                            </p:childTnLst>
                          </p:cTn>
                        </p:par>
                      </p:childTnLst>
                    </p:cTn>
                  </p:par>
                  <p:par>
                    <p:cTn id="14" fill="hold">
                      <p:stCondLst>
                        <p:cond delay="indefinite"/>
                      </p:stCondLst>
                      <p:childTnLst>
                        <p:par>
                          <p:cTn id="15" fill="hold">
                            <p:stCondLst>
                              <p:cond delay="0"/>
                            </p:stCondLst>
                            <p:childTnLst>
                              <p:par>
                                <p:cTn id="16" presetID="30" presetClass="entr" presetSubtype="0" fill="hold" nodeType="click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fade">
                                      <p:cBhvr>
                                        <p:cTn id="18" dur="800" decel="100000"/>
                                        <p:tgtEl>
                                          <p:spTgt spid="2"/>
                                        </p:tgtEl>
                                      </p:cBhvr>
                                    </p:animEffect>
                                    <p:anim calcmode="lin" valueType="num">
                                      <p:cBhvr>
                                        <p:cTn id="19" dur="800" decel="100000" fill="hold"/>
                                        <p:tgtEl>
                                          <p:spTgt spid="2"/>
                                        </p:tgtEl>
                                        <p:attrNameLst>
                                          <p:attrName>style.rotation</p:attrName>
                                        </p:attrNameLst>
                                      </p:cBhvr>
                                      <p:tavLst>
                                        <p:tav tm="0">
                                          <p:val>
                                            <p:fltVal val="-90"/>
                                          </p:val>
                                        </p:tav>
                                        <p:tav tm="100000">
                                          <p:val>
                                            <p:fltVal val="0"/>
                                          </p:val>
                                        </p:tav>
                                      </p:tavLst>
                                    </p:anim>
                                    <p:anim calcmode="lin" valueType="num">
                                      <p:cBhvr>
                                        <p:cTn id="20" dur="800" decel="100000" fill="hold"/>
                                        <p:tgtEl>
                                          <p:spTgt spid="2"/>
                                        </p:tgtEl>
                                        <p:attrNameLst>
                                          <p:attrName>ppt_x</p:attrName>
                                        </p:attrNameLst>
                                      </p:cBhvr>
                                      <p:tavLst>
                                        <p:tav tm="0">
                                          <p:val>
                                            <p:strVal val="#ppt_x+0.4"/>
                                          </p:val>
                                        </p:tav>
                                        <p:tav tm="100000">
                                          <p:val>
                                            <p:strVal val="#ppt_x-0.05"/>
                                          </p:val>
                                        </p:tav>
                                      </p:tavLst>
                                    </p:anim>
                                    <p:anim calcmode="lin" valueType="num">
                                      <p:cBhvr>
                                        <p:cTn id="21" dur="800" decel="100000" fill="hold"/>
                                        <p:tgtEl>
                                          <p:spTgt spid="2"/>
                                        </p:tgtEl>
                                        <p:attrNameLst>
                                          <p:attrName>ppt_y</p:attrName>
                                        </p:attrNameLst>
                                      </p:cBhvr>
                                      <p:tavLst>
                                        <p:tav tm="0">
                                          <p:val>
                                            <p:strVal val="#ppt_y-0.4"/>
                                          </p:val>
                                        </p:tav>
                                        <p:tav tm="100000">
                                          <p:val>
                                            <p:strVal val="#ppt_y+0.1"/>
                                          </p:val>
                                        </p:tav>
                                      </p:tavLst>
                                    </p:anim>
                                    <p:anim calcmode="lin" valueType="num">
                                      <p:cBhvr>
                                        <p:cTn id="22" dur="200" accel="100000" fill="hold">
                                          <p:stCondLst>
                                            <p:cond delay="800"/>
                                          </p:stCondLst>
                                        </p:cTn>
                                        <p:tgtEl>
                                          <p:spTgt spid="2"/>
                                        </p:tgtEl>
                                        <p:attrNameLst>
                                          <p:attrName>ppt_x</p:attrName>
                                        </p:attrNameLst>
                                      </p:cBhvr>
                                      <p:tavLst>
                                        <p:tav tm="0">
                                          <p:val>
                                            <p:strVal val="#ppt_x-0.05"/>
                                          </p:val>
                                        </p:tav>
                                        <p:tav tm="100000">
                                          <p:val>
                                            <p:strVal val="#ppt_x"/>
                                          </p:val>
                                        </p:tav>
                                      </p:tavLst>
                                    </p:anim>
                                    <p:anim calcmode="lin" valueType="num">
                                      <p:cBhvr>
                                        <p:cTn id="23" dur="200" accel="100000" fill="hold">
                                          <p:stCondLst>
                                            <p:cond delay="800"/>
                                          </p:stCondLst>
                                        </p:cTn>
                                        <p:tgtEl>
                                          <p:spTgt spid="2"/>
                                        </p:tgtEl>
                                        <p:attrNameLst>
                                          <p:attrName>ppt_y</p:attrName>
                                        </p:attrNameLst>
                                      </p:cBhvr>
                                      <p:tavLst>
                                        <p:tav tm="0">
                                          <p:val>
                                            <p:strVal val="#ppt_y+0.1"/>
                                          </p:val>
                                        </p:tav>
                                        <p:tav tm="100000">
                                          <p:val>
                                            <p:strVal val="#ppt_y"/>
                                          </p:val>
                                        </p:tav>
                                      </p:tavLst>
                                    </p:anim>
                                  </p:childTnLst>
                                </p:cTn>
                              </p:par>
                              <p:par>
                                <p:cTn id="24" presetID="30" presetClass="entr" presetSubtype="0" fill="hold" nodeType="withEffect">
                                  <p:stCondLst>
                                    <p:cond delay="0"/>
                                  </p:stCondLst>
                                  <p:childTnLst>
                                    <p:set>
                                      <p:cBhvr>
                                        <p:cTn id="25" dur="1" fill="hold">
                                          <p:stCondLst>
                                            <p:cond delay="0"/>
                                          </p:stCondLst>
                                        </p:cTn>
                                        <p:tgtEl>
                                          <p:spTgt spid="3"/>
                                        </p:tgtEl>
                                        <p:attrNameLst>
                                          <p:attrName>style.visibility</p:attrName>
                                        </p:attrNameLst>
                                      </p:cBhvr>
                                      <p:to>
                                        <p:strVal val="visible"/>
                                      </p:to>
                                    </p:set>
                                    <p:animEffect transition="in" filter="fade">
                                      <p:cBhvr>
                                        <p:cTn id="26" dur="800" decel="100000"/>
                                        <p:tgtEl>
                                          <p:spTgt spid="3"/>
                                        </p:tgtEl>
                                      </p:cBhvr>
                                    </p:animEffect>
                                    <p:anim calcmode="lin" valueType="num">
                                      <p:cBhvr>
                                        <p:cTn id="27" dur="800" decel="100000" fill="hold"/>
                                        <p:tgtEl>
                                          <p:spTgt spid="3"/>
                                        </p:tgtEl>
                                        <p:attrNameLst>
                                          <p:attrName>style.rotation</p:attrName>
                                        </p:attrNameLst>
                                      </p:cBhvr>
                                      <p:tavLst>
                                        <p:tav tm="0">
                                          <p:val>
                                            <p:fltVal val="-90"/>
                                          </p:val>
                                        </p:tav>
                                        <p:tav tm="100000">
                                          <p:val>
                                            <p:fltVal val="0"/>
                                          </p:val>
                                        </p:tav>
                                      </p:tavLst>
                                    </p:anim>
                                    <p:anim calcmode="lin" valueType="num">
                                      <p:cBhvr>
                                        <p:cTn id="28" dur="800" decel="100000" fill="hold"/>
                                        <p:tgtEl>
                                          <p:spTgt spid="3"/>
                                        </p:tgtEl>
                                        <p:attrNameLst>
                                          <p:attrName>ppt_x</p:attrName>
                                        </p:attrNameLst>
                                      </p:cBhvr>
                                      <p:tavLst>
                                        <p:tav tm="0">
                                          <p:val>
                                            <p:strVal val="#ppt_x+0.4"/>
                                          </p:val>
                                        </p:tav>
                                        <p:tav tm="100000">
                                          <p:val>
                                            <p:strVal val="#ppt_x-0.05"/>
                                          </p:val>
                                        </p:tav>
                                      </p:tavLst>
                                    </p:anim>
                                    <p:anim calcmode="lin" valueType="num">
                                      <p:cBhvr>
                                        <p:cTn id="29" dur="800" decel="100000" fill="hold"/>
                                        <p:tgtEl>
                                          <p:spTgt spid="3"/>
                                        </p:tgtEl>
                                        <p:attrNameLst>
                                          <p:attrName>ppt_y</p:attrName>
                                        </p:attrNameLst>
                                      </p:cBhvr>
                                      <p:tavLst>
                                        <p:tav tm="0">
                                          <p:val>
                                            <p:strVal val="#ppt_y-0.4"/>
                                          </p:val>
                                        </p:tav>
                                        <p:tav tm="100000">
                                          <p:val>
                                            <p:strVal val="#ppt_y+0.1"/>
                                          </p:val>
                                        </p:tav>
                                      </p:tavLst>
                                    </p:anim>
                                    <p:anim calcmode="lin" valueType="num">
                                      <p:cBhvr>
                                        <p:cTn id="30" dur="200" accel="100000" fill="hold">
                                          <p:stCondLst>
                                            <p:cond delay="800"/>
                                          </p:stCondLst>
                                        </p:cTn>
                                        <p:tgtEl>
                                          <p:spTgt spid="3"/>
                                        </p:tgtEl>
                                        <p:attrNameLst>
                                          <p:attrName>ppt_x</p:attrName>
                                        </p:attrNameLst>
                                      </p:cBhvr>
                                      <p:tavLst>
                                        <p:tav tm="0">
                                          <p:val>
                                            <p:strVal val="#ppt_x-0.05"/>
                                          </p:val>
                                        </p:tav>
                                        <p:tav tm="100000">
                                          <p:val>
                                            <p:strVal val="#ppt_x"/>
                                          </p:val>
                                        </p:tav>
                                      </p:tavLst>
                                    </p:anim>
                                    <p:anim calcmode="lin" valueType="num">
                                      <p:cBhvr>
                                        <p:cTn id="31" dur="200" accel="100000" fill="hold">
                                          <p:stCondLst>
                                            <p:cond delay="800"/>
                                          </p:stCondLst>
                                        </p:cTn>
                                        <p:tgtEl>
                                          <p:spTgt spid="3"/>
                                        </p:tgtEl>
                                        <p:attrNameLst>
                                          <p:attrName>ppt_y</p:attrName>
                                        </p:attrNameLst>
                                      </p:cBhvr>
                                      <p:tavLst>
                                        <p:tav tm="0">
                                          <p:val>
                                            <p:strVal val="#ppt_y+0.1"/>
                                          </p:val>
                                        </p:tav>
                                        <p:tav tm="100000">
                                          <p:val>
                                            <p:strVal val="#ppt_y"/>
                                          </p:val>
                                        </p:tav>
                                      </p:tavLst>
                                    </p:anim>
                                  </p:childTnLst>
                                </p:cTn>
                              </p:par>
                              <p:par>
                                <p:cTn id="32" presetID="30" presetClass="entr" presetSubtype="0" fill="hold" nodeType="withEffect">
                                  <p:stCondLst>
                                    <p:cond delay="0"/>
                                  </p:stCondLst>
                                  <p:childTnLst>
                                    <p:set>
                                      <p:cBhvr>
                                        <p:cTn id="33" dur="1" fill="hold">
                                          <p:stCondLst>
                                            <p:cond delay="0"/>
                                          </p:stCondLst>
                                        </p:cTn>
                                        <p:tgtEl>
                                          <p:spTgt spid="4"/>
                                        </p:tgtEl>
                                        <p:attrNameLst>
                                          <p:attrName>style.visibility</p:attrName>
                                        </p:attrNameLst>
                                      </p:cBhvr>
                                      <p:to>
                                        <p:strVal val="visible"/>
                                      </p:to>
                                    </p:set>
                                    <p:animEffect transition="in" filter="fade">
                                      <p:cBhvr>
                                        <p:cTn id="34" dur="800" decel="100000"/>
                                        <p:tgtEl>
                                          <p:spTgt spid="4"/>
                                        </p:tgtEl>
                                      </p:cBhvr>
                                    </p:animEffect>
                                    <p:anim calcmode="lin" valueType="num">
                                      <p:cBhvr>
                                        <p:cTn id="35" dur="800" decel="100000" fill="hold"/>
                                        <p:tgtEl>
                                          <p:spTgt spid="4"/>
                                        </p:tgtEl>
                                        <p:attrNameLst>
                                          <p:attrName>style.rotation</p:attrName>
                                        </p:attrNameLst>
                                      </p:cBhvr>
                                      <p:tavLst>
                                        <p:tav tm="0">
                                          <p:val>
                                            <p:fltVal val="-90"/>
                                          </p:val>
                                        </p:tav>
                                        <p:tav tm="100000">
                                          <p:val>
                                            <p:fltVal val="0"/>
                                          </p:val>
                                        </p:tav>
                                      </p:tavLst>
                                    </p:anim>
                                    <p:anim calcmode="lin" valueType="num">
                                      <p:cBhvr>
                                        <p:cTn id="36" dur="800" decel="100000" fill="hold"/>
                                        <p:tgtEl>
                                          <p:spTgt spid="4"/>
                                        </p:tgtEl>
                                        <p:attrNameLst>
                                          <p:attrName>ppt_x</p:attrName>
                                        </p:attrNameLst>
                                      </p:cBhvr>
                                      <p:tavLst>
                                        <p:tav tm="0">
                                          <p:val>
                                            <p:strVal val="#ppt_x+0.4"/>
                                          </p:val>
                                        </p:tav>
                                        <p:tav tm="100000">
                                          <p:val>
                                            <p:strVal val="#ppt_x-0.05"/>
                                          </p:val>
                                        </p:tav>
                                      </p:tavLst>
                                    </p:anim>
                                    <p:anim calcmode="lin" valueType="num">
                                      <p:cBhvr>
                                        <p:cTn id="37" dur="800" decel="100000" fill="hold"/>
                                        <p:tgtEl>
                                          <p:spTgt spid="4"/>
                                        </p:tgtEl>
                                        <p:attrNameLst>
                                          <p:attrName>ppt_y</p:attrName>
                                        </p:attrNameLst>
                                      </p:cBhvr>
                                      <p:tavLst>
                                        <p:tav tm="0">
                                          <p:val>
                                            <p:strVal val="#ppt_y-0.4"/>
                                          </p:val>
                                        </p:tav>
                                        <p:tav tm="100000">
                                          <p:val>
                                            <p:strVal val="#ppt_y+0.1"/>
                                          </p:val>
                                        </p:tav>
                                      </p:tavLst>
                                    </p:anim>
                                    <p:anim calcmode="lin" valueType="num">
                                      <p:cBhvr>
                                        <p:cTn id="38" dur="200" accel="100000" fill="hold">
                                          <p:stCondLst>
                                            <p:cond delay="800"/>
                                          </p:stCondLst>
                                        </p:cTn>
                                        <p:tgtEl>
                                          <p:spTgt spid="4"/>
                                        </p:tgtEl>
                                        <p:attrNameLst>
                                          <p:attrName>ppt_x</p:attrName>
                                        </p:attrNameLst>
                                      </p:cBhvr>
                                      <p:tavLst>
                                        <p:tav tm="0">
                                          <p:val>
                                            <p:strVal val="#ppt_x-0.05"/>
                                          </p:val>
                                        </p:tav>
                                        <p:tav tm="100000">
                                          <p:val>
                                            <p:strVal val="#ppt_x"/>
                                          </p:val>
                                        </p:tav>
                                      </p:tavLst>
                                    </p:anim>
                                    <p:anim calcmode="lin" valueType="num">
                                      <p:cBhvr>
                                        <p:cTn id="39" dur="200" accel="100000" fill="hold">
                                          <p:stCondLst>
                                            <p:cond delay="800"/>
                                          </p:stCondLst>
                                        </p:cTn>
                                        <p:tgtEl>
                                          <p:spTgt spid="4"/>
                                        </p:tgtEl>
                                        <p:attrNameLst>
                                          <p:attrName>ppt_y</p:attrName>
                                        </p:attrNameLst>
                                      </p:cBhvr>
                                      <p:tavLst>
                                        <p:tav tm="0">
                                          <p:val>
                                            <p:strVal val="#ppt_y+0.1"/>
                                          </p:val>
                                        </p:tav>
                                        <p:tav tm="100000">
                                          <p:val>
                                            <p:strVal val="#ppt_y"/>
                                          </p:val>
                                        </p:tav>
                                      </p:tavLst>
                                    </p:anim>
                                  </p:childTnLst>
                                </p:cTn>
                              </p:par>
                            </p:childTnLst>
                          </p:cTn>
                        </p:par>
                        <p:par>
                          <p:cTn id="40" fill="hold">
                            <p:stCondLst>
                              <p:cond delay="1000"/>
                            </p:stCondLst>
                            <p:childTnLst>
                              <p:par>
                                <p:cTn id="41" presetID="22" presetClass="entr" presetSubtype="8" fill="hold" nodeType="afterEffect">
                                  <p:stCondLst>
                                    <p:cond delay="0"/>
                                  </p:stCondLst>
                                  <p:childTnLst>
                                    <p:set>
                                      <p:cBhvr>
                                        <p:cTn id="42" dur="1" fill="hold">
                                          <p:stCondLst>
                                            <p:cond delay="0"/>
                                          </p:stCondLst>
                                        </p:cTn>
                                        <p:tgtEl>
                                          <p:spTgt spid="42"/>
                                        </p:tgtEl>
                                        <p:attrNameLst>
                                          <p:attrName>style.visibility</p:attrName>
                                        </p:attrNameLst>
                                      </p:cBhvr>
                                      <p:to>
                                        <p:strVal val="visible"/>
                                      </p:to>
                                    </p:set>
                                    <p:animEffect transition="in" filter="wipe(left)">
                                      <p:cBhvr>
                                        <p:cTn id="43" dur="500"/>
                                        <p:tgtEl>
                                          <p:spTgt spid="42"/>
                                        </p:tgtEl>
                                      </p:cBhvr>
                                    </p:animEffect>
                                  </p:childTnLst>
                                </p:cTn>
                              </p:par>
                            </p:childTnLst>
                          </p:cTn>
                        </p:par>
                        <p:par>
                          <p:cTn id="44" fill="hold">
                            <p:stCondLst>
                              <p:cond delay="1500"/>
                            </p:stCondLst>
                            <p:childTnLst>
                              <p:par>
                                <p:cTn id="45" presetID="22" presetClass="entr" presetSubtype="8" fill="hold" nodeType="afterEffect">
                                  <p:stCondLst>
                                    <p:cond delay="0"/>
                                  </p:stCondLst>
                                  <p:childTnLst>
                                    <p:set>
                                      <p:cBhvr>
                                        <p:cTn id="46" dur="1" fill="hold">
                                          <p:stCondLst>
                                            <p:cond delay="0"/>
                                          </p:stCondLst>
                                        </p:cTn>
                                        <p:tgtEl>
                                          <p:spTgt spid="50"/>
                                        </p:tgtEl>
                                        <p:attrNameLst>
                                          <p:attrName>style.visibility</p:attrName>
                                        </p:attrNameLst>
                                      </p:cBhvr>
                                      <p:to>
                                        <p:strVal val="visible"/>
                                      </p:to>
                                    </p:set>
                                    <p:animEffect transition="in" filter="wipe(left)">
                                      <p:cBhvr>
                                        <p:cTn id="47" dur="500"/>
                                        <p:tgtEl>
                                          <p:spTgt spid="50"/>
                                        </p:tgtEl>
                                      </p:cBhvr>
                                    </p:animEffect>
                                  </p:childTnLst>
                                </p:cTn>
                              </p:par>
                            </p:childTnLst>
                          </p:cTn>
                        </p:par>
                        <p:par>
                          <p:cTn id="48" fill="hold">
                            <p:stCondLst>
                              <p:cond delay="2000"/>
                            </p:stCondLst>
                            <p:childTnLst>
                              <p:par>
                                <p:cTn id="49" presetID="2" presetClass="entr" presetSubtype="4" fill="hold" grpId="0" nodeType="afterEffect">
                                  <p:stCondLst>
                                    <p:cond delay="0"/>
                                  </p:stCondLst>
                                  <p:childTnLst>
                                    <p:set>
                                      <p:cBhvr>
                                        <p:cTn id="50" dur="1" fill="hold">
                                          <p:stCondLst>
                                            <p:cond delay="0"/>
                                          </p:stCondLst>
                                        </p:cTn>
                                        <p:tgtEl>
                                          <p:spTgt spid="33"/>
                                        </p:tgtEl>
                                        <p:attrNameLst>
                                          <p:attrName>style.visibility</p:attrName>
                                        </p:attrNameLst>
                                      </p:cBhvr>
                                      <p:to>
                                        <p:strVal val="visible"/>
                                      </p:to>
                                    </p:set>
                                    <p:anim calcmode="lin" valueType="num">
                                      <p:cBhvr additive="base">
                                        <p:cTn id="51" dur="500" fill="hold"/>
                                        <p:tgtEl>
                                          <p:spTgt spid="33"/>
                                        </p:tgtEl>
                                        <p:attrNameLst>
                                          <p:attrName>ppt_x</p:attrName>
                                        </p:attrNameLst>
                                      </p:cBhvr>
                                      <p:tavLst>
                                        <p:tav tm="0">
                                          <p:val>
                                            <p:strVal val="#ppt_x"/>
                                          </p:val>
                                        </p:tav>
                                        <p:tav tm="100000">
                                          <p:val>
                                            <p:strVal val="#ppt_x"/>
                                          </p:val>
                                        </p:tav>
                                      </p:tavLst>
                                    </p:anim>
                                    <p:anim calcmode="lin" valueType="num">
                                      <p:cBhvr additive="base">
                                        <p:cTn id="52" dur="500" fill="hold"/>
                                        <p:tgtEl>
                                          <p:spTgt spid="33"/>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34"/>
                                        </p:tgtEl>
                                        <p:attrNameLst>
                                          <p:attrName>style.visibility</p:attrName>
                                        </p:attrNameLst>
                                      </p:cBhvr>
                                      <p:to>
                                        <p:strVal val="visible"/>
                                      </p:to>
                                    </p:set>
                                    <p:anim calcmode="lin" valueType="num">
                                      <p:cBhvr additive="base">
                                        <p:cTn id="55" dur="500" fill="hold"/>
                                        <p:tgtEl>
                                          <p:spTgt spid="34"/>
                                        </p:tgtEl>
                                        <p:attrNameLst>
                                          <p:attrName>ppt_x</p:attrName>
                                        </p:attrNameLst>
                                      </p:cBhvr>
                                      <p:tavLst>
                                        <p:tav tm="0">
                                          <p:val>
                                            <p:strVal val="#ppt_x"/>
                                          </p:val>
                                        </p:tav>
                                        <p:tav tm="100000">
                                          <p:val>
                                            <p:strVal val="#ppt_x"/>
                                          </p:val>
                                        </p:tav>
                                      </p:tavLst>
                                    </p:anim>
                                    <p:anim calcmode="lin" valueType="num">
                                      <p:cBhvr additive="base">
                                        <p:cTn id="56" dur="500" fill="hold"/>
                                        <p:tgtEl>
                                          <p:spTgt spid="34"/>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35"/>
                                        </p:tgtEl>
                                        <p:attrNameLst>
                                          <p:attrName>style.visibility</p:attrName>
                                        </p:attrNameLst>
                                      </p:cBhvr>
                                      <p:to>
                                        <p:strVal val="visible"/>
                                      </p:to>
                                    </p:set>
                                    <p:anim calcmode="lin" valueType="num">
                                      <p:cBhvr additive="base">
                                        <p:cTn id="59" dur="500" fill="hold"/>
                                        <p:tgtEl>
                                          <p:spTgt spid="35"/>
                                        </p:tgtEl>
                                        <p:attrNameLst>
                                          <p:attrName>ppt_x</p:attrName>
                                        </p:attrNameLst>
                                      </p:cBhvr>
                                      <p:tavLst>
                                        <p:tav tm="0">
                                          <p:val>
                                            <p:strVal val="#ppt_x"/>
                                          </p:val>
                                        </p:tav>
                                        <p:tav tm="100000">
                                          <p:val>
                                            <p:strVal val="#ppt_x"/>
                                          </p:val>
                                        </p:tav>
                                      </p:tavLst>
                                    </p:anim>
                                    <p:anim calcmode="lin" valueType="num">
                                      <p:cBhvr additive="base">
                                        <p:cTn id="60" dur="500" fill="hold"/>
                                        <p:tgtEl>
                                          <p:spTgt spid="3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4" grpId="0"/>
      <p:bldP spid="35" grpId="0"/>
      <p:bldP spid="37"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1">
            <a:extLst>
              <a:ext uri="{BEBA8EAE-BF5A-486C-A8C5-ECC9F3942E4B}">
                <a14:imgProps xmlns:a14="http://schemas.microsoft.com/office/drawing/2010/main">
                  <a14:imgLayer r:embed="rId2">
                    <a14:imgEffect>
                      <a14:brightnessContrast contrast="40000"/>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1" y="0"/>
            <a:ext cx="12191999" cy="6858000"/>
          </a:xfrm>
          <a:prstGeom prst="rect">
            <a:avLst/>
          </a:prstGeom>
        </p:spPr>
      </p:pic>
      <p:sp>
        <p:nvSpPr>
          <p:cNvPr id="46" name="矩形 45"/>
          <p:cNvSpPr/>
          <p:nvPr/>
        </p:nvSpPr>
        <p:spPr>
          <a:xfrm>
            <a:off x="3822885" y="2622980"/>
            <a:ext cx="7299394" cy="1107996"/>
          </a:xfrm>
          <a:prstGeom prst="rect">
            <a:avLst/>
          </a:prstGeom>
          <a:noFill/>
          <a:effectLst/>
        </p:spPr>
        <p:txBody>
          <a:bodyPr wrap="square" rtlCol="0">
            <a:spAutoFit/>
          </a:bodyPr>
          <a:lstStyle/>
          <a:p>
            <a:r>
              <a:rPr lang="zh-CN" altLang="en-US" sz="6600" b="1" dirty="0">
                <a:solidFill>
                  <a:srgbClr val="2C518E"/>
                </a:solidFill>
                <a:latin typeface="思源黑体" panose="020B0500000000000000" pitchFamily="34" charset="-122"/>
                <a:ea typeface="思源黑体" panose="020B0500000000000000" pitchFamily="34" charset="-122"/>
              </a:rPr>
              <a:t>汇报完毕 感谢观看！</a:t>
            </a:r>
            <a:endParaRPr lang="zh-CN" altLang="en-US" sz="6600" b="1" dirty="0">
              <a:solidFill>
                <a:srgbClr val="2C518E"/>
              </a:solidFill>
              <a:latin typeface="思源黑体" panose="020B0500000000000000" pitchFamily="34" charset="-122"/>
              <a:ea typeface="思源黑体" panose="020B0500000000000000" pitchFamily="34" charset="-122"/>
            </a:endParaRPr>
          </a:p>
        </p:txBody>
      </p:sp>
      <p:grpSp>
        <p:nvGrpSpPr>
          <p:cNvPr id="50" name="组合 49"/>
          <p:cNvGrpSpPr/>
          <p:nvPr/>
        </p:nvGrpSpPr>
        <p:grpSpPr>
          <a:xfrm>
            <a:off x="5068912" y="4815018"/>
            <a:ext cx="2047002" cy="335372"/>
            <a:chOff x="4902199" y="3898899"/>
            <a:chExt cx="2387602" cy="375420"/>
          </a:xfrm>
          <a:solidFill>
            <a:srgbClr val="50738E"/>
          </a:solidFill>
          <a:effectLst/>
        </p:grpSpPr>
        <p:sp>
          <p:nvSpPr>
            <p:cNvPr id="51" name="PA_圆角矩形 7"/>
            <p:cNvSpPr/>
            <p:nvPr>
              <p:custDataLst>
                <p:tags r:id="rId3"/>
              </p:custDataLst>
            </p:nvPr>
          </p:nvSpPr>
          <p:spPr>
            <a:xfrm>
              <a:off x="4902199" y="3898899"/>
              <a:ext cx="2387602" cy="375420"/>
            </a:xfrm>
            <a:prstGeom prst="roundRect">
              <a:avLst>
                <a:gd name="adj" fmla="val 50000"/>
              </a:avLst>
            </a:prstGeom>
            <a:solidFill>
              <a:srgbClr val="2C518E"/>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200" dirty="0">
                <a:solidFill>
                  <a:schemeClr val="bg1"/>
                </a:solidFill>
                <a:latin typeface="思源黑体" panose="020B0500000000000000" pitchFamily="34" charset="-122"/>
                <a:ea typeface="思源黑体" panose="020B0500000000000000" pitchFamily="34" charset="-122"/>
                <a:cs typeface="+mn-ea"/>
                <a:sym typeface="+mn-lt"/>
              </a:endParaRPr>
            </a:p>
          </p:txBody>
        </p:sp>
        <p:sp>
          <p:nvSpPr>
            <p:cNvPr id="52" name="PA_文本框 6"/>
            <p:cNvSpPr txBox="1"/>
            <p:nvPr>
              <p:custDataLst>
                <p:tags r:id="rId4"/>
              </p:custDataLst>
            </p:nvPr>
          </p:nvSpPr>
          <p:spPr>
            <a:xfrm>
              <a:off x="5061172" y="3917332"/>
              <a:ext cx="2179464" cy="356986"/>
            </a:xfrm>
            <a:prstGeom prst="rect">
              <a:avLst/>
            </a:prstGeom>
            <a:noFill/>
          </p:spPr>
          <p:txBody>
            <a:bodyPr wrap="square" rtlCol="0">
              <a:spAutoFit/>
            </a:bodyPr>
            <a:lstStyle/>
            <a:p>
              <a:pPr algn="ctr"/>
              <a:r>
                <a:rPr lang="zh-CN" altLang="en-US" sz="1400" dirty="0">
                  <a:solidFill>
                    <a:schemeClr val="bg1"/>
                  </a:solidFill>
                  <a:latin typeface="思源黑体" panose="020B0500000000000000" pitchFamily="34" charset="-122"/>
                  <a:ea typeface="思源黑体" panose="020B0500000000000000" pitchFamily="34" charset="-122"/>
                  <a:cs typeface="+mn-ea"/>
                  <a:sym typeface="+mn-lt"/>
                </a:rPr>
                <a:t>汇报人：觅知</a:t>
              </a:r>
              <a:endParaRPr lang="zh-CN" altLang="en-US" sz="1400" dirty="0">
                <a:solidFill>
                  <a:schemeClr val="bg1"/>
                </a:solidFill>
                <a:latin typeface="思源黑体" panose="020B0500000000000000" pitchFamily="34" charset="-122"/>
                <a:ea typeface="思源黑体" panose="020B0500000000000000" pitchFamily="34" charset="-122"/>
                <a:cs typeface="+mn-ea"/>
                <a:sym typeface="+mn-lt"/>
              </a:endParaRPr>
            </a:p>
          </p:txBody>
        </p:sp>
      </p:grpSp>
      <p:sp>
        <p:nvSpPr>
          <p:cNvPr id="54" name="PA_文本框 12"/>
          <p:cNvSpPr txBox="1">
            <a:spLocks noChangeArrowheads="1"/>
          </p:cNvSpPr>
          <p:nvPr>
            <p:custDataLst>
              <p:tags r:id="rId5"/>
            </p:custDataLst>
          </p:nvPr>
        </p:nvSpPr>
        <p:spPr bwMode="auto">
          <a:xfrm>
            <a:off x="4526919" y="3903255"/>
            <a:ext cx="608582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Calibri" panose="020F0502020204030204" pitchFamily="34" charset="0"/>
                <a:ea typeface="宋体" pitchFamily="2" charset="-122"/>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chemeClr val="tx1">
                    <a:lumMod val="75000"/>
                    <a:lumOff val="25000"/>
                  </a:schemeClr>
                </a:solidFill>
                <a:effectLst>
                  <a:outerShdw dist="38100" sx="1000" sy="1000" algn="tl">
                    <a:srgbClr val="000000"/>
                  </a:outerShdw>
                </a:effectLst>
                <a:uLnTx/>
                <a:uFillTx/>
                <a:latin typeface="思源黑体" panose="020B0500000000000000" pitchFamily="34" charset="-122"/>
                <a:ea typeface="思源黑体" panose="020B0500000000000000" pitchFamily="34" charset="-122"/>
              </a:rPr>
              <a:t>工作总结</a:t>
            </a:r>
            <a:r>
              <a:rPr kumimoji="0" lang="en-US" altLang="zh-CN" sz="2000" b="1" i="0" u="none" strike="noStrike" kern="1200" cap="none" spc="0" normalizeH="0" baseline="0" noProof="0" dirty="0">
                <a:ln>
                  <a:noFill/>
                </a:ln>
                <a:solidFill>
                  <a:schemeClr val="tx1">
                    <a:lumMod val="75000"/>
                    <a:lumOff val="25000"/>
                  </a:schemeClr>
                </a:solidFill>
                <a:effectLst>
                  <a:outerShdw dist="38100" sx="1000" sy="1000" algn="tl">
                    <a:srgbClr val="000000"/>
                  </a:outerShdw>
                </a:effectLst>
                <a:uLnTx/>
                <a:uFillTx/>
                <a:latin typeface="思源黑体" panose="020B0500000000000000" pitchFamily="34" charset="-122"/>
                <a:ea typeface="思源黑体" panose="020B0500000000000000" pitchFamily="34" charset="-122"/>
              </a:rPr>
              <a:t>/</a:t>
            </a:r>
            <a:r>
              <a:rPr kumimoji="0" lang="zh-CN" altLang="en-US" sz="2000" b="1" i="0" u="none" strike="noStrike" kern="1200" cap="none" spc="0" normalizeH="0" baseline="0" noProof="0" dirty="0">
                <a:ln>
                  <a:noFill/>
                </a:ln>
                <a:solidFill>
                  <a:schemeClr val="tx1">
                    <a:lumMod val="75000"/>
                    <a:lumOff val="25000"/>
                  </a:schemeClr>
                </a:solidFill>
                <a:effectLst>
                  <a:outerShdw dist="38100" sx="1000" sy="1000" algn="tl">
                    <a:srgbClr val="000000"/>
                  </a:outerShdw>
                </a:effectLst>
                <a:uLnTx/>
                <a:uFillTx/>
                <a:latin typeface="思源黑体" panose="020B0500000000000000" pitchFamily="34" charset="-122"/>
                <a:ea typeface="思源黑体" panose="020B0500000000000000" pitchFamily="34" charset="-122"/>
              </a:rPr>
              <a:t>工作汇报</a:t>
            </a:r>
            <a:r>
              <a:rPr kumimoji="0" lang="en-US" altLang="zh-CN" sz="2000" b="1" i="0" u="none" strike="noStrike" kern="1200" cap="none" spc="0" normalizeH="0" baseline="0" noProof="0" dirty="0">
                <a:ln>
                  <a:noFill/>
                </a:ln>
                <a:solidFill>
                  <a:schemeClr val="tx1">
                    <a:lumMod val="75000"/>
                    <a:lumOff val="25000"/>
                  </a:schemeClr>
                </a:solidFill>
                <a:effectLst>
                  <a:outerShdw dist="38100" sx="1000" sy="1000" algn="tl">
                    <a:srgbClr val="000000"/>
                  </a:outerShdw>
                </a:effectLst>
                <a:uLnTx/>
                <a:uFillTx/>
                <a:latin typeface="思源黑体" panose="020B0500000000000000" pitchFamily="34" charset="-122"/>
                <a:ea typeface="思源黑体" panose="020B0500000000000000" pitchFamily="34" charset="-122"/>
              </a:rPr>
              <a:t>/</a:t>
            </a:r>
            <a:r>
              <a:rPr kumimoji="0" lang="zh-CN" altLang="en-US" sz="2000" b="1" i="0" u="none" strike="noStrike" kern="1200" cap="none" spc="0" normalizeH="0" baseline="0" noProof="0" dirty="0">
                <a:ln>
                  <a:noFill/>
                </a:ln>
                <a:solidFill>
                  <a:schemeClr val="tx1">
                    <a:lumMod val="75000"/>
                    <a:lumOff val="25000"/>
                  </a:schemeClr>
                </a:solidFill>
                <a:effectLst>
                  <a:outerShdw dist="38100" sx="1000" sy="1000" algn="tl">
                    <a:srgbClr val="000000"/>
                  </a:outerShdw>
                </a:effectLst>
                <a:uLnTx/>
                <a:uFillTx/>
                <a:latin typeface="思源黑体" panose="020B0500000000000000" pitchFamily="34" charset="-122"/>
                <a:ea typeface="思源黑体" panose="020B0500000000000000" pitchFamily="34" charset="-122"/>
              </a:rPr>
              <a:t>岗位竞聘</a:t>
            </a:r>
            <a:r>
              <a:rPr kumimoji="0" lang="en-US" altLang="zh-CN" sz="2000" b="1" i="0" u="none" strike="noStrike" kern="1200" cap="none" spc="0" normalizeH="0" baseline="0" noProof="0" dirty="0">
                <a:ln>
                  <a:noFill/>
                </a:ln>
                <a:solidFill>
                  <a:schemeClr val="tx1">
                    <a:lumMod val="75000"/>
                    <a:lumOff val="25000"/>
                  </a:schemeClr>
                </a:solidFill>
                <a:effectLst>
                  <a:outerShdw dist="38100" sx="1000" sy="1000" algn="tl">
                    <a:srgbClr val="000000"/>
                  </a:outerShdw>
                </a:effectLst>
                <a:uLnTx/>
                <a:uFillTx/>
                <a:latin typeface="思源黑体" panose="020B0500000000000000" pitchFamily="34" charset="-122"/>
                <a:ea typeface="思源黑体" panose="020B0500000000000000" pitchFamily="34" charset="-122"/>
              </a:rPr>
              <a:t>/</a:t>
            </a:r>
            <a:r>
              <a:rPr kumimoji="0" lang="zh-CN" altLang="en-US" sz="2000" b="1" i="0" u="none" strike="noStrike" kern="1200" cap="none" spc="0" normalizeH="0" baseline="0" noProof="0" dirty="0">
                <a:ln>
                  <a:noFill/>
                </a:ln>
                <a:solidFill>
                  <a:schemeClr val="tx1">
                    <a:lumMod val="75000"/>
                    <a:lumOff val="25000"/>
                  </a:schemeClr>
                </a:solidFill>
                <a:effectLst>
                  <a:outerShdw dist="38100" sx="1000" sy="1000" algn="tl">
                    <a:srgbClr val="000000"/>
                  </a:outerShdw>
                </a:effectLst>
                <a:uLnTx/>
                <a:uFillTx/>
                <a:latin typeface="思源黑体" panose="020B0500000000000000" pitchFamily="34" charset="-122"/>
                <a:ea typeface="思源黑体" panose="020B0500000000000000" pitchFamily="34" charset="-122"/>
              </a:rPr>
              <a:t>述职报告</a:t>
            </a:r>
            <a:endParaRPr kumimoji="0" lang="zh-CN" altLang="zh-CN" sz="2000" b="1" i="0" u="none" strike="noStrike" kern="1200" cap="none" spc="0" normalizeH="0" baseline="0" noProof="0" dirty="0">
              <a:ln>
                <a:noFill/>
              </a:ln>
              <a:solidFill>
                <a:schemeClr val="tx1">
                  <a:lumMod val="75000"/>
                  <a:lumOff val="25000"/>
                </a:schemeClr>
              </a:solidFill>
              <a:effectLst>
                <a:outerShdw dist="38100" sx="1000" sy="1000" algn="tl">
                  <a:srgbClr val="000000"/>
                </a:outerShdw>
              </a:effectLst>
              <a:uLnTx/>
              <a:uFillTx/>
              <a:latin typeface="思源黑体" panose="020B0500000000000000" pitchFamily="34" charset="-122"/>
              <a:ea typeface="思源黑体" panose="020B0500000000000000" pitchFamily="34" charset="-122"/>
            </a:endParaRPr>
          </a:p>
        </p:txBody>
      </p:sp>
      <p:grpSp>
        <p:nvGrpSpPr>
          <p:cNvPr id="3" name="组合 2"/>
          <p:cNvGrpSpPr/>
          <p:nvPr/>
        </p:nvGrpSpPr>
        <p:grpSpPr>
          <a:xfrm>
            <a:off x="3942812" y="1374277"/>
            <a:ext cx="7287044" cy="1177245"/>
            <a:chOff x="3635398" y="1837379"/>
            <a:chExt cx="7287044" cy="1177245"/>
          </a:xfrm>
        </p:grpSpPr>
        <p:sp>
          <p:nvSpPr>
            <p:cNvPr id="49" name="PA_文本框 12"/>
            <p:cNvSpPr txBox="1">
              <a:spLocks noChangeArrowheads="1"/>
            </p:cNvSpPr>
            <p:nvPr>
              <p:custDataLst>
                <p:tags r:id="rId6"/>
              </p:custDataLst>
            </p:nvPr>
          </p:nvSpPr>
          <p:spPr bwMode="auto">
            <a:xfrm>
              <a:off x="5604075" y="2214945"/>
              <a:ext cx="531836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Calibri" panose="020F0502020204030204" pitchFamily="34" charset="0"/>
                  <a:ea typeface="宋体" pitchFamily="2" charset="-122"/>
                </a:defRPr>
              </a:lvl9pPr>
            </a:lstStyle>
            <a:p>
              <a:pPr lvl="0">
                <a:defRPr/>
              </a:pPr>
              <a:r>
                <a:rPr lang="en-US" altLang="zh-CN" sz="3200" b="1" dirty="0">
                  <a:solidFill>
                    <a:srgbClr val="2C518E"/>
                  </a:solidFill>
                  <a:latin typeface="思源黑体" panose="020B0500000000000000" pitchFamily="34" charset="-122"/>
                  <a:ea typeface="思源黑体" panose="020B0500000000000000" pitchFamily="34" charset="-122"/>
                </a:rPr>
                <a:t>Mid year work summary</a:t>
              </a:r>
              <a:endParaRPr kumimoji="0" lang="zh-CN" altLang="zh-CN" sz="3200" b="1" i="0" u="none" strike="noStrike" kern="1200" cap="none" spc="0" normalizeH="0" baseline="0" noProof="0" dirty="0">
                <a:ln>
                  <a:noFill/>
                </a:ln>
                <a:solidFill>
                  <a:srgbClr val="2C518E"/>
                </a:solidFill>
                <a:effectLst/>
                <a:uLnTx/>
                <a:uFillTx/>
                <a:latin typeface="思源黑体" panose="020B0500000000000000" pitchFamily="34" charset="-122"/>
                <a:ea typeface="思源黑体" panose="020B0500000000000000" pitchFamily="34" charset="-122"/>
              </a:endParaRPr>
            </a:p>
          </p:txBody>
        </p:sp>
        <p:sp>
          <p:nvSpPr>
            <p:cNvPr id="55" name="矩形 54"/>
            <p:cNvSpPr/>
            <p:nvPr>
              <p:custDataLst>
                <p:tags r:id="rId7"/>
              </p:custDataLst>
            </p:nvPr>
          </p:nvSpPr>
          <p:spPr>
            <a:xfrm>
              <a:off x="3635398" y="1837379"/>
              <a:ext cx="1997720" cy="1177245"/>
            </a:xfrm>
            <a:prstGeom prst="rect">
              <a:avLst/>
            </a:prstGeom>
          </p:spPr>
          <p:txBody>
            <a:bodyPr wrap="square" lIns="68580" tIns="34290" rIns="68580" bIns="34290">
              <a:spAutoFit/>
            </a:bodyPr>
            <a:lstStyle/>
            <a:p>
              <a:pPr>
                <a:defRPr/>
              </a:pPr>
              <a:r>
                <a:rPr lang="en-US" sz="7200" b="1" i="1" spc="225" dirty="0">
                  <a:solidFill>
                    <a:srgbClr val="2C518E"/>
                  </a:solidFill>
                  <a:latin typeface="Agency FB" panose="020B0503020202020204" pitchFamily="34" charset="0"/>
                  <a:ea typeface="印品雅宋简 中黑（非商用）" panose="02000500000000000000" pitchFamily="2" charset="-122"/>
                  <a:cs typeface="+mn-ea"/>
                  <a:sym typeface="+mn-lt"/>
                </a:rPr>
                <a:t>2022</a:t>
              </a:r>
              <a:endParaRPr lang="en-US" sz="7200" b="1" i="1" spc="225" dirty="0">
                <a:solidFill>
                  <a:srgbClr val="2C518E"/>
                </a:solidFill>
                <a:latin typeface="Agency FB" panose="020B0503020202020204" pitchFamily="34" charset="0"/>
                <a:ea typeface="印品雅宋简 中黑（非商用）" panose="02000500000000000000" pitchFamily="2" charset="-122"/>
                <a:cs typeface="+mn-ea"/>
                <a:sym typeface="+mn-lt"/>
              </a:endParaRPr>
            </a:p>
          </p:txBody>
        </p:sp>
      </p:grpSp>
      <p:grpSp>
        <p:nvGrpSpPr>
          <p:cNvPr id="56" name="组合 55"/>
          <p:cNvGrpSpPr/>
          <p:nvPr/>
        </p:nvGrpSpPr>
        <p:grpSpPr>
          <a:xfrm>
            <a:off x="7987886" y="4815018"/>
            <a:ext cx="2047002" cy="335372"/>
            <a:chOff x="4902198" y="3898900"/>
            <a:chExt cx="2387602" cy="375420"/>
          </a:xfrm>
          <a:solidFill>
            <a:srgbClr val="50738E"/>
          </a:solidFill>
          <a:effectLst/>
        </p:grpSpPr>
        <p:sp>
          <p:nvSpPr>
            <p:cNvPr id="57" name="PA_圆角矩形 7"/>
            <p:cNvSpPr/>
            <p:nvPr>
              <p:custDataLst>
                <p:tags r:id="rId8"/>
              </p:custDataLst>
            </p:nvPr>
          </p:nvSpPr>
          <p:spPr>
            <a:xfrm>
              <a:off x="4902198" y="3898900"/>
              <a:ext cx="2387602" cy="375420"/>
            </a:xfrm>
            <a:prstGeom prst="roundRect">
              <a:avLst>
                <a:gd name="adj" fmla="val 50000"/>
              </a:avLst>
            </a:prstGeom>
            <a:solidFill>
              <a:srgbClr val="2C518E"/>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200" dirty="0">
                <a:solidFill>
                  <a:schemeClr val="bg1"/>
                </a:solidFill>
                <a:latin typeface="思源黑体" panose="020B0500000000000000" pitchFamily="34" charset="-122"/>
                <a:ea typeface="思源黑体" panose="020B0500000000000000" pitchFamily="34" charset="-122"/>
                <a:cs typeface="+mn-ea"/>
                <a:sym typeface="+mn-lt"/>
              </a:endParaRPr>
            </a:p>
          </p:txBody>
        </p:sp>
        <p:sp>
          <p:nvSpPr>
            <p:cNvPr id="58" name="PA_文本框 6"/>
            <p:cNvSpPr txBox="1"/>
            <p:nvPr>
              <p:custDataLst>
                <p:tags r:id="rId9"/>
              </p:custDataLst>
            </p:nvPr>
          </p:nvSpPr>
          <p:spPr>
            <a:xfrm>
              <a:off x="5004992" y="3917333"/>
              <a:ext cx="2179464" cy="356987"/>
            </a:xfrm>
            <a:prstGeom prst="rect">
              <a:avLst/>
            </a:prstGeom>
            <a:noFill/>
          </p:spPr>
          <p:txBody>
            <a:bodyPr wrap="square" rtlCol="0">
              <a:spAutoFit/>
            </a:bodyPr>
            <a:lstStyle/>
            <a:p>
              <a:pPr algn="ctr"/>
              <a:r>
                <a:rPr lang="zh-CN" altLang="en-US" sz="1400" dirty="0">
                  <a:solidFill>
                    <a:schemeClr val="bg1"/>
                  </a:solidFill>
                  <a:latin typeface="思源黑体" panose="020B0500000000000000" pitchFamily="34" charset="-122"/>
                  <a:ea typeface="思源黑体" panose="020B0500000000000000" pitchFamily="34" charset="-122"/>
                  <a:cs typeface="+mn-ea"/>
                  <a:sym typeface="+mn-lt"/>
                </a:rPr>
                <a:t>时间：</a:t>
              </a:r>
              <a:r>
                <a:rPr lang="en-US" altLang="zh-CN" sz="1400" dirty="0">
                  <a:solidFill>
                    <a:schemeClr val="bg1"/>
                  </a:solidFill>
                  <a:latin typeface="思源黑体" panose="020B0500000000000000" pitchFamily="34" charset="-122"/>
                  <a:ea typeface="思源黑体" panose="020B0500000000000000" pitchFamily="34" charset="-122"/>
                  <a:cs typeface="+mn-ea"/>
                  <a:sym typeface="+mn-lt"/>
                </a:rPr>
                <a:t>2022.6</a:t>
              </a:r>
              <a:endParaRPr lang="zh-CN" altLang="en-US" sz="1400" dirty="0">
                <a:solidFill>
                  <a:schemeClr val="bg1"/>
                </a:solidFill>
                <a:latin typeface="思源黑体" panose="020B0500000000000000" pitchFamily="34" charset="-122"/>
                <a:ea typeface="思源黑体" panose="020B0500000000000000" pitchFamily="34" charset="-122"/>
                <a:cs typeface="+mn-ea"/>
                <a:sym typeface="+mn-lt"/>
              </a:endParaRPr>
            </a:p>
          </p:txBody>
        </p:sp>
      </p:grpSp>
      <p:sp>
        <p:nvSpPr>
          <p:cNvPr id="20" name="菱形 19"/>
          <p:cNvSpPr/>
          <p:nvPr/>
        </p:nvSpPr>
        <p:spPr>
          <a:xfrm rot="20839757" flipH="1">
            <a:off x="1121575" y="-605147"/>
            <a:ext cx="1628327" cy="1628327"/>
          </a:xfrm>
          <a:prstGeom prst="diamond">
            <a:avLst/>
          </a:prstGeom>
          <a:noFill/>
          <a:ln w="161925">
            <a:solidFill>
              <a:srgbClr val="587DB8"/>
            </a:solidFill>
          </a:ln>
          <a:effectLst>
            <a:outerShdw blurRad="88900" dist="177800" dir="5400000" algn="ctr"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2C518E"/>
              </a:solidFill>
              <a:latin typeface="思源宋体 CN" panose="02020400000000000000" pitchFamily="18" charset="-122"/>
              <a:ea typeface="思源宋体 CN" panose="02020400000000000000" pitchFamily="18" charset="-122"/>
            </a:endParaRPr>
          </a:p>
        </p:txBody>
      </p:sp>
      <p:sp>
        <p:nvSpPr>
          <p:cNvPr id="24" name="菱形 23"/>
          <p:cNvSpPr/>
          <p:nvPr/>
        </p:nvSpPr>
        <p:spPr>
          <a:xfrm rot="20839757" flipH="1">
            <a:off x="-445923" y="744060"/>
            <a:ext cx="2741727" cy="2741727"/>
          </a:xfrm>
          <a:prstGeom prst="diamond">
            <a:avLst/>
          </a:prstGeom>
          <a:noFill/>
          <a:ln w="196850">
            <a:solidFill>
              <a:srgbClr val="2C518E"/>
            </a:solidFill>
          </a:ln>
          <a:effectLst>
            <a:outerShdw blurRad="88900" dist="177800" dir="5400000" algn="ctr" rotWithShape="0">
              <a:srgbClr val="000000">
                <a:alpha val="2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2C518E"/>
              </a:solidFill>
              <a:latin typeface="思源宋体 CN" panose="02020400000000000000" pitchFamily="18" charset="-122"/>
              <a:ea typeface="思源宋体 CN" panose="02020400000000000000" pitchFamily="18" charset="-122"/>
            </a:endParaRPr>
          </a:p>
        </p:txBody>
      </p:sp>
      <p:sp>
        <p:nvSpPr>
          <p:cNvPr id="25" name="菱形 24"/>
          <p:cNvSpPr/>
          <p:nvPr/>
        </p:nvSpPr>
        <p:spPr>
          <a:xfrm rot="18405841" flipH="1">
            <a:off x="-521315" y="84058"/>
            <a:ext cx="2165036" cy="2165036"/>
          </a:xfrm>
          <a:prstGeom prst="diamond">
            <a:avLst/>
          </a:prstGeom>
          <a:noFill/>
          <a:ln w="161925">
            <a:solidFill>
              <a:schemeClr val="bg1">
                <a:lumMod val="95000"/>
              </a:schemeClr>
            </a:solidFill>
          </a:ln>
          <a:effectLst>
            <a:outerShdw blurRad="88900" dist="177800" dir="5400000" algn="ctr" rotWithShape="0">
              <a:srgbClr val="000000">
                <a:alpha val="2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2C518E"/>
              </a:solidFill>
              <a:latin typeface="思源宋体 CN" panose="02020400000000000000" pitchFamily="18" charset="-122"/>
              <a:ea typeface="思源宋体 CN" panose="02020400000000000000" pitchFamily="18" charset="-122"/>
            </a:endParaRPr>
          </a:p>
        </p:txBody>
      </p:sp>
      <p:sp>
        <p:nvSpPr>
          <p:cNvPr id="26" name="菱形 25"/>
          <p:cNvSpPr/>
          <p:nvPr/>
        </p:nvSpPr>
        <p:spPr>
          <a:xfrm flipH="1">
            <a:off x="-668938" y="3810268"/>
            <a:ext cx="1583952" cy="1583952"/>
          </a:xfrm>
          <a:prstGeom prst="diamond">
            <a:avLst/>
          </a:prstGeom>
          <a:noFill/>
          <a:ln w="161925">
            <a:solidFill>
              <a:srgbClr val="587DB8"/>
            </a:solidFill>
          </a:ln>
          <a:effectLst>
            <a:outerShdw blurRad="88900" dist="177800" dir="5400000" algn="ctr"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2C518E"/>
              </a:solidFill>
              <a:latin typeface="思源宋体 CN" panose="02020400000000000000" pitchFamily="18" charset="-122"/>
              <a:ea typeface="思源宋体 CN" panose="02020400000000000000" pitchFamily="18" charset="-122"/>
            </a:endParaRPr>
          </a:p>
        </p:txBody>
      </p:sp>
      <p:sp>
        <p:nvSpPr>
          <p:cNvPr id="27" name="菱形 26"/>
          <p:cNvSpPr/>
          <p:nvPr/>
        </p:nvSpPr>
        <p:spPr>
          <a:xfrm rot="3109689" flipH="1">
            <a:off x="-70363" y="3497095"/>
            <a:ext cx="1235853" cy="1235853"/>
          </a:xfrm>
          <a:prstGeom prst="diamond">
            <a:avLst/>
          </a:prstGeom>
          <a:noFill/>
          <a:ln w="114300">
            <a:solidFill>
              <a:schemeClr val="bg1">
                <a:lumMod val="95000"/>
              </a:schemeClr>
            </a:solidFill>
          </a:ln>
          <a:effectLst>
            <a:outerShdw blurRad="88900" dist="177800" dir="5400000" algn="ctr" rotWithShape="0">
              <a:srgbClr val="000000">
                <a:alpha val="2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2C518E"/>
              </a:solidFill>
              <a:latin typeface="思源宋体 CN" panose="02020400000000000000" pitchFamily="18" charset="-122"/>
              <a:ea typeface="思源宋体 CN" panose="02020400000000000000" pitchFamily="18" charset="-122"/>
            </a:endParaRPr>
          </a:p>
        </p:txBody>
      </p:sp>
      <p:sp>
        <p:nvSpPr>
          <p:cNvPr id="28" name="菱形 27"/>
          <p:cNvSpPr/>
          <p:nvPr/>
        </p:nvSpPr>
        <p:spPr>
          <a:xfrm rot="20839757" flipH="1">
            <a:off x="627160" y="4742793"/>
            <a:ext cx="2165036" cy="2165036"/>
          </a:xfrm>
          <a:prstGeom prst="diamond">
            <a:avLst/>
          </a:prstGeom>
          <a:noFill/>
          <a:ln w="196850">
            <a:solidFill>
              <a:srgbClr val="2C518E"/>
            </a:solidFill>
          </a:ln>
          <a:effectLst>
            <a:outerShdw blurRad="88900" dist="177800" dir="5400000" algn="ctr" rotWithShape="0">
              <a:srgbClr val="000000">
                <a:alpha val="2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2C518E"/>
              </a:solidFill>
              <a:latin typeface="思源宋体 CN" panose="02020400000000000000" pitchFamily="18" charset="-122"/>
              <a:ea typeface="思源宋体 CN" panose="02020400000000000000" pitchFamily="18" charset="-122"/>
            </a:endParaRPr>
          </a:p>
        </p:txBody>
      </p:sp>
      <p:sp>
        <p:nvSpPr>
          <p:cNvPr id="29" name="菱形 28"/>
          <p:cNvSpPr/>
          <p:nvPr/>
        </p:nvSpPr>
        <p:spPr>
          <a:xfrm rot="5400000" flipH="1">
            <a:off x="1448618" y="3302301"/>
            <a:ext cx="857351" cy="857351"/>
          </a:xfrm>
          <a:prstGeom prst="diamond">
            <a:avLst/>
          </a:prstGeom>
          <a:noFill/>
          <a:ln w="114300">
            <a:solidFill>
              <a:schemeClr val="bg1">
                <a:lumMod val="95000"/>
              </a:schemeClr>
            </a:solidFill>
          </a:ln>
          <a:effectLst>
            <a:outerShdw blurRad="88900" dist="177800" dir="5400000" algn="ctr" rotWithShape="0">
              <a:srgbClr val="000000">
                <a:alpha val="2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2C518E"/>
              </a:solidFill>
              <a:latin typeface="思源宋体 CN" panose="02020400000000000000" pitchFamily="18" charset="-122"/>
              <a:ea typeface="思源宋体 CN" panose="02020400000000000000" pitchFamily="18" charset="-122"/>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5" presetClass="entr" presetSubtype="0"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 calcmode="lin" valueType="num">
                                      <p:cBhvr>
                                        <p:cTn id="10" dur="1000" fill="hold"/>
                                        <p:tgtEl>
                                          <p:spTgt spid="28"/>
                                        </p:tgtEl>
                                        <p:attrNameLst>
                                          <p:attrName>ppt_w</p:attrName>
                                        </p:attrNameLst>
                                      </p:cBhvr>
                                      <p:tavLst>
                                        <p:tav tm="0">
                                          <p:val>
                                            <p:fltVal val="0"/>
                                          </p:val>
                                        </p:tav>
                                        <p:tav tm="100000">
                                          <p:val>
                                            <p:strVal val="#ppt_w"/>
                                          </p:val>
                                        </p:tav>
                                      </p:tavLst>
                                    </p:anim>
                                    <p:anim calcmode="lin" valueType="num">
                                      <p:cBhvr>
                                        <p:cTn id="11" dur="1000" fill="hold"/>
                                        <p:tgtEl>
                                          <p:spTgt spid="28"/>
                                        </p:tgtEl>
                                        <p:attrNameLst>
                                          <p:attrName>ppt_h</p:attrName>
                                        </p:attrNameLst>
                                      </p:cBhvr>
                                      <p:tavLst>
                                        <p:tav tm="0">
                                          <p:val>
                                            <p:fltVal val="0"/>
                                          </p:val>
                                        </p:tav>
                                        <p:tav tm="100000">
                                          <p:val>
                                            <p:strVal val="#ppt_h"/>
                                          </p:val>
                                        </p:tav>
                                      </p:tavLst>
                                    </p:anim>
                                    <p:anim calcmode="lin" valueType="num">
                                      <p:cBhvr>
                                        <p:cTn id="12" dur="1000" fill="hold"/>
                                        <p:tgtEl>
                                          <p:spTgt spid="28"/>
                                        </p:tgtEl>
                                        <p:attrNameLst>
                                          <p:attrName>ppt_x</p:attrName>
                                        </p:attrNameLst>
                                      </p:cBhvr>
                                      <p:tavLst>
                                        <p:tav tm="0" fmla="#ppt_x+(cos(-2*pi*(1-$))*-#ppt_x-sin(-2*pi*(1-$))*(1-#ppt_y))*(1-$)">
                                          <p:val>
                                            <p:fltVal val="0"/>
                                          </p:val>
                                        </p:tav>
                                        <p:tav tm="100000">
                                          <p:val>
                                            <p:fltVal val="1"/>
                                          </p:val>
                                        </p:tav>
                                      </p:tavLst>
                                    </p:anim>
                                    <p:anim calcmode="lin" valueType="num">
                                      <p:cBhvr>
                                        <p:cTn id="13" dur="1000" fill="hold"/>
                                        <p:tgtEl>
                                          <p:spTgt spid="28"/>
                                        </p:tgtEl>
                                        <p:attrNameLst>
                                          <p:attrName>ppt_y</p:attrName>
                                        </p:attrNameLst>
                                      </p:cBhvr>
                                      <p:tavLst>
                                        <p:tav tm="0" fmla="#ppt_y+(sin(-2*pi*(1-$))*-#ppt_x+cos(-2*pi*(1-$))*(1-#ppt_y))*(1-$)">
                                          <p:val>
                                            <p:fltVal val="0"/>
                                          </p:val>
                                        </p:tav>
                                        <p:tav tm="100000">
                                          <p:val>
                                            <p:fltVal val="1"/>
                                          </p:val>
                                        </p:tav>
                                      </p:tavLst>
                                    </p:anim>
                                  </p:childTnLst>
                                </p:cTn>
                              </p:par>
                              <p:par>
                                <p:cTn id="14" presetID="15" presetClass="entr" presetSubtype="0" fill="hold" grpId="0" nodeType="withEffect">
                                  <p:stCondLst>
                                    <p:cond delay="0"/>
                                  </p:stCondLst>
                                  <p:childTnLst>
                                    <p:set>
                                      <p:cBhvr>
                                        <p:cTn id="15" dur="1" fill="hold">
                                          <p:stCondLst>
                                            <p:cond delay="0"/>
                                          </p:stCondLst>
                                        </p:cTn>
                                        <p:tgtEl>
                                          <p:spTgt spid="24"/>
                                        </p:tgtEl>
                                        <p:attrNameLst>
                                          <p:attrName>style.visibility</p:attrName>
                                        </p:attrNameLst>
                                      </p:cBhvr>
                                      <p:to>
                                        <p:strVal val="visible"/>
                                      </p:to>
                                    </p:set>
                                    <p:anim calcmode="lin" valueType="num">
                                      <p:cBhvr>
                                        <p:cTn id="16" dur="1000" fill="hold"/>
                                        <p:tgtEl>
                                          <p:spTgt spid="24"/>
                                        </p:tgtEl>
                                        <p:attrNameLst>
                                          <p:attrName>ppt_w</p:attrName>
                                        </p:attrNameLst>
                                      </p:cBhvr>
                                      <p:tavLst>
                                        <p:tav tm="0">
                                          <p:val>
                                            <p:fltVal val="0"/>
                                          </p:val>
                                        </p:tav>
                                        <p:tav tm="100000">
                                          <p:val>
                                            <p:strVal val="#ppt_w"/>
                                          </p:val>
                                        </p:tav>
                                      </p:tavLst>
                                    </p:anim>
                                    <p:anim calcmode="lin" valueType="num">
                                      <p:cBhvr>
                                        <p:cTn id="17" dur="1000" fill="hold"/>
                                        <p:tgtEl>
                                          <p:spTgt spid="24"/>
                                        </p:tgtEl>
                                        <p:attrNameLst>
                                          <p:attrName>ppt_h</p:attrName>
                                        </p:attrNameLst>
                                      </p:cBhvr>
                                      <p:tavLst>
                                        <p:tav tm="0">
                                          <p:val>
                                            <p:fltVal val="0"/>
                                          </p:val>
                                        </p:tav>
                                        <p:tav tm="100000">
                                          <p:val>
                                            <p:strVal val="#ppt_h"/>
                                          </p:val>
                                        </p:tav>
                                      </p:tavLst>
                                    </p:anim>
                                    <p:anim calcmode="lin" valueType="num">
                                      <p:cBhvr>
                                        <p:cTn id="18" dur="1000" fill="hold"/>
                                        <p:tgtEl>
                                          <p:spTgt spid="24"/>
                                        </p:tgtEl>
                                        <p:attrNameLst>
                                          <p:attrName>ppt_x</p:attrName>
                                        </p:attrNameLst>
                                      </p:cBhvr>
                                      <p:tavLst>
                                        <p:tav tm="0" fmla="#ppt_x+(cos(-2*pi*(1-$))*-#ppt_x-sin(-2*pi*(1-$))*(1-#ppt_y))*(1-$)">
                                          <p:val>
                                            <p:fltVal val="0"/>
                                          </p:val>
                                        </p:tav>
                                        <p:tav tm="100000">
                                          <p:val>
                                            <p:fltVal val="1"/>
                                          </p:val>
                                        </p:tav>
                                      </p:tavLst>
                                    </p:anim>
                                    <p:anim calcmode="lin" valueType="num">
                                      <p:cBhvr>
                                        <p:cTn id="19" dur="1000" fill="hold"/>
                                        <p:tgtEl>
                                          <p:spTgt spid="24"/>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0" fill="hold">
                      <p:stCondLst>
                        <p:cond delay="indefinite"/>
                      </p:stCondLst>
                      <p:childTnLst>
                        <p:par>
                          <p:cTn id="21" fill="hold">
                            <p:stCondLst>
                              <p:cond delay="0"/>
                            </p:stCondLst>
                            <p:childTnLst>
                              <p:par>
                                <p:cTn id="22" presetID="15" presetClass="entr" presetSubtype="0" fill="hold" grpId="0" nodeType="clickEffect">
                                  <p:stCondLst>
                                    <p:cond delay="0"/>
                                  </p:stCondLst>
                                  <p:childTnLst>
                                    <p:set>
                                      <p:cBhvr>
                                        <p:cTn id="23" dur="1" fill="hold">
                                          <p:stCondLst>
                                            <p:cond delay="0"/>
                                          </p:stCondLst>
                                        </p:cTn>
                                        <p:tgtEl>
                                          <p:spTgt spid="27"/>
                                        </p:tgtEl>
                                        <p:attrNameLst>
                                          <p:attrName>style.visibility</p:attrName>
                                        </p:attrNameLst>
                                      </p:cBhvr>
                                      <p:to>
                                        <p:strVal val="visible"/>
                                      </p:to>
                                    </p:set>
                                    <p:anim calcmode="lin" valueType="num">
                                      <p:cBhvr>
                                        <p:cTn id="24" dur="1000" fill="hold"/>
                                        <p:tgtEl>
                                          <p:spTgt spid="27"/>
                                        </p:tgtEl>
                                        <p:attrNameLst>
                                          <p:attrName>ppt_w</p:attrName>
                                        </p:attrNameLst>
                                      </p:cBhvr>
                                      <p:tavLst>
                                        <p:tav tm="0">
                                          <p:val>
                                            <p:fltVal val="0"/>
                                          </p:val>
                                        </p:tav>
                                        <p:tav tm="100000">
                                          <p:val>
                                            <p:strVal val="#ppt_w"/>
                                          </p:val>
                                        </p:tav>
                                      </p:tavLst>
                                    </p:anim>
                                    <p:anim calcmode="lin" valueType="num">
                                      <p:cBhvr>
                                        <p:cTn id="25" dur="1000" fill="hold"/>
                                        <p:tgtEl>
                                          <p:spTgt spid="27"/>
                                        </p:tgtEl>
                                        <p:attrNameLst>
                                          <p:attrName>ppt_h</p:attrName>
                                        </p:attrNameLst>
                                      </p:cBhvr>
                                      <p:tavLst>
                                        <p:tav tm="0">
                                          <p:val>
                                            <p:fltVal val="0"/>
                                          </p:val>
                                        </p:tav>
                                        <p:tav tm="100000">
                                          <p:val>
                                            <p:strVal val="#ppt_h"/>
                                          </p:val>
                                        </p:tav>
                                      </p:tavLst>
                                    </p:anim>
                                    <p:anim calcmode="lin" valueType="num">
                                      <p:cBhvr>
                                        <p:cTn id="26" dur="1000" fill="hold"/>
                                        <p:tgtEl>
                                          <p:spTgt spid="27"/>
                                        </p:tgtEl>
                                        <p:attrNameLst>
                                          <p:attrName>ppt_x</p:attrName>
                                        </p:attrNameLst>
                                      </p:cBhvr>
                                      <p:tavLst>
                                        <p:tav tm="0" fmla="#ppt_x+(cos(-2*pi*(1-$))*-#ppt_x-sin(-2*pi*(1-$))*(1-#ppt_y))*(1-$)">
                                          <p:val>
                                            <p:fltVal val="0"/>
                                          </p:val>
                                        </p:tav>
                                        <p:tav tm="100000">
                                          <p:val>
                                            <p:fltVal val="1"/>
                                          </p:val>
                                        </p:tav>
                                      </p:tavLst>
                                    </p:anim>
                                    <p:anim calcmode="lin" valueType="num">
                                      <p:cBhvr>
                                        <p:cTn id="27" dur="1000" fill="hold"/>
                                        <p:tgtEl>
                                          <p:spTgt spid="27"/>
                                        </p:tgtEl>
                                        <p:attrNameLst>
                                          <p:attrName>ppt_y</p:attrName>
                                        </p:attrNameLst>
                                      </p:cBhvr>
                                      <p:tavLst>
                                        <p:tav tm="0" fmla="#ppt_y+(sin(-2*pi*(1-$))*-#ppt_x+cos(-2*pi*(1-$))*(1-#ppt_y))*(1-$)">
                                          <p:val>
                                            <p:fltVal val="0"/>
                                          </p:val>
                                        </p:tav>
                                        <p:tav tm="100000">
                                          <p:val>
                                            <p:fltVal val="1"/>
                                          </p:val>
                                        </p:tav>
                                      </p:tavLst>
                                    </p:anim>
                                  </p:childTnLst>
                                </p:cTn>
                              </p:par>
                              <p:par>
                                <p:cTn id="28" presetID="15" presetClass="entr" presetSubtype="0" fill="hold" grpId="0" nodeType="withEffect">
                                  <p:stCondLst>
                                    <p:cond delay="0"/>
                                  </p:stCondLst>
                                  <p:childTnLst>
                                    <p:set>
                                      <p:cBhvr>
                                        <p:cTn id="29" dur="1" fill="hold">
                                          <p:stCondLst>
                                            <p:cond delay="0"/>
                                          </p:stCondLst>
                                        </p:cTn>
                                        <p:tgtEl>
                                          <p:spTgt spid="20"/>
                                        </p:tgtEl>
                                        <p:attrNameLst>
                                          <p:attrName>style.visibility</p:attrName>
                                        </p:attrNameLst>
                                      </p:cBhvr>
                                      <p:to>
                                        <p:strVal val="visible"/>
                                      </p:to>
                                    </p:set>
                                    <p:anim calcmode="lin" valueType="num">
                                      <p:cBhvr>
                                        <p:cTn id="30" dur="1000" fill="hold"/>
                                        <p:tgtEl>
                                          <p:spTgt spid="20"/>
                                        </p:tgtEl>
                                        <p:attrNameLst>
                                          <p:attrName>ppt_w</p:attrName>
                                        </p:attrNameLst>
                                      </p:cBhvr>
                                      <p:tavLst>
                                        <p:tav tm="0">
                                          <p:val>
                                            <p:fltVal val="0"/>
                                          </p:val>
                                        </p:tav>
                                        <p:tav tm="100000">
                                          <p:val>
                                            <p:strVal val="#ppt_w"/>
                                          </p:val>
                                        </p:tav>
                                      </p:tavLst>
                                    </p:anim>
                                    <p:anim calcmode="lin" valueType="num">
                                      <p:cBhvr>
                                        <p:cTn id="31" dur="1000" fill="hold"/>
                                        <p:tgtEl>
                                          <p:spTgt spid="20"/>
                                        </p:tgtEl>
                                        <p:attrNameLst>
                                          <p:attrName>ppt_h</p:attrName>
                                        </p:attrNameLst>
                                      </p:cBhvr>
                                      <p:tavLst>
                                        <p:tav tm="0">
                                          <p:val>
                                            <p:fltVal val="0"/>
                                          </p:val>
                                        </p:tav>
                                        <p:tav tm="100000">
                                          <p:val>
                                            <p:strVal val="#ppt_h"/>
                                          </p:val>
                                        </p:tav>
                                      </p:tavLst>
                                    </p:anim>
                                    <p:anim calcmode="lin" valueType="num">
                                      <p:cBhvr>
                                        <p:cTn id="32" dur="1000" fill="hold"/>
                                        <p:tgtEl>
                                          <p:spTgt spid="20"/>
                                        </p:tgtEl>
                                        <p:attrNameLst>
                                          <p:attrName>ppt_x</p:attrName>
                                        </p:attrNameLst>
                                      </p:cBhvr>
                                      <p:tavLst>
                                        <p:tav tm="0" fmla="#ppt_x+(cos(-2*pi*(1-$))*-#ppt_x-sin(-2*pi*(1-$))*(1-#ppt_y))*(1-$)">
                                          <p:val>
                                            <p:fltVal val="0"/>
                                          </p:val>
                                        </p:tav>
                                        <p:tav tm="100000">
                                          <p:val>
                                            <p:fltVal val="1"/>
                                          </p:val>
                                        </p:tav>
                                      </p:tavLst>
                                    </p:anim>
                                    <p:anim calcmode="lin" valueType="num">
                                      <p:cBhvr>
                                        <p:cTn id="33" dur="1000" fill="hold"/>
                                        <p:tgtEl>
                                          <p:spTgt spid="20"/>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34" fill="hold">
                      <p:stCondLst>
                        <p:cond delay="indefinite"/>
                      </p:stCondLst>
                      <p:childTnLst>
                        <p:par>
                          <p:cTn id="35" fill="hold">
                            <p:stCondLst>
                              <p:cond delay="0"/>
                            </p:stCondLst>
                            <p:childTnLst>
                              <p:par>
                                <p:cTn id="36" presetID="15" presetClass="entr" presetSubtype="0" fill="hold" grpId="1" nodeType="clickEffect">
                                  <p:stCondLst>
                                    <p:cond delay="0"/>
                                  </p:stCondLst>
                                  <p:childTnLst>
                                    <p:set>
                                      <p:cBhvr>
                                        <p:cTn id="37" dur="1" fill="hold">
                                          <p:stCondLst>
                                            <p:cond delay="0"/>
                                          </p:stCondLst>
                                        </p:cTn>
                                        <p:tgtEl>
                                          <p:spTgt spid="28"/>
                                        </p:tgtEl>
                                        <p:attrNameLst>
                                          <p:attrName>style.visibility</p:attrName>
                                        </p:attrNameLst>
                                      </p:cBhvr>
                                      <p:to>
                                        <p:strVal val="visible"/>
                                      </p:to>
                                    </p:set>
                                    <p:anim calcmode="lin" valueType="num">
                                      <p:cBhvr>
                                        <p:cTn id="38" dur="1000" fill="hold"/>
                                        <p:tgtEl>
                                          <p:spTgt spid="28"/>
                                        </p:tgtEl>
                                        <p:attrNameLst>
                                          <p:attrName>ppt_w</p:attrName>
                                        </p:attrNameLst>
                                      </p:cBhvr>
                                      <p:tavLst>
                                        <p:tav tm="0">
                                          <p:val>
                                            <p:fltVal val="0"/>
                                          </p:val>
                                        </p:tav>
                                        <p:tav tm="100000">
                                          <p:val>
                                            <p:strVal val="#ppt_w"/>
                                          </p:val>
                                        </p:tav>
                                      </p:tavLst>
                                    </p:anim>
                                    <p:anim calcmode="lin" valueType="num">
                                      <p:cBhvr>
                                        <p:cTn id="39" dur="1000" fill="hold"/>
                                        <p:tgtEl>
                                          <p:spTgt spid="28"/>
                                        </p:tgtEl>
                                        <p:attrNameLst>
                                          <p:attrName>ppt_h</p:attrName>
                                        </p:attrNameLst>
                                      </p:cBhvr>
                                      <p:tavLst>
                                        <p:tav tm="0">
                                          <p:val>
                                            <p:fltVal val="0"/>
                                          </p:val>
                                        </p:tav>
                                        <p:tav tm="100000">
                                          <p:val>
                                            <p:strVal val="#ppt_h"/>
                                          </p:val>
                                        </p:tav>
                                      </p:tavLst>
                                    </p:anim>
                                    <p:anim calcmode="lin" valueType="num">
                                      <p:cBhvr>
                                        <p:cTn id="40" dur="1000" fill="hold"/>
                                        <p:tgtEl>
                                          <p:spTgt spid="28"/>
                                        </p:tgtEl>
                                        <p:attrNameLst>
                                          <p:attrName>ppt_x</p:attrName>
                                        </p:attrNameLst>
                                      </p:cBhvr>
                                      <p:tavLst>
                                        <p:tav tm="0" fmla="#ppt_x+(cos(-2*pi*(1-$))*-#ppt_x-sin(-2*pi*(1-$))*(1-#ppt_y))*(1-$)">
                                          <p:val>
                                            <p:fltVal val="0"/>
                                          </p:val>
                                        </p:tav>
                                        <p:tav tm="100000">
                                          <p:val>
                                            <p:fltVal val="1"/>
                                          </p:val>
                                        </p:tav>
                                      </p:tavLst>
                                    </p:anim>
                                    <p:anim calcmode="lin" valueType="num">
                                      <p:cBhvr>
                                        <p:cTn id="41" dur="1000" fill="hold"/>
                                        <p:tgtEl>
                                          <p:spTgt spid="28"/>
                                        </p:tgtEl>
                                        <p:attrNameLst>
                                          <p:attrName>ppt_y</p:attrName>
                                        </p:attrNameLst>
                                      </p:cBhvr>
                                      <p:tavLst>
                                        <p:tav tm="0" fmla="#ppt_y+(sin(-2*pi*(1-$))*-#ppt_x+cos(-2*pi*(1-$))*(1-#ppt_y))*(1-$)">
                                          <p:val>
                                            <p:fltVal val="0"/>
                                          </p:val>
                                        </p:tav>
                                        <p:tav tm="100000">
                                          <p:val>
                                            <p:fltVal val="1"/>
                                          </p:val>
                                        </p:tav>
                                      </p:tavLst>
                                    </p:anim>
                                  </p:childTnLst>
                                </p:cTn>
                              </p:par>
                              <p:par>
                                <p:cTn id="42" presetID="15" presetClass="entr" presetSubtype="0" fill="hold" grpId="0" nodeType="withEffect">
                                  <p:stCondLst>
                                    <p:cond delay="0"/>
                                  </p:stCondLst>
                                  <p:childTnLst>
                                    <p:set>
                                      <p:cBhvr>
                                        <p:cTn id="43" dur="1" fill="hold">
                                          <p:stCondLst>
                                            <p:cond delay="0"/>
                                          </p:stCondLst>
                                        </p:cTn>
                                        <p:tgtEl>
                                          <p:spTgt spid="29"/>
                                        </p:tgtEl>
                                        <p:attrNameLst>
                                          <p:attrName>style.visibility</p:attrName>
                                        </p:attrNameLst>
                                      </p:cBhvr>
                                      <p:to>
                                        <p:strVal val="visible"/>
                                      </p:to>
                                    </p:set>
                                    <p:anim calcmode="lin" valueType="num">
                                      <p:cBhvr>
                                        <p:cTn id="44" dur="1000" fill="hold"/>
                                        <p:tgtEl>
                                          <p:spTgt spid="29"/>
                                        </p:tgtEl>
                                        <p:attrNameLst>
                                          <p:attrName>ppt_w</p:attrName>
                                        </p:attrNameLst>
                                      </p:cBhvr>
                                      <p:tavLst>
                                        <p:tav tm="0">
                                          <p:val>
                                            <p:fltVal val="0"/>
                                          </p:val>
                                        </p:tav>
                                        <p:tav tm="100000">
                                          <p:val>
                                            <p:strVal val="#ppt_w"/>
                                          </p:val>
                                        </p:tav>
                                      </p:tavLst>
                                    </p:anim>
                                    <p:anim calcmode="lin" valueType="num">
                                      <p:cBhvr>
                                        <p:cTn id="45" dur="1000" fill="hold"/>
                                        <p:tgtEl>
                                          <p:spTgt spid="29"/>
                                        </p:tgtEl>
                                        <p:attrNameLst>
                                          <p:attrName>ppt_h</p:attrName>
                                        </p:attrNameLst>
                                      </p:cBhvr>
                                      <p:tavLst>
                                        <p:tav tm="0">
                                          <p:val>
                                            <p:fltVal val="0"/>
                                          </p:val>
                                        </p:tav>
                                        <p:tav tm="100000">
                                          <p:val>
                                            <p:strVal val="#ppt_h"/>
                                          </p:val>
                                        </p:tav>
                                      </p:tavLst>
                                    </p:anim>
                                    <p:anim calcmode="lin" valueType="num">
                                      <p:cBhvr>
                                        <p:cTn id="46" dur="1000" fill="hold"/>
                                        <p:tgtEl>
                                          <p:spTgt spid="29"/>
                                        </p:tgtEl>
                                        <p:attrNameLst>
                                          <p:attrName>ppt_x</p:attrName>
                                        </p:attrNameLst>
                                      </p:cBhvr>
                                      <p:tavLst>
                                        <p:tav tm="0" fmla="#ppt_x+(cos(-2*pi*(1-$))*-#ppt_x-sin(-2*pi*(1-$))*(1-#ppt_y))*(1-$)">
                                          <p:val>
                                            <p:fltVal val="0"/>
                                          </p:val>
                                        </p:tav>
                                        <p:tav tm="100000">
                                          <p:val>
                                            <p:fltVal val="1"/>
                                          </p:val>
                                        </p:tav>
                                      </p:tavLst>
                                    </p:anim>
                                    <p:anim calcmode="lin" valueType="num">
                                      <p:cBhvr>
                                        <p:cTn id="47" dur="1000" fill="hold"/>
                                        <p:tgtEl>
                                          <p:spTgt spid="29"/>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48" fill="hold">
                      <p:stCondLst>
                        <p:cond delay="indefinite"/>
                      </p:stCondLst>
                      <p:childTnLst>
                        <p:par>
                          <p:cTn id="49" fill="hold">
                            <p:stCondLst>
                              <p:cond delay="0"/>
                            </p:stCondLst>
                            <p:childTnLst>
                              <p:par>
                                <p:cTn id="50" presetID="15" presetClass="entr" presetSubtype="0" fill="hold" grpId="0" nodeType="clickEffect">
                                  <p:stCondLst>
                                    <p:cond delay="0"/>
                                  </p:stCondLst>
                                  <p:childTnLst>
                                    <p:set>
                                      <p:cBhvr>
                                        <p:cTn id="51" dur="1" fill="hold">
                                          <p:stCondLst>
                                            <p:cond delay="0"/>
                                          </p:stCondLst>
                                        </p:cTn>
                                        <p:tgtEl>
                                          <p:spTgt spid="25"/>
                                        </p:tgtEl>
                                        <p:attrNameLst>
                                          <p:attrName>style.visibility</p:attrName>
                                        </p:attrNameLst>
                                      </p:cBhvr>
                                      <p:to>
                                        <p:strVal val="visible"/>
                                      </p:to>
                                    </p:set>
                                    <p:anim calcmode="lin" valueType="num">
                                      <p:cBhvr>
                                        <p:cTn id="52" dur="1000" fill="hold"/>
                                        <p:tgtEl>
                                          <p:spTgt spid="25"/>
                                        </p:tgtEl>
                                        <p:attrNameLst>
                                          <p:attrName>ppt_w</p:attrName>
                                        </p:attrNameLst>
                                      </p:cBhvr>
                                      <p:tavLst>
                                        <p:tav tm="0">
                                          <p:val>
                                            <p:fltVal val="0"/>
                                          </p:val>
                                        </p:tav>
                                        <p:tav tm="100000">
                                          <p:val>
                                            <p:strVal val="#ppt_w"/>
                                          </p:val>
                                        </p:tav>
                                      </p:tavLst>
                                    </p:anim>
                                    <p:anim calcmode="lin" valueType="num">
                                      <p:cBhvr>
                                        <p:cTn id="53" dur="1000" fill="hold"/>
                                        <p:tgtEl>
                                          <p:spTgt spid="25"/>
                                        </p:tgtEl>
                                        <p:attrNameLst>
                                          <p:attrName>ppt_h</p:attrName>
                                        </p:attrNameLst>
                                      </p:cBhvr>
                                      <p:tavLst>
                                        <p:tav tm="0">
                                          <p:val>
                                            <p:fltVal val="0"/>
                                          </p:val>
                                        </p:tav>
                                        <p:tav tm="100000">
                                          <p:val>
                                            <p:strVal val="#ppt_h"/>
                                          </p:val>
                                        </p:tav>
                                      </p:tavLst>
                                    </p:anim>
                                    <p:anim calcmode="lin" valueType="num">
                                      <p:cBhvr>
                                        <p:cTn id="54" dur="1000" fill="hold"/>
                                        <p:tgtEl>
                                          <p:spTgt spid="25"/>
                                        </p:tgtEl>
                                        <p:attrNameLst>
                                          <p:attrName>ppt_x</p:attrName>
                                        </p:attrNameLst>
                                      </p:cBhvr>
                                      <p:tavLst>
                                        <p:tav tm="0" fmla="#ppt_x+(cos(-2*pi*(1-$))*-#ppt_x-sin(-2*pi*(1-$))*(1-#ppt_y))*(1-$)">
                                          <p:val>
                                            <p:fltVal val="0"/>
                                          </p:val>
                                        </p:tav>
                                        <p:tav tm="100000">
                                          <p:val>
                                            <p:fltVal val="1"/>
                                          </p:val>
                                        </p:tav>
                                      </p:tavLst>
                                    </p:anim>
                                    <p:anim calcmode="lin" valueType="num">
                                      <p:cBhvr>
                                        <p:cTn id="55" dur="1000" fill="hold"/>
                                        <p:tgtEl>
                                          <p:spTgt spid="25"/>
                                        </p:tgtEl>
                                        <p:attrNameLst>
                                          <p:attrName>ppt_y</p:attrName>
                                        </p:attrNameLst>
                                      </p:cBhvr>
                                      <p:tavLst>
                                        <p:tav tm="0" fmla="#ppt_y+(sin(-2*pi*(1-$))*-#ppt_x+cos(-2*pi*(1-$))*(1-#ppt_y))*(1-$)">
                                          <p:val>
                                            <p:fltVal val="0"/>
                                          </p:val>
                                        </p:tav>
                                        <p:tav tm="100000">
                                          <p:val>
                                            <p:fltVal val="1"/>
                                          </p:val>
                                        </p:tav>
                                      </p:tavLst>
                                    </p:anim>
                                  </p:childTnLst>
                                </p:cTn>
                              </p:par>
                              <p:par>
                                <p:cTn id="56" presetID="15" presetClass="entr" presetSubtype="0" fill="hold" grpId="0" nodeType="withEffect">
                                  <p:stCondLst>
                                    <p:cond delay="0"/>
                                  </p:stCondLst>
                                  <p:childTnLst>
                                    <p:set>
                                      <p:cBhvr>
                                        <p:cTn id="57" dur="1" fill="hold">
                                          <p:stCondLst>
                                            <p:cond delay="0"/>
                                          </p:stCondLst>
                                        </p:cTn>
                                        <p:tgtEl>
                                          <p:spTgt spid="26"/>
                                        </p:tgtEl>
                                        <p:attrNameLst>
                                          <p:attrName>style.visibility</p:attrName>
                                        </p:attrNameLst>
                                      </p:cBhvr>
                                      <p:to>
                                        <p:strVal val="visible"/>
                                      </p:to>
                                    </p:set>
                                    <p:anim calcmode="lin" valueType="num">
                                      <p:cBhvr>
                                        <p:cTn id="58" dur="1000" fill="hold"/>
                                        <p:tgtEl>
                                          <p:spTgt spid="26"/>
                                        </p:tgtEl>
                                        <p:attrNameLst>
                                          <p:attrName>ppt_w</p:attrName>
                                        </p:attrNameLst>
                                      </p:cBhvr>
                                      <p:tavLst>
                                        <p:tav tm="0">
                                          <p:val>
                                            <p:fltVal val="0"/>
                                          </p:val>
                                        </p:tav>
                                        <p:tav tm="100000">
                                          <p:val>
                                            <p:strVal val="#ppt_w"/>
                                          </p:val>
                                        </p:tav>
                                      </p:tavLst>
                                    </p:anim>
                                    <p:anim calcmode="lin" valueType="num">
                                      <p:cBhvr>
                                        <p:cTn id="59" dur="1000" fill="hold"/>
                                        <p:tgtEl>
                                          <p:spTgt spid="26"/>
                                        </p:tgtEl>
                                        <p:attrNameLst>
                                          <p:attrName>ppt_h</p:attrName>
                                        </p:attrNameLst>
                                      </p:cBhvr>
                                      <p:tavLst>
                                        <p:tav tm="0">
                                          <p:val>
                                            <p:fltVal val="0"/>
                                          </p:val>
                                        </p:tav>
                                        <p:tav tm="100000">
                                          <p:val>
                                            <p:strVal val="#ppt_h"/>
                                          </p:val>
                                        </p:tav>
                                      </p:tavLst>
                                    </p:anim>
                                    <p:anim calcmode="lin" valueType="num">
                                      <p:cBhvr>
                                        <p:cTn id="60" dur="1000" fill="hold"/>
                                        <p:tgtEl>
                                          <p:spTgt spid="26"/>
                                        </p:tgtEl>
                                        <p:attrNameLst>
                                          <p:attrName>ppt_x</p:attrName>
                                        </p:attrNameLst>
                                      </p:cBhvr>
                                      <p:tavLst>
                                        <p:tav tm="0" fmla="#ppt_x+(cos(-2*pi*(1-$))*-#ppt_x-sin(-2*pi*(1-$))*(1-#ppt_y))*(1-$)">
                                          <p:val>
                                            <p:fltVal val="0"/>
                                          </p:val>
                                        </p:tav>
                                        <p:tav tm="100000">
                                          <p:val>
                                            <p:fltVal val="1"/>
                                          </p:val>
                                        </p:tav>
                                      </p:tavLst>
                                    </p:anim>
                                    <p:anim calcmode="lin" valueType="num">
                                      <p:cBhvr>
                                        <p:cTn id="61" dur="1000" fill="hold"/>
                                        <p:tgtEl>
                                          <p:spTgt spid="26"/>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62" fill="hold">
                      <p:stCondLst>
                        <p:cond delay="indefinite"/>
                      </p:stCondLst>
                      <p:childTnLst>
                        <p:par>
                          <p:cTn id="63" fill="hold">
                            <p:stCondLst>
                              <p:cond delay="0"/>
                            </p:stCondLst>
                            <p:childTnLst>
                              <p:par>
                                <p:cTn id="64" presetID="30" presetClass="entr" presetSubtype="0" fill="hold" nodeType="clickEffect">
                                  <p:stCondLst>
                                    <p:cond delay="0"/>
                                  </p:stCondLst>
                                  <p:childTnLst>
                                    <p:set>
                                      <p:cBhvr>
                                        <p:cTn id="65" dur="1" fill="hold">
                                          <p:stCondLst>
                                            <p:cond delay="0"/>
                                          </p:stCondLst>
                                        </p:cTn>
                                        <p:tgtEl>
                                          <p:spTgt spid="3"/>
                                        </p:tgtEl>
                                        <p:attrNameLst>
                                          <p:attrName>style.visibility</p:attrName>
                                        </p:attrNameLst>
                                      </p:cBhvr>
                                      <p:to>
                                        <p:strVal val="visible"/>
                                      </p:to>
                                    </p:set>
                                    <p:animEffect transition="in" filter="fade">
                                      <p:cBhvr>
                                        <p:cTn id="66" dur="800" decel="100000"/>
                                        <p:tgtEl>
                                          <p:spTgt spid="3"/>
                                        </p:tgtEl>
                                      </p:cBhvr>
                                    </p:animEffect>
                                    <p:anim calcmode="lin" valueType="num">
                                      <p:cBhvr>
                                        <p:cTn id="67" dur="800" decel="100000" fill="hold"/>
                                        <p:tgtEl>
                                          <p:spTgt spid="3"/>
                                        </p:tgtEl>
                                        <p:attrNameLst>
                                          <p:attrName>style.rotation</p:attrName>
                                        </p:attrNameLst>
                                      </p:cBhvr>
                                      <p:tavLst>
                                        <p:tav tm="0">
                                          <p:val>
                                            <p:fltVal val="-90"/>
                                          </p:val>
                                        </p:tav>
                                        <p:tav tm="100000">
                                          <p:val>
                                            <p:fltVal val="0"/>
                                          </p:val>
                                        </p:tav>
                                      </p:tavLst>
                                    </p:anim>
                                    <p:anim calcmode="lin" valueType="num">
                                      <p:cBhvr>
                                        <p:cTn id="68" dur="800" decel="100000" fill="hold"/>
                                        <p:tgtEl>
                                          <p:spTgt spid="3"/>
                                        </p:tgtEl>
                                        <p:attrNameLst>
                                          <p:attrName>ppt_x</p:attrName>
                                        </p:attrNameLst>
                                      </p:cBhvr>
                                      <p:tavLst>
                                        <p:tav tm="0">
                                          <p:val>
                                            <p:strVal val="#ppt_x+0.4"/>
                                          </p:val>
                                        </p:tav>
                                        <p:tav tm="100000">
                                          <p:val>
                                            <p:strVal val="#ppt_x-0.05"/>
                                          </p:val>
                                        </p:tav>
                                      </p:tavLst>
                                    </p:anim>
                                    <p:anim calcmode="lin" valueType="num">
                                      <p:cBhvr>
                                        <p:cTn id="69" dur="800" decel="100000" fill="hold"/>
                                        <p:tgtEl>
                                          <p:spTgt spid="3"/>
                                        </p:tgtEl>
                                        <p:attrNameLst>
                                          <p:attrName>ppt_y</p:attrName>
                                        </p:attrNameLst>
                                      </p:cBhvr>
                                      <p:tavLst>
                                        <p:tav tm="0">
                                          <p:val>
                                            <p:strVal val="#ppt_y-0.4"/>
                                          </p:val>
                                        </p:tav>
                                        <p:tav tm="100000">
                                          <p:val>
                                            <p:strVal val="#ppt_y+0.1"/>
                                          </p:val>
                                        </p:tav>
                                      </p:tavLst>
                                    </p:anim>
                                    <p:anim calcmode="lin" valueType="num">
                                      <p:cBhvr>
                                        <p:cTn id="70" dur="200" accel="100000" fill="hold">
                                          <p:stCondLst>
                                            <p:cond delay="800"/>
                                          </p:stCondLst>
                                        </p:cTn>
                                        <p:tgtEl>
                                          <p:spTgt spid="3"/>
                                        </p:tgtEl>
                                        <p:attrNameLst>
                                          <p:attrName>ppt_x</p:attrName>
                                        </p:attrNameLst>
                                      </p:cBhvr>
                                      <p:tavLst>
                                        <p:tav tm="0">
                                          <p:val>
                                            <p:strVal val="#ppt_x-0.05"/>
                                          </p:val>
                                        </p:tav>
                                        <p:tav tm="100000">
                                          <p:val>
                                            <p:strVal val="#ppt_x"/>
                                          </p:val>
                                        </p:tav>
                                      </p:tavLst>
                                    </p:anim>
                                    <p:anim calcmode="lin" valueType="num">
                                      <p:cBhvr>
                                        <p:cTn id="71" dur="200" accel="100000" fill="hold">
                                          <p:stCondLst>
                                            <p:cond delay="800"/>
                                          </p:stCondLst>
                                        </p:cTn>
                                        <p:tgtEl>
                                          <p:spTgt spid="3"/>
                                        </p:tgtEl>
                                        <p:attrNameLst>
                                          <p:attrName>ppt_y</p:attrName>
                                        </p:attrNameLst>
                                      </p:cBhvr>
                                      <p:tavLst>
                                        <p:tav tm="0">
                                          <p:val>
                                            <p:strVal val="#ppt_y+0.1"/>
                                          </p:val>
                                        </p:tav>
                                        <p:tav tm="100000">
                                          <p:val>
                                            <p:strVal val="#ppt_y"/>
                                          </p:val>
                                        </p:tav>
                                      </p:tavLst>
                                    </p:anim>
                                  </p:childTnLst>
                                </p:cTn>
                              </p:par>
                            </p:childTnLst>
                          </p:cTn>
                        </p:par>
                      </p:childTnLst>
                    </p:cTn>
                  </p:par>
                  <p:par>
                    <p:cTn id="72" fill="hold">
                      <p:stCondLst>
                        <p:cond delay="indefinite"/>
                      </p:stCondLst>
                      <p:childTnLst>
                        <p:par>
                          <p:cTn id="73" fill="hold">
                            <p:stCondLst>
                              <p:cond delay="0"/>
                            </p:stCondLst>
                            <p:childTnLst>
                              <p:par>
                                <p:cTn id="74" presetID="30" presetClass="entr" presetSubtype="0" fill="hold" grpId="0" nodeType="clickEffect">
                                  <p:stCondLst>
                                    <p:cond delay="0"/>
                                  </p:stCondLst>
                                  <p:childTnLst>
                                    <p:set>
                                      <p:cBhvr>
                                        <p:cTn id="75" dur="1" fill="hold">
                                          <p:stCondLst>
                                            <p:cond delay="0"/>
                                          </p:stCondLst>
                                        </p:cTn>
                                        <p:tgtEl>
                                          <p:spTgt spid="46"/>
                                        </p:tgtEl>
                                        <p:attrNameLst>
                                          <p:attrName>style.visibility</p:attrName>
                                        </p:attrNameLst>
                                      </p:cBhvr>
                                      <p:to>
                                        <p:strVal val="visible"/>
                                      </p:to>
                                    </p:set>
                                    <p:animEffect transition="in" filter="fade">
                                      <p:cBhvr>
                                        <p:cTn id="76" dur="800" decel="100000"/>
                                        <p:tgtEl>
                                          <p:spTgt spid="46"/>
                                        </p:tgtEl>
                                      </p:cBhvr>
                                    </p:animEffect>
                                    <p:anim calcmode="lin" valueType="num">
                                      <p:cBhvr>
                                        <p:cTn id="77" dur="800" decel="100000" fill="hold"/>
                                        <p:tgtEl>
                                          <p:spTgt spid="46"/>
                                        </p:tgtEl>
                                        <p:attrNameLst>
                                          <p:attrName>style.rotation</p:attrName>
                                        </p:attrNameLst>
                                      </p:cBhvr>
                                      <p:tavLst>
                                        <p:tav tm="0">
                                          <p:val>
                                            <p:fltVal val="-90"/>
                                          </p:val>
                                        </p:tav>
                                        <p:tav tm="100000">
                                          <p:val>
                                            <p:fltVal val="0"/>
                                          </p:val>
                                        </p:tav>
                                      </p:tavLst>
                                    </p:anim>
                                    <p:anim calcmode="lin" valueType="num">
                                      <p:cBhvr>
                                        <p:cTn id="78" dur="800" decel="100000" fill="hold"/>
                                        <p:tgtEl>
                                          <p:spTgt spid="46"/>
                                        </p:tgtEl>
                                        <p:attrNameLst>
                                          <p:attrName>ppt_x</p:attrName>
                                        </p:attrNameLst>
                                      </p:cBhvr>
                                      <p:tavLst>
                                        <p:tav tm="0">
                                          <p:val>
                                            <p:strVal val="#ppt_x+0.4"/>
                                          </p:val>
                                        </p:tav>
                                        <p:tav tm="100000">
                                          <p:val>
                                            <p:strVal val="#ppt_x-0.05"/>
                                          </p:val>
                                        </p:tav>
                                      </p:tavLst>
                                    </p:anim>
                                    <p:anim calcmode="lin" valueType="num">
                                      <p:cBhvr>
                                        <p:cTn id="79" dur="800" decel="100000" fill="hold"/>
                                        <p:tgtEl>
                                          <p:spTgt spid="46"/>
                                        </p:tgtEl>
                                        <p:attrNameLst>
                                          <p:attrName>ppt_y</p:attrName>
                                        </p:attrNameLst>
                                      </p:cBhvr>
                                      <p:tavLst>
                                        <p:tav tm="0">
                                          <p:val>
                                            <p:strVal val="#ppt_y-0.4"/>
                                          </p:val>
                                        </p:tav>
                                        <p:tav tm="100000">
                                          <p:val>
                                            <p:strVal val="#ppt_y+0.1"/>
                                          </p:val>
                                        </p:tav>
                                      </p:tavLst>
                                    </p:anim>
                                    <p:anim calcmode="lin" valueType="num">
                                      <p:cBhvr>
                                        <p:cTn id="80" dur="200" accel="100000" fill="hold">
                                          <p:stCondLst>
                                            <p:cond delay="800"/>
                                          </p:stCondLst>
                                        </p:cTn>
                                        <p:tgtEl>
                                          <p:spTgt spid="46"/>
                                        </p:tgtEl>
                                        <p:attrNameLst>
                                          <p:attrName>ppt_x</p:attrName>
                                        </p:attrNameLst>
                                      </p:cBhvr>
                                      <p:tavLst>
                                        <p:tav tm="0">
                                          <p:val>
                                            <p:strVal val="#ppt_x-0.05"/>
                                          </p:val>
                                        </p:tav>
                                        <p:tav tm="100000">
                                          <p:val>
                                            <p:strVal val="#ppt_x"/>
                                          </p:val>
                                        </p:tav>
                                      </p:tavLst>
                                    </p:anim>
                                    <p:anim calcmode="lin" valueType="num">
                                      <p:cBhvr>
                                        <p:cTn id="81" dur="200" accel="100000" fill="hold">
                                          <p:stCondLst>
                                            <p:cond delay="800"/>
                                          </p:stCondLst>
                                        </p:cTn>
                                        <p:tgtEl>
                                          <p:spTgt spid="46"/>
                                        </p:tgtEl>
                                        <p:attrNameLst>
                                          <p:attrName>ppt_y</p:attrName>
                                        </p:attrNameLst>
                                      </p:cBhvr>
                                      <p:tavLst>
                                        <p:tav tm="0">
                                          <p:val>
                                            <p:strVal val="#ppt_y+0.1"/>
                                          </p:val>
                                        </p:tav>
                                        <p:tav tm="100000">
                                          <p:val>
                                            <p:strVal val="#ppt_y"/>
                                          </p:val>
                                        </p:tav>
                                      </p:tavLst>
                                    </p:anim>
                                  </p:childTnLst>
                                </p:cTn>
                              </p:par>
                            </p:childTnLst>
                          </p:cTn>
                        </p:par>
                        <p:par>
                          <p:cTn id="82" fill="hold">
                            <p:stCondLst>
                              <p:cond delay="1000"/>
                            </p:stCondLst>
                            <p:childTnLst>
                              <p:par>
                                <p:cTn id="83" presetID="2" presetClass="entr" presetSubtype="4" fill="hold" grpId="0" nodeType="afterEffect">
                                  <p:stCondLst>
                                    <p:cond delay="0"/>
                                  </p:stCondLst>
                                  <p:iterate type="lt">
                                    <p:tmPct val="10000"/>
                                  </p:iterate>
                                  <p:childTnLst>
                                    <p:set>
                                      <p:cBhvr>
                                        <p:cTn id="84" dur="1" fill="hold">
                                          <p:stCondLst>
                                            <p:cond delay="0"/>
                                          </p:stCondLst>
                                        </p:cTn>
                                        <p:tgtEl>
                                          <p:spTgt spid="54"/>
                                        </p:tgtEl>
                                        <p:attrNameLst>
                                          <p:attrName>style.visibility</p:attrName>
                                        </p:attrNameLst>
                                      </p:cBhvr>
                                      <p:to>
                                        <p:strVal val="visible"/>
                                      </p:to>
                                    </p:set>
                                    <p:anim calcmode="lin" valueType="num">
                                      <p:cBhvr>
                                        <p:cTn id="85" dur="500" fill="hold"/>
                                        <p:tgtEl>
                                          <p:spTgt spid="54"/>
                                        </p:tgtEl>
                                        <p:attrNameLst>
                                          <p:attrName>ppt_x</p:attrName>
                                        </p:attrNameLst>
                                      </p:cBhvr>
                                      <p:tavLst>
                                        <p:tav tm="0">
                                          <p:val>
                                            <p:strVal val="#ppt_x"/>
                                          </p:val>
                                        </p:tav>
                                        <p:tav tm="100000">
                                          <p:val>
                                            <p:strVal val="#ppt_x"/>
                                          </p:val>
                                        </p:tav>
                                      </p:tavLst>
                                    </p:anim>
                                    <p:anim calcmode="lin" valueType="num">
                                      <p:cBhvr>
                                        <p:cTn id="86" dur="500" fill="hold"/>
                                        <p:tgtEl>
                                          <p:spTgt spid="54"/>
                                        </p:tgtEl>
                                        <p:attrNameLst>
                                          <p:attrName>ppt_y</p:attrName>
                                        </p:attrNameLst>
                                      </p:cBhvr>
                                      <p:tavLst>
                                        <p:tav tm="0">
                                          <p:val>
                                            <p:strVal val="1+#ppt_h/2"/>
                                          </p:val>
                                        </p:tav>
                                        <p:tav tm="100000">
                                          <p:val>
                                            <p:strVal val="#ppt_y"/>
                                          </p:val>
                                        </p:tav>
                                      </p:tavLst>
                                    </p:anim>
                                  </p:childTnLst>
                                </p:cTn>
                              </p:par>
                              <p:par>
                                <p:cTn id="87" presetID="26" presetClass="emph" presetSubtype="0" fill="hold" grpId="1" nodeType="withEffect">
                                  <p:stCondLst>
                                    <p:cond delay="500"/>
                                  </p:stCondLst>
                                  <p:iterate type="lt">
                                    <p:tmPct val="10000"/>
                                  </p:iterate>
                                  <p:childTnLst>
                                    <p:animEffect transition="out" filter="fade">
                                      <p:cBhvr>
                                        <p:cTn id="88" dur="500" tmFilter="0, 0; .2, .5; .8, .5; 1, 0"/>
                                        <p:tgtEl>
                                          <p:spTgt spid="54"/>
                                        </p:tgtEl>
                                      </p:cBhvr>
                                    </p:animEffect>
                                    <p:animScale>
                                      <p:cBhvr>
                                        <p:cTn id="89" dur="250" autoRev="1" fill="hold"/>
                                        <p:tgtEl>
                                          <p:spTgt spid="54"/>
                                        </p:tgtEl>
                                      </p:cBhvr>
                                      <p:by x="105000" y="105000"/>
                                    </p:animScale>
                                  </p:childTnLst>
                                </p:cTn>
                              </p:par>
                            </p:childTnLst>
                          </p:cTn>
                        </p:par>
                        <p:par>
                          <p:cTn id="90" fill="hold">
                            <p:stCondLst>
                              <p:cond delay="2900"/>
                            </p:stCondLst>
                            <p:childTnLst>
                              <p:par>
                                <p:cTn id="91" presetID="55" presetClass="entr" presetSubtype="0" fill="hold" nodeType="afterEffect">
                                  <p:stCondLst>
                                    <p:cond delay="0"/>
                                  </p:stCondLst>
                                  <p:childTnLst>
                                    <p:set>
                                      <p:cBhvr>
                                        <p:cTn id="92" dur="1" fill="hold">
                                          <p:stCondLst>
                                            <p:cond delay="0"/>
                                          </p:stCondLst>
                                        </p:cTn>
                                        <p:tgtEl>
                                          <p:spTgt spid="50"/>
                                        </p:tgtEl>
                                        <p:attrNameLst>
                                          <p:attrName>style.visibility</p:attrName>
                                        </p:attrNameLst>
                                      </p:cBhvr>
                                      <p:to>
                                        <p:strVal val="visible"/>
                                      </p:to>
                                    </p:set>
                                    <p:anim calcmode="lin" valueType="num">
                                      <p:cBhvr>
                                        <p:cTn id="93" dur="1000" fill="hold"/>
                                        <p:tgtEl>
                                          <p:spTgt spid="50"/>
                                        </p:tgtEl>
                                        <p:attrNameLst>
                                          <p:attrName>ppt_w</p:attrName>
                                        </p:attrNameLst>
                                      </p:cBhvr>
                                      <p:tavLst>
                                        <p:tav tm="0">
                                          <p:val>
                                            <p:strVal val="#ppt_w*0.70"/>
                                          </p:val>
                                        </p:tav>
                                        <p:tav tm="100000">
                                          <p:val>
                                            <p:strVal val="#ppt_w"/>
                                          </p:val>
                                        </p:tav>
                                      </p:tavLst>
                                    </p:anim>
                                    <p:anim calcmode="lin" valueType="num">
                                      <p:cBhvr>
                                        <p:cTn id="94" dur="1000" fill="hold"/>
                                        <p:tgtEl>
                                          <p:spTgt spid="50"/>
                                        </p:tgtEl>
                                        <p:attrNameLst>
                                          <p:attrName>ppt_h</p:attrName>
                                        </p:attrNameLst>
                                      </p:cBhvr>
                                      <p:tavLst>
                                        <p:tav tm="0">
                                          <p:val>
                                            <p:strVal val="#ppt_h"/>
                                          </p:val>
                                        </p:tav>
                                        <p:tav tm="100000">
                                          <p:val>
                                            <p:strVal val="#ppt_h"/>
                                          </p:val>
                                        </p:tav>
                                      </p:tavLst>
                                    </p:anim>
                                    <p:animEffect transition="in" filter="fade">
                                      <p:cBhvr>
                                        <p:cTn id="95" dur="1000"/>
                                        <p:tgtEl>
                                          <p:spTgt spid="50"/>
                                        </p:tgtEl>
                                      </p:cBhvr>
                                    </p:animEffect>
                                  </p:childTnLst>
                                </p:cTn>
                              </p:par>
                            </p:childTnLst>
                          </p:cTn>
                        </p:par>
                        <p:par>
                          <p:cTn id="96" fill="hold">
                            <p:stCondLst>
                              <p:cond delay="3900"/>
                            </p:stCondLst>
                            <p:childTnLst>
                              <p:par>
                                <p:cTn id="97" presetID="55" presetClass="entr" presetSubtype="0" fill="hold" nodeType="afterEffect">
                                  <p:stCondLst>
                                    <p:cond delay="0"/>
                                  </p:stCondLst>
                                  <p:childTnLst>
                                    <p:set>
                                      <p:cBhvr>
                                        <p:cTn id="98" dur="1" fill="hold">
                                          <p:stCondLst>
                                            <p:cond delay="0"/>
                                          </p:stCondLst>
                                        </p:cTn>
                                        <p:tgtEl>
                                          <p:spTgt spid="56"/>
                                        </p:tgtEl>
                                        <p:attrNameLst>
                                          <p:attrName>style.visibility</p:attrName>
                                        </p:attrNameLst>
                                      </p:cBhvr>
                                      <p:to>
                                        <p:strVal val="visible"/>
                                      </p:to>
                                    </p:set>
                                    <p:anim calcmode="lin" valueType="num">
                                      <p:cBhvr>
                                        <p:cTn id="99" dur="1000" fill="hold"/>
                                        <p:tgtEl>
                                          <p:spTgt spid="56"/>
                                        </p:tgtEl>
                                        <p:attrNameLst>
                                          <p:attrName>ppt_w</p:attrName>
                                        </p:attrNameLst>
                                      </p:cBhvr>
                                      <p:tavLst>
                                        <p:tav tm="0">
                                          <p:val>
                                            <p:strVal val="#ppt_w*0.70"/>
                                          </p:val>
                                        </p:tav>
                                        <p:tav tm="100000">
                                          <p:val>
                                            <p:strVal val="#ppt_w"/>
                                          </p:val>
                                        </p:tav>
                                      </p:tavLst>
                                    </p:anim>
                                    <p:anim calcmode="lin" valueType="num">
                                      <p:cBhvr>
                                        <p:cTn id="100" dur="1000" fill="hold"/>
                                        <p:tgtEl>
                                          <p:spTgt spid="56"/>
                                        </p:tgtEl>
                                        <p:attrNameLst>
                                          <p:attrName>ppt_h</p:attrName>
                                        </p:attrNameLst>
                                      </p:cBhvr>
                                      <p:tavLst>
                                        <p:tav tm="0">
                                          <p:val>
                                            <p:strVal val="#ppt_h"/>
                                          </p:val>
                                        </p:tav>
                                        <p:tav tm="100000">
                                          <p:val>
                                            <p:strVal val="#ppt_h"/>
                                          </p:val>
                                        </p:tav>
                                      </p:tavLst>
                                    </p:anim>
                                    <p:animEffect transition="in" filter="fade">
                                      <p:cBhvr>
                                        <p:cTn id="101" dur="10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54" grpId="0"/>
      <p:bldP spid="54" grpId="1"/>
      <p:bldP spid="20" grpId="0" animBg="1"/>
      <p:bldP spid="24" grpId="0" animBg="1"/>
      <p:bldP spid="25" grpId="0" animBg="1"/>
      <p:bldP spid="26" grpId="0" animBg="1"/>
      <p:bldP spid="27" grpId="0" animBg="1"/>
      <p:bldP spid="28" grpId="0" animBg="1"/>
      <p:bldP spid="28" grpId="1" animBg="1"/>
      <p:bldP spid="29"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6" name="组合 75"/>
          <p:cNvGrpSpPr/>
          <p:nvPr/>
        </p:nvGrpSpPr>
        <p:grpSpPr>
          <a:xfrm>
            <a:off x="1" y="-2"/>
            <a:ext cx="12191999" cy="6858000"/>
            <a:chOff x="1" y="-2"/>
            <a:chExt cx="12191999" cy="6858000"/>
          </a:xfrm>
        </p:grpSpPr>
        <p:pic>
          <p:nvPicPr>
            <p:cNvPr id="77" name="图片 76"/>
            <p:cNvPicPr>
              <a:picLocks noChangeAspect="1"/>
            </p:cNvPicPr>
            <p:nvPr/>
          </p:nvPicPr>
          <p:blipFill>
            <a:blip r:embed="rId1">
              <a:extLst>
                <a:ext uri="{BEBA8EAE-BF5A-486C-A8C5-ECC9F3942E4B}">
                  <a14:imgProps xmlns:a14="http://schemas.microsoft.com/office/drawing/2010/main">
                    <a14:imgLayer r:embed="rId2">
                      <a14:imgEffect>
                        <a14:brightnessContrast contrast="40000"/>
                      </a14:imgEffect>
                      <a14:imgEffect>
                        <a14:saturation sat="400000"/>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1" y="-2"/>
              <a:ext cx="12191999" cy="6858000"/>
            </a:xfrm>
            <a:prstGeom prst="rect">
              <a:avLst/>
            </a:prstGeom>
          </p:spPr>
        </p:pic>
        <p:sp>
          <p:nvSpPr>
            <p:cNvPr id="78" name="矩形 77"/>
            <p:cNvSpPr/>
            <p:nvPr/>
          </p:nvSpPr>
          <p:spPr>
            <a:xfrm>
              <a:off x="250371" y="267786"/>
              <a:ext cx="11691258" cy="632242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lumMod val="75000"/>
                    <a:lumOff val="25000"/>
                  </a:schemeClr>
                </a:solidFill>
                <a:latin typeface="思源黑体" panose="020B0500000000000000" pitchFamily="34" charset="-122"/>
                <a:ea typeface="思源黑体" panose="020B0500000000000000" pitchFamily="34" charset="-122"/>
              </a:endParaRPr>
            </a:p>
          </p:txBody>
        </p:sp>
      </p:grpSp>
      <p:grpSp>
        <p:nvGrpSpPr>
          <p:cNvPr id="67" name="组合 66"/>
          <p:cNvGrpSpPr/>
          <p:nvPr/>
        </p:nvGrpSpPr>
        <p:grpSpPr>
          <a:xfrm>
            <a:off x="1862869" y="1254202"/>
            <a:ext cx="8466262" cy="4091041"/>
            <a:chOff x="269966" y="1983251"/>
            <a:chExt cx="8466262" cy="4091041"/>
          </a:xfrm>
        </p:grpSpPr>
        <p:sp>
          <p:nvSpPr>
            <p:cNvPr id="68" name="PA-矩形 3"/>
            <p:cNvSpPr/>
            <p:nvPr>
              <p:custDataLst>
                <p:tags r:id="rId3"/>
              </p:custDataLst>
            </p:nvPr>
          </p:nvSpPr>
          <p:spPr>
            <a:xfrm>
              <a:off x="381178" y="1983251"/>
              <a:ext cx="8355050" cy="3372846"/>
            </a:xfrm>
            <a:prstGeom prst="rect">
              <a:avLst/>
            </a:prstGeom>
          </p:spPr>
          <p:txBody>
            <a:bodyPr wrap="square">
              <a:spAutoFit/>
            </a:bodyPr>
            <a:lstStyle>
              <a:defPPr>
                <a:defRPr lang="zh-CN"/>
              </a:defPPr>
              <a:lvl1pPr marL="0" algn="l" defTabSz="914400" rtl="0" eaLnBrk="1" latinLnBrk="0" hangingPunct="1">
                <a:defRPr sz="1800" kern="1200">
                  <a:solidFill>
                    <a:sysClr val="windowText" lastClr="000000"/>
                  </a:solidFill>
                  <a:latin typeface="Arial" panose="020B0604020202090204" pitchFamily="34" charset="0"/>
                  <a:ea typeface="阿里巴巴普惠体" panose="00020600040101010101" charset="-122"/>
                  <a:cs typeface="微软雅黑" charset="-122"/>
                </a:defRPr>
              </a:lvl1pPr>
              <a:lvl2pPr marL="457200" algn="l" defTabSz="914400" rtl="0" eaLnBrk="1" latinLnBrk="0" hangingPunct="1">
                <a:defRPr sz="1800" kern="1200">
                  <a:solidFill>
                    <a:sysClr val="windowText" lastClr="000000"/>
                  </a:solidFill>
                  <a:latin typeface="Arial" panose="020B0604020202090204" pitchFamily="34" charset="0"/>
                  <a:ea typeface="阿里巴巴普惠体" panose="00020600040101010101" charset="-122"/>
                  <a:cs typeface="微软雅黑" charset="-122"/>
                </a:defRPr>
              </a:lvl2pPr>
              <a:lvl3pPr marL="914400" algn="l" defTabSz="914400" rtl="0" eaLnBrk="1" latinLnBrk="0" hangingPunct="1">
                <a:defRPr sz="1800" kern="1200">
                  <a:solidFill>
                    <a:sysClr val="windowText" lastClr="000000"/>
                  </a:solidFill>
                  <a:latin typeface="Arial" panose="020B0604020202090204" pitchFamily="34" charset="0"/>
                  <a:ea typeface="阿里巴巴普惠体" panose="00020600040101010101" charset="-122"/>
                  <a:cs typeface="微软雅黑" charset="-122"/>
                </a:defRPr>
              </a:lvl3pPr>
              <a:lvl4pPr marL="1371600" algn="l" defTabSz="914400" rtl="0" eaLnBrk="1" latinLnBrk="0" hangingPunct="1">
                <a:defRPr sz="1800" kern="1200">
                  <a:solidFill>
                    <a:sysClr val="windowText" lastClr="000000"/>
                  </a:solidFill>
                  <a:latin typeface="Arial" panose="020B0604020202090204" pitchFamily="34" charset="0"/>
                  <a:ea typeface="阿里巴巴普惠体" panose="00020600040101010101" charset="-122"/>
                  <a:cs typeface="微软雅黑" charset="-122"/>
                </a:defRPr>
              </a:lvl4pPr>
              <a:lvl5pPr marL="1828800" algn="l" defTabSz="914400" rtl="0" eaLnBrk="1" latinLnBrk="0" hangingPunct="1">
                <a:defRPr sz="1800" kern="1200">
                  <a:solidFill>
                    <a:sysClr val="windowText" lastClr="000000"/>
                  </a:solidFill>
                  <a:latin typeface="Arial" panose="020B0604020202090204" pitchFamily="34" charset="0"/>
                  <a:ea typeface="阿里巴巴普惠体" panose="00020600040101010101" charset="-122"/>
                  <a:cs typeface="微软雅黑" charset="-122"/>
                </a:defRPr>
              </a:lvl5pPr>
              <a:lvl6pPr marL="2286000" algn="l" defTabSz="914400" rtl="0" eaLnBrk="1" latinLnBrk="0" hangingPunct="1">
                <a:defRPr sz="1800" kern="1200">
                  <a:solidFill>
                    <a:sysClr val="windowText" lastClr="000000"/>
                  </a:solidFill>
                  <a:latin typeface="Arial" panose="020B0604020202090204" pitchFamily="34" charset="0"/>
                  <a:ea typeface="阿里巴巴普惠体" panose="00020600040101010101" charset="-122"/>
                  <a:cs typeface="微软雅黑" charset="-122"/>
                </a:defRPr>
              </a:lvl6pPr>
              <a:lvl7pPr marL="2743200" algn="l" defTabSz="914400" rtl="0" eaLnBrk="1" latinLnBrk="0" hangingPunct="1">
                <a:defRPr sz="1800" kern="1200">
                  <a:solidFill>
                    <a:sysClr val="windowText" lastClr="000000"/>
                  </a:solidFill>
                  <a:latin typeface="Arial" panose="020B0604020202090204" pitchFamily="34" charset="0"/>
                  <a:ea typeface="阿里巴巴普惠体" panose="00020600040101010101" charset="-122"/>
                  <a:cs typeface="微软雅黑" charset="-122"/>
                </a:defRPr>
              </a:lvl7pPr>
              <a:lvl8pPr marL="3200400" algn="l" defTabSz="914400" rtl="0" eaLnBrk="1" latinLnBrk="0" hangingPunct="1">
                <a:defRPr sz="1800" kern="1200">
                  <a:solidFill>
                    <a:sysClr val="windowText" lastClr="000000"/>
                  </a:solidFill>
                  <a:latin typeface="Arial" panose="020B0604020202090204" pitchFamily="34" charset="0"/>
                  <a:ea typeface="阿里巴巴普惠体" panose="00020600040101010101" charset="-122"/>
                  <a:cs typeface="微软雅黑" charset="-122"/>
                </a:defRPr>
              </a:lvl8pPr>
              <a:lvl9pPr marL="3657600" algn="l" defTabSz="914400" rtl="0" eaLnBrk="1" latinLnBrk="0" hangingPunct="1">
                <a:defRPr sz="1800" kern="1200">
                  <a:solidFill>
                    <a:sysClr val="windowText" lastClr="000000"/>
                  </a:solidFill>
                  <a:latin typeface="Arial" panose="020B0604020202090204" pitchFamily="34" charset="0"/>
                  <a:ea typeface="阿里巴巴普惠体" panose="00020600040101010101" charset="-122"/>
                  <a:cs typeface="微软雅黑" charset="-122"/>
                </a:defRPr>
              </a:lvl9pPr>
            </a:lstStyle>
            <a:p>
              <a:pPr>
                <a:lnSpc>
                  <a:spcPct val="150000"/>
                </a:lnSpc>
              </a:pPr>
              <a:r>
                <a:rPr lang="zh-CN" altLang="en-US" sz="1600" dirty="0">
                  <a:solidFill>
                    <a:schemeClr val="tx1">
                      <a:lumMod val="75000"/>
                      <a:lumOff val="25000"/>
                    </a:schemeClr>
                  </a:solidFill>
                  <a:latin typeface="思源黑体" panose="020B0500000000000000" pitchFamily="34" charset="-122"/>
                  <a:ea typeface="思源黑体" panose="020B0500000000000000" pitchFamily="34" charset="-122"/>
                  <a:cs typeface="阿里巴巴普惠体" panose="00020600040101010101" charset="-122"/>
                </a:rPr>
                <a:t>感谢您下载觅知网平台上提供的</a:t>
              </a:r>
              <a:r>
                <a:rPr lang="en-US" altLang="zh-CN" sz="1600" dirty="0">
                  <a:solidFill>
                    <a:schemeClr val="tx1">
                      <a:lumMod val="75000"/>
                      <a:lumOff val="25000"/>
                    </a:schemeClr>
                  </a:solidFill>
                  <a:latin typeface="思源黑体" panose="020B0500000000000000" pitchFamily="34" charset="-122"/>
                  <a:ea typeface="思源黑体" panose="020B0500000000000000" pitchFamily="34" charset="-122"/>
                  <a:cs typeface="阿里巴巴普惠体" panose="00020600040101010101" charset="-122"/>
                </a:rPr>
                <a:t>PPT</a:t>
              </a:r>
              <a:r>
                <a:rPr lang="zh-CN" altLang="en-US" sz="1600" dirty="0">
                  <a:solidFill>
                    <a:schemeClr val="tx1">
                      <a:lumMod val="75000"/>
                      <a:lumOff val="25000"/>
                    </a:schemeClr>
                  </a:solidFill>
                  <a:latin typeface="思源黑体" panose="020B0500000000000000" pitchFamily="34" charset="-122"/>
                  <a:ea typeface="思源黑体" panose="020B0500000000000000" pitchFamily="34" charset="-122"/>
                  <a:cs typeface="阿里巴巴普惠体" panose="00020600040101010101" charset="-122"/>
                </a:rPr>
                <a:t>作品，为了您和觅知网以及原创作者的利益，请勿复制、传播、销售，否则将承担法律责任！觅知网将对作品进行维权，按照传播下载次数进行十倍的索取赔偿！</a:t>
              </a:r>
              <a:endParaRPr lang="zh-CN" altLang="en-US" sz="1600" dirty="0">
                <a:solidFill>
                  <a:schemeClr val="tx1">
                    <a:lumMod val="75000"/>
                    <a:lumOff val="25000"/>
                  </a:schemeClr>
                </a:solidFill>
                <a:latin typeface="思源黑体" panose="020B0500000000000000" pitchFamily="34" charset="-122"/>
                <a:ea typeface="思源黑体" panose="020B0500000000000000" pitchFamily="34" charset="-122"/>
                <a:cs typeface="阿里巴巴普惠体" panose="00020600040101010101" charset="-122"/>
              </a:endParaRPr>
            </a:p>
            <a:p>
              <a:pPr>
                <a:lnSpc>
                  <a:spcPct val="150000"/>
                </a:lnSpc>
              </a:pPr>
              <a:endParaRPr lang="zh-CN" altLang="en-US" sz="1600" dirty="0">
                <a:solidFill>
                  <a:schemeClr val="tx1">
                    <a:lumMod val="75000"/>
                    <a:lumOff val="25000"/>
                  </a:schemeClr>
                </a:solidFill>
                <a:latin typeface="思源黑体" panose="020B0500000000000000" pitchFamily="34" charset="-122"/>
                <a:ea typeface="思源黑体" panose="020B0500000000000000" pitchFamily="34" charset="-122"/>
                <a:cs typeface="阿里巴巴普惠体" panose="00020600040101010101" charset="-122"/>
              </a:endParaRPr>
            </a:p>
            <a:p>
              <a:pPr>
                <a:lnSpc>
                  <a:spcPct val="150000"/>
                </a:lnSpc>
              </a:pPr>
              <a:r>
                <a:rPr lang="en-US" altLang="zh-CN" sz="1600" dirty="0">
                  <a:solidFill>
                    <a:schemeClr val="tx1">
                      <a:lumMod val="75000"/>
                      <a:lumOff val="25000"/>
                    </a:schemeClr>
                  </a:solidFill>
                  <a:latin typeface="思源黑体" panose="020B0500000000000000" pitchFamily="34" charset="-122"/>
                  <a:ea typeface="思源黑体" panose="020B0500000000000000" pitchFamily="34" charset="-122"/>
                  <a:cs typeface="阿里巴巴普惠体" panose="00020600040101010101" charset="-122"/>
                </a:rPr>
                <a:t>1.</a:t>
              </a:r>
              <a:r>
                <a:rPr lang="zh-CN" altLang="en-US" sz="1600" dirty="0">
                  <a:solidFill>
                    <a:schemeClr val="tx1">
                      <a:lumMod val="75000"/>
                      <a:lumOff val="25000"/>
                    </a:schemeClr>
                  </a:solidFill>
                  <a:latin typeface="思源黑体" panose="020B0500000000000000" pitchFamily="34" charset="-122"/>
                  <a:ea typeface="思源黑体" panose="020B0500000000000000" pitchFamily="34" charset="-122"/>
                  <a:cs typeface="阿里巴巴普惠体" panose="00020600040101010101" charset="-122"/>
                </a:rPr>
                <a:t>在觅知网出售的</a:t>
              </a:r>
              <a:r>
                <a:rPr lang="en-US" altLang="zh-CN" sz="1600" dirty="0">
                  <a:solidFill>
                    <a:schemeClr val="tx1">
                      <a:lumMod val="75000"/>
                      <a:lumOff val="25000"/>
                    </a:schemeClr>
                  </a:solidFill>
                  <a:latin typeface="思源黑体" panose="020B0500000000000000" pitchFamily="34" charset="-122"/>
                  <a:ea typeface="思源黑体" panose="020B0500000000000000" pitchFamily="34" charset="-122"/>
                  <a:cs typeface="阿里巴巴普惠体" panose="00020600040101010101" charset="-122"/>
                </a:rPr>
                <a:t>PPT</a:t>
              </a:r>
              <a:r>
                <a:rPr lang="zh-CN" altLang="en-US" sz="1600" dirty="0">
                  <a:solidFill>
                    <a:schemeClr val="tx1">
                      <a:lumMod val="75000"/>
                      <a:lumOff val="25000"/>
                    </a:schemeClr>
                  </a:solidFill>
                  <a:latin typeface="思源黑体" panose="020B0500000000000000" pitchFamily="34" charset="-122"/>
                  <a:ea typeface="思源黑体" panose="020B0500000000000000" pitchFamily="34" charset="-122"/>
                  <a:cs typeface="阿里巴巴普惠体" panose="00020600040101010101" charset="-122"/>
                </a:rPr>
                <a:t>模板是免版税类（</a:t>
              </a:r>
              <a:r>
                <a:rPr lang="en-US" altLang="zh-CN" sz="1600" dirty="0">
                  <a:solidFill>
                    <a:schemeClr val="tx1">
                      <a:lumMod val="75000"/>
                      <a:lumOff val="25000"/>
                    </a:schemeClr>
                  </a:solidFill>
                  <a:latin typeface="思源黑体" panose="020B0500000000000000" pitchFamily="34" charset="-122"/>
                  <a:ea typeface="思源黑体" panose="020B0500000000000000" pitchFamily="34" charset="-122"/>
                  <a:cs typeface="阿里巴巴普惠体" panose="00020600040101010101" charset="-122"/>
                </a:rPr>
                <a:t>RF</a:t>
              </a:r>
              <a:r>
                <a:rPr lang="zh-CN" altLang="en-US" sz="1600" dirty="0">
                  <a:solidFill>
                    <a:schemeClr val="tx1">
                      <a:lumMod val="75000"/>
                      <a:lumOff val="25000"/>
                    </a:schemeClr>
                  </a:solidFill>
                  <a:latin typeface="思源黑体" panose="020B0500000000000000" pitchFamily="34" charset="-122"/>
                  <a:ea typeface="思源黑体" panose="020B0500000000000000" pitchFamily="34" charset="-122"/>
                  <a:cs typeface="阿里巴巴普惠体" panose="00020600040101010101" charset="-122"/>
                </a:rPr>
                <a:t>：</a:t>
              </a:r>
              <a:r>
                <a:rPr lang="en-US" altLang="zh-CN" sz="1600" dirty="0">
                  <a:solidFill>
                    <a:schemeClr val="tx1">
                      <a:lumMod val="75000"/>
                      <a:lumOff val="25000"/>
                    </a:schemeClr>
                  </a:solidFill>
                  <a:latin typeface="思源黑体" panose="020B0500000000000000" pitchFamily="34" charset="-122"/>
                  <a:ea typeface="思源黑体" panose="020B0500000000000000" pitchFamily="34" charset="-122"/>
                  <a:cs typeface="阿里巴巴普惠体" panose="00020600040101010101" charset="-122"/>
                </a:rPr>
                <a:t>Royalty-Free</a:t>
              </a:r>
              <a:r>
                <a:rPr lang="zh-CN" altLang="en-US" sz="1600" dirty="0">
                  <a:solidFill>
                    <a:schemeClr val="tx1">
                      <a:lumMod val="75000"/>
                      <a:lumOff val="25000"/>
                    </a:schemeClr>
                  </a:solidFill>
                  <a:latin typeface="思源黑体" panose="020B0500000000000000" pitchFamily="34" charset="-122"/>
                  <a:ea typeface="思源黑体" panose="020B0500000000000000" pitchFamily="34" charset="-122"/>
                  <a:cs typeface="阿里巴巴普惠体" panose="00020600040101010101" charset="-122"/>
                </a:rPr>
                <a:t>）正版受</a:t>
              </a:r>
              <a:r>
                <a:rPr lang="en-US" altLang="zh-CN" sz="1600" dirty="0">
                  <a:solidFill>
                    <a:schemeClr val="tx1">
                      <a:lumMod val="75000"/>
                      <a:lumOff val="25000"/>
                    </a:schemeClr>
                  </a:solidFill>
                  <a:latin typeface="思源黑体" panose="020B0500000000000000" pitchFamily="34" charset="-122"/>
                  <a:ea typeface="思源黑体" panose="020B0500000000000000" pitchFamily="34" charset="-122"/>
                  <a:cs typeface="阿里巴巴普惠体" panose="00020600040101010101" charset="-122"/>
                </a:rPr>
                <a:t>《</a:t>
              </a:r>
              <a:r>
                <a:rPr lang="zh-CN" altLang="en-US" sz="1600" dirty="0">
                  <a:solidFill>
                    <a:schemeClr val="tx1">
                      <a:lumMod val="75000"/>
                      <a:lumOff val="25000"/>
                    </a:schemeClr>
                  </a:solidFill>
                  <a:latin typeface="思源黑体" panose="020B0500000000000000" pitchFamily="34" charset="-122"/>
                  <a:ea typeface="思源黑体" panose="020B0500000000000000" pitchFamily="34" charset="-122"/>
                  <a:cs typeface="阿里巴巴普惠体" panose="00020600040101010101" charset="-122"/>
                </a:rPr>
                <a:t>中国人民共和国著作法</a:t>
              </a:r>
              <a:r>
                <a:rPr lang="en-US" altLang="zh-CN" sz="1600" dirty="0">
                  <a:solidFill>
                    <a:schemeClr val="tx1">
                      <a:lumMod val="75000"/>
                      <a:lumOff val="25000"/>
                    </a:schemeClr>
                  </a:solidFill>
                  <a:latin typeface="思源黑体" panose="020B0500000000000000" pitchFamily="34" charset="-122"/>
                  <a:ea typeface="思源黑体" panose="020B0500000000000000" pitchFamily="34" charset="-122"/>
                  <a:cs typeface="阿里巴巴普惠体" panose="00020600040101010101" charset="-122"/>
                </a:rPr>
                <a:t>》</a:t>
              </a:r>
              <a:r>
                <a:rPr lang="zh-CN" altLang="en-US" sz="1600" dirty="0">
                  <a:solidFill>
                    <a:schemeClr val="tx1">
                      <a:lumMod val="75000"/>
                      <a:lumOff val="25000"/>
                    </a:schemeClr>
                  </a:solidFill>
                  <a:latin typeface="思源黑体" panose="020B0500000000000000" pitchFamily="34" charset="-122"/>
                  <a:ea typeface="思源黑体" panose="020B0500000000000000" pitchFamily="34" charset="-122"/>
                  <a:cs typeface="阿里巴巴普惠体" panose="00020600040101010101" charset="-122"/>
                </a:rPr>
                <a:t>和</a:t>
              </a:r>
              <a:r>
                <a:rPr lang="en-US" altLang="zh-CN" sz="1600" dirty="0">
                  <a:solidFill>
                    <a:schemeClr val="tx1">
                      <a:lumMod val="75000"/>
                      <a:lumOff val="25000"/>
                    </a:schemeClr>
                  </a:solidFill>
                  <a:latin typeface="思源黑体" panose="020B0500000000000000" pitchFamily="34" charset="-122"/>
                  <a:ea typeface="思源黑体" panose="020B0500000000000000" pitchFamily="34" charset="-122"/>
                  <a:cs typeface="阿里巴巴普惠体" panose="00020600040101010101" charset="-122"/>
                </a:rPr>
                <a:t>《</a:t>
              </a:r>
              <a:r>
                <a:rPr lang="zh-CN" altLang="en-US" sz="1600" dirty="0">
                  <a:solidFill>
                    <a:schemeClr val="tx1">
                      <a:lumMod val="75000"/>
                      <a:lumOff val="25000"/>
                    </a:schemeClr>
                  </a:solidFill>
                  <a:latin typeface="思源黑体" panose="020B0500000000000000" pitchFamily="34" charset="-122"/>
                  <a:ea typeface="思源黑体" panose="020B0500000000000000" pitchFamily="34" charset="-122"/>
                  <a:cs typeface="阿里巴巴普惠体" panose="00020600040101010101" charset="-122"/>
                </a:rPr>
                <a:t>世界版权公约</a:t>
              </a:r>
              <a:r>
                <a:rPr lang="en-US" altLang="zh-CN" sz="1600" dirty="0">
                  <a:solidFill>
                    <a:schemeClr val="tx1">
                      <a:lumMod val="75000"/>
                      <a:lumOff val="25000"/>
                    </a:schemeClr>
                  </a:solidFill>
                  <a:latin typeface="思源黑体" panose="020B0500000000000000" pitchFamily="34" charset="-122"/>
                  <a:ea typeface="思源黑体" panose="020B0500000000000000" pitchFamily="34" charset="-122"/>
                  <a:cs typeface="阿里巴巴普惠体" panose="00020600040101010101" charset="-122"/>
                </a:rPr>
                <a:t>》</a:t>
              </a:r>
              <a:r>
                <a:rPr lang="zh-CN" altLang="en-US" sz="1600" dirty="0">
                  <a:solidFill>
                    <a:schemeClr val="tx1">
                      <a:lumMod val="75000"/>
                      <a:lumOff val="25000"/>
                    </a:schemeClr>
                  </a:solidFill>
                  <a:latin typeface="思源黑体" panose="020B0500000000000000" pitchFamily="34" charset="-122"/>
                  <a:ea typeface="思源黑体" panose="020B0500000000000000" pitchFamily="34" charset="-122"/>
                  <a:cs typeface="阿里巴巴普惠体" panose="00020600040101010101" charset="-122"/>
                </a:rPr>
                <a:t>的保护，作品的所有权、版权和著作权归觅知网所有，您下载的是</a:t>
              </a:r>
              <a:r>
                <a:rPr lang="en-US" altLang="zh-CN" sz="1600" dirty="0">
                  <a:solidFill>
                    <a:schemeClr val="tx1">
                      <a:lumMod val="75000"/>
                      <a:lumOff val="25000"/>
                    </a:schemeClr>
                  </a:solidFill>
                  <a:latin typeface="思源黑体" panose="020B0500000000000000" pitchFamily="34" charset="-122"/>
                  <a:ea typeface="思源黑体" panose="020B0500000000000000" pitchFamily="34" charset="-122"/>
                  <a:cs typeface="阿里巴巴普惠体" panose="00020600040101010101" charset="-122"/>
                </a:rPr>
                <a:t>PPT</a:t>
              </a:r>
              <a:r>
                <a:rPr lang="zh-CN" altLang="en-US" sz="1600" dirty="0">
                  <a:solidFill>
                    <a:schemeClr val="tx1">
                      <a:lumMod val="75000"/>
                      <a:lumOff val="25000"/>
                    </a:schemeClr>
                  </a:solidFill>
                  <a:latin typeface="思源黑体" panose="020B0500000000000000" pitchFamily="34" charset="-122"/>
                  <a:ea typeface="思源黑体" panose="020B0500000000000000" pitchFamily="34" charset="-122"/>
                  <a:cs typeface="阿里巴巴普惠体" panose="00020600040101010101" charset="-122"/>
                </a:rPr>
                <a:t>模板素材的使用权。</a:t>
              </a:r>
              <a:endParaRPr lang="zh-CN" altLang="en-US" sz="1600" dirty="0">
                <a:solidFill>
                  <a:schemeClr val="tx1">
                    <a:lumMod val="75000"/>
                    <a:lumOff val="25000"/>
                  </a:schemeClr>
                </a:solidFill>
                <a:latin typeface="思源黑体" panose="020B0500000000000000" pitchFamily="34" charset="-122"/>
                <a:ea typeface="思源黑体" panose="020B0500000000000000" pitchFamily="34" charset="-122"/>
                <a:cs typeface="阿里巴巴普惠体" panose="00020600040101010101" charset="-122"/>
              </a:endParaRPr>
            </a:p>
            <a:p>
              <a:pPr>
                <a:lnSpc>
                  <a:spcPct val="150000"/>
                </a:lnSpc>
              </a:pPr>
              <a:r>
                <a:rPr lang="en-US" altLang="zh-CN" sz="1600" dirty="0">
                  <a:solidFill>
                    <a:schemeClr val="tx1">
                      <a:lumMod val="75000"/>
                      <a:lumOff val="25000"/>
                    </a:schemeClr>
                  </a:solidFill>
                  <a:latin typeface="思源黑体" panose="020B0500000000000000" pitchFamily="34" charset="-122"/>
                  <a:ea typeface="思源黑体" panose="020B0500000000000000" pitchFamily="34" charset="-122"/>
                  <a:cs typeface="阿里巴巴普惠体" panose="00020600040101010101" charset="-122"/>
                </a:rPr>
                <a:t>2.</a:t>
              </a:r>
              <a:r>
                <a:rPr lang="zh-CN" altLang="en-US" sz="1600" dirty="0">
                  <a:solidFill>
                    <a:schemeClr val="tx1">
                      <a:lumMod val="75000"/>
                      <a:lumOff val="25000"/>
                    </a:schemeClr>
                  </a:solidFill>
                  <a:latin typeface="思源黑体" panose="020B0500000000000000" pitchFamily="34" charset="-122"/>
                  <a:ea typeface="思源黑体" panose="020B0500000000000000" pitchFamily="34" charset="-122"/>
                  <a:cs typeface="阿里巴巴普惠体" panose="00020600040101010101" charset="-122"/>
                </a:rPr>
                <a:t>不得将觅知网的</a:t>
              </a:r>
              <a:r>
                <a:rPr lang="en-US" altLang="zh-CN" sz="1600" dirty="0">
                  <a:solidFill>
                    <a:schemeClr val="tx1">
                      <a:lumMod val="75000"/>
                      <a:lumOff val="25000"/>
                    </a:schemeClr>
                  </a:solidFill>
                  <a:latin typeface="思源黑体" panose="020B0500000000000000" pitchFamily="34" charset="-122"/>
                  <a:ea typeface="思源黑体" panose="020B0500000000000000" pitchFamily="34" charset="-122"/>
                  <a:cs typeface="阿里巴巴普惠体" panose="00020600040101010101" charset="-122"/>
                </a:rPr>
                <a:t>PPT</a:t>
              </a:r>
              <a:r>
                <a:rPr lang="zh-CN" altLang="en-US" sz="1600" dirty="0">
                  <a:solidFill>
                    <a:schemeClr val="tx1">
                      <a:lumMod val="75000"/>
                      <a:lumOff val="25000"/>
                    </a:schemeClr>
                  </a:solidFill>
                  <a:latin typeface="思源黑体" panose="020B0500000000000000" pitchFamily="34" charset="-122"/>
                  <a:ea typeface="思源黑体" panose="020B0500000000000000" pitchFamily="34" charset="-122"/>
                  <a:cs typeface="阿里巴巴普惠体" panose="00020600040101010101" charset="-122"/>
                </a:rPr>
                <a:t>模板、</a:t>
              </a:r>
              <a:r>
                <a:rPr lang="en-US" altLang="zh-CN" sz="1600" dirty="0">
                  <a:solidFill>
                    <a:schemeClr val="tx1">
                      <a:lumMod val="75000"/>
                      <a:lumOff val="25000"/>
                    </a:schemeClr>
                  </a:solidFill>
                  <a:latin typeface="思源黑体" panose="020B0500000000000000" pitchFamily="34" charset="-122"/>
                  <a:ea typeface="思源黑体" panose="020B0500000000000000" pitchFamily="34" charset="-122"/>
                  <a:cs typeface="阿里巴巴普惠体" panose="00020600040101010101" charset="-122"/>
                </a:rPr>
                <a:t>PPT</a:t>
              </a:r>
              <a:r>
                <a:rPr lang="zh-CN" altLang="en-US" sz="1600" dirty="0">
                  <a:solidFill>
                    <a:schemeClr val="tx1">
                      <a:lumMod val="75000"/>
                      <a:lumOff val="25000"/>
                    </a:schemeClr>
                  </a:solidFill>
                  <a:latin typeface="思源黑体" panose="020B0500000000000000" pitchFamily="34" charset="-122"/>
                  <a:ea typeface="思源黑体" panose="020B0500000000000000" pitchFamily="34" charset="-122"/>
                  <a:cs typeface="阿里巴巴普惠体" panose="00020600040101010101" charset="-122"/>
                </a:rPr>
                <a:t>素材，本身用于再出售，或者出租、出借、转让、分销、发布或者作为礼物供他人使用，不得转授权、出卖、转让本协议或者本协议中的权利。</a:t>
              </a:r>
              <a:endParaRPr lang="zh-CN" altLang="en-US" sz="1600" dirty="0">
                <a:solidFill>
                  <a:schemeClr val="tx1">
                    <a:lumMod val="75000"/>
                    <a:lumOff val="25000"/>
                  </a:schemeClr>
                </a:solidFill>
                <a:latin typeface="思源黑体" panose="020B0500000000000000" pitchFamily="34" charset="-122"/>
                <a:ea typeface="思源黑体" panose="020B0500000000000000" pitchFamily="34" charset="-122"/>
                <a:cs typeface="阿里巴巴普惠体" panose="00020600040101010101" charset="-122"/>
              </a:endParaRPr>
            </a:p>
          </p:txBody>
        </p:sp>
        <p:sp>
          <p:nvSpPr>
            <p:cNvPr id="69" name="PA-矩形 4"/>
            <p:cNvSpPr/>
            <p:nvPr>
              <p:custDataLst>
                <p:tags r:id="rId4"/>
              </p:custDataLst>
            </p:nvPr>
          </p:nvSpPr>
          <p:spPr>
            <a:xfrm>
              <a:off x="269966" y="5615384"/>
              <a:ext cx="7280012" cy="458908"/>
            </a:xfrm>
            <a:prstGeom prst="rect">
              <a:avLst/>
            </a:prstGeom>
          </p:spPr>
          <p:txBody>
            <a:bodyPr wrap="square">
              <a:spAutoFit/>
            </a:bodyPr>
            <a:lstStyle>
              <a:defPPr>
                <a:defRPr lang="zh-CN"/>
              </a:defPPr>
              <a:lvl1pPr marL="0" algn="l" defTabSz="914400" rtl="0" eaLnBrk="1" latinLnBrk="0" hangingPunct="1">
                <a:defRPr sz="1800" kern="1200">
                  <a:solidFill>
                    <a:sysClr val="windowText" lastClr="000000"/>
                  </a:solidFill>
                  <a:latin typeface="Arial" panose="020B0604020202090204" pitchFamily="34" charset="0"/>
                  <a:ea typeface="阿里巴巴普惠体" panose="00020600040101010101" charset="-122"/>
                  <a:cs typeface="微软雅黑" charset="-122"/>
                </a:defRPr>
              </a:lvl1pPr>
              <a:lvl2pPr marL="457200" algn="l" defTabSz="914400" rtl="0" eaLnBrk="1" latinLnBrk="0" hangingPunct="1">
                <a:defRPr sz="1800" kern="1200">
                  <a:solidFill>
                    <a:sysClr val="windowText" lastClr="000000"/>
                  </a:solidFill>
                  <a:latin typeface="Arial" panose="020B0604020202090204" pitchFamily="34" charset="0"/>
                  <a:ea typeface="阿里巴巴普惠体" panose="00020600040101010101" charset="-122"/>
                  <a:cs typeface="微软雅黑" charset="-122"/>
                </a:defRPr>
              </a:lvl2pPr>
              <a:lvl3pPr marL="914400" algn="l" defTabSz="914400" rtl="0" eaLnBrk="1" latinLnBrk="0" hangingPunct="1">
                <a:defRPr sz="1800" kern="1200">
                  <a:solidFill>
                    <a:sysClr val="windowText" lastClr="000000"/>
                  </a:solidFill>
                  <a:latin typeface="Arial" panose="020B0604020202090204" pitchFamily="34" charset="0"/>
                  <a:ea typeface="阿里巴巴普惠体" panose="00020600040101010101" charset="-122"/>
                  <a:cs typeface="微软雅黑" charset="-122"/>
                </a:defRPr>
              </a:lvl3pPr>
              <a:lvl4pPr marL="1371600" algn="l" defTabSz="914400" rtl="0" eaLnBrk="1" latinLnBrk="0" hangingPunct="1">
                <a:defRPr sz="1800" kern="1200">
                  <a:solidFill>
                    <a:sysClr val="windowText" lastClr="000000"/>
                  </a:solidFill>
                  <a:latin typeface="Arial" panose="020B0604020202090204" pitchFamily="34" charset="0"/>
                  <a:ea typeface="阿里巴巴普惠体" panose="00020600040101010101" charset="-122"/>
                  <a:cs typeface="微软雅黑" charset="-122"/>
                </a:defRPr>
              </a:lvl4pPr>
              <a:lvl5pPr marL="1828800" algn="l" defTabSz="914400" rtl="0" eaLnBrk="1" latinLnBrk="0" hangingPunct="1">
                <a:defRPr sz="1800" kern="1200">
                  <a:solidFill>
                    <a:sysClr val="windowText" lastClr="000000"/>
                  </a:solidFill>
                  <a:latin typeface="Arial" panose="020B0604020202090204" pitchFamily="34" charset="0"/>
                  <a:ea typeface="阿里巴巴普惠体" panose="00020600040101010101" charset="-122"/>
                  <a:cs typeface="微软雅黑" charset="-122"/>
                </a:defRPr>
              </a:lvl5pPr>
              <a:lvl6pPr marL="2286000" algn="l" defTabSz="914400" rtl="0" eaLnBrk="1" latinLnBrk="0" hangingPunct="1">
                <a:defRPr sz="1800" kern="1200">
                  <a:solidFill>
                    <a:sysClr val="windowText" lastClr="000000"/>
                  </a:solidFill>
                  <a:latin typeface="Arial" panose="020B0604020202090204" pitchFamily="34" charset="0"/>
                  <a:ea typeface="阿里巴巴普惠体" panose="00020600040101010101" charset="-122"/>
                  <a:cs typeface="微软雅黑" charset="-122"/>
                </a:defRPr>
              </a:lvl6pPr>
              <a:lvl7pPr marL="2743200" algn="l" defTabSz="914400" rtl="0" eaLnBrk="1" latinLnBrk="0" hangingPunct="1">
                <a:defRPr sz="1800" kern="1200">
                  <a:solidFill>
                    <a:sysClr val="windowText" lastClr="000000"/>
                  </a:solidFill>
                  <a:latin typeface="Arial" panose="020B0604020202090204" pitchFamily="34" charset="0"/>
                  <a:ea typeface="阿里巴巴普惠体" panose="00020600040101010101" charset="-122"/>
                  <a:cs typeface="微软雅黑" charset="-122"/>
                </a:defRPr>
              </a:lvl7pPr>
              <a:lvl8pPr marL="3200400" algn="l" defTabSz="914400" rtl="0" eaLnBrk="1" latinLnBrk="0" hangingPunct="1">
                <a:defRPr sz="1800" kern="1200">
                  <a:solidFill>
                    <a:sysClr val="windowText" lastClr="000000"/>
                  </a:solidFill>
                  <a:latin typeface="Arial" panose="020B0604020202090204" pitchFamily="34" charset="0"/>
                  <a:ea typeface="阿里巴巴普惠体" panose="00020600040101010101" charset="-122"/>
                  <a:cs typeface="微软雅黑" charset="-122"/>
                </a:defRPr>
              </a:lvl8pPr>
              <a:lvl9pPr marL="3657600" algn="l" defTabSz="914400" rtl="0" eaLnBrk="1" latinLnBrk="0" hangingPunct="1">
                <a:defRPr sz="1800" kern="1200">
                  <a:solidFill>
                    <a:sysClr val="windowText" lastClr="000000"/>
                  </a:solidFill>
                  <a:latin typeface="Arial" panose="020B0604020202090204" pitchFamily="34" charset="0"/>
                  <a:ea typeface="阿里巴巴普惠体" panose="00020600040101010101" charset="-122"/>
                  <a:cs typeface="微软雅黑" charset="-122"/>
                </a:defRPr>
              </a:lvl9pPr>
            </a:lstStyle>
            <a:p>
              <a:pPr>
                <a:lnSpc>
                  <a:spcPct val="150000"/>
                </a:lnSpc>
              </a:pPr>
              <a:r>
                <a:rPr lang="zh-CN" altLang="en-US" b="1" dirty="0">
                  <a:solidFill>
                    <a:schemeClr val="tx1">
                      <a:lumMod val="75000"/>
                      <a:lumOff val="25000"/>
                    </a:schemeClr>
                  </a:solidFill>
                  <a:latin typeface="思源黑体" panose="020B0500000000000000" pitchFamily="34" charset="-122"/>
                  <a:ea typeface="思源黑体" panose="020B0500000000000000" pitchFamily="34" charset="-122"/>
                  <a:cs typeface="阿里巴巴普惠体" panose="00020600040101010101" charset="-122"/>
                </a:rPr>
                <a:t>更多模板烦请登录：</a:t>
              </a:r>
              <a:r>
                <a:rPr lang="en-US" altLang="zh-CN" b="1" dirty="0">
                  <a:solidFill>
                    <a:schemeClr val="tx1">
                      <a:lumMod val="75000"/>
                      <a:lumOff val="25000"/>
                    </a:schemeClr>
                  </a:solidFill>
                  <a:latin typeface="思源黑体" panose="020B0500000000000000" pitchFamily="34" charset="-122"/>
                  <a:ea typeface="思源黑体" panose="020B0500000000000000" pitchFamily="34" charset="-122"/>
                  <a:cs typeface="阿里巴巴普惠体" panose="00020600040101010101" charset="-122"/>
                </a:rPr>
                <a:t>https://www.51miz.com/ppt/</a:t>
              </a:r>
              <a:endParaRPr lang="zh-CN" altLang="en-US" b="1" dirty="0">
                <a:solidFill>
                  <a:schemeClr val="tx1">
                    <a:lumMod val="75000"/>
                    <a:lumOff val="25000"/>
                  </a:schemeClr>
                </a:solidFill>
                <a:latin typeface="思源黑体" panose="020B0500000000000000" pitchFamily="34" charset="-122"/>
                <a:ea typeface="思源黑体" panose="020B0500000000000000" pitchFamily="34" charset="-122"/>
                <a:cs typeface="阿里巴巴普惠体" panose="00020600040101010101"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tags/tag1.xml><?xml version="1.0" encoding="utf-8"?>
<p:tagLst xmlns:p="http://schemas.openxmlformats.org/presentationml/2006/main">
  <p:tag name="PA" val="v3.2.0"/>
</p:tagLst>
</file>

<file path=ppt/tags/tag2.xml><?xml version="1.0" encoding="utf-8"?>
<p:tagLst xmlns:p="http://schemas.openxmlformats.org/presentationml/2006/main">
  <p:tag name="PA" val="v3.2.0"/>
</p:tagLst>
</file>

<file path=ppt/tags/tag3.xml><?xml version="1.0" encoding="utf-8"?>
<p:tagLst xmlns:p="http://schemas.openxmlformats.org/presentationml/2006/main">
  <p:tag name="PA" val="v4.0.0"/>
</p:tagLst>
</file>

<file path=ppt/tags/tag4.xml><?xml version="1.0" encoding="utf-8"?>
<p:tagLst xmlns:p="http://schemas.openxmlformats.org/presentationml/2006/main">
  <p:tag name="KSO_WM_UNIT_DIAGRAM_MODELTYPE" val="dynamicNum"/>
  <p:tag name="KSO_WM_BEAUTIFY_FLAG" val="#wm#"/>
  <p:tag name="KSO_WM_UNIT_TYPE" val="ζ_h_f"/>
  <p:tag name="KSO_WM_DIAGRAM_VIRTUALLY_FRAME" val="{&quot;height&quot;:92.7,&quot;left&quot;:281.5940157480315,&quot;top&quot;:104.15425196850394,&quot;width&quot;:633.1335433070865}"/>
</p:tagLst>
</file>

<file path=ppt/tags/tag5.xml><?xml version="1.0" encoding="utf-8"?>
<p:tagLst xmlns:p="http://schemas.openxmlformats.org/presentationml/2006/main">
  <p:tag name="PA" val="v3.2.0"/>
</p:tagLst>
</file>

<file path=ppt/tags/tag6.xml><?xml version="1.0" encoding="utf-8"?>
<p:tagLst xmlns:p="http://schemas.openxmlformats.org/presentationml/2006/main">
  <p:tag name="PA" val="v3.2.0"/>
</p:tagLst>
</file>

<file path=ppt/tags/tag7.xml><?xml version="1.0" encoding="utf-8"?>
<p:tagLst xmlns:p="http://schemas.openxmlformats.org/presentationml/2006/main">
  <p:tag name="KSO_WM_UNIT_DIAGRAM_MODELTYPE" val="dynamicNum"/>
  <p:tag name="KSO_WM_BEAUTIFY_FLAG" val="#wm#"/>
  <p:tag name="KSO_WM_UNIT_TYPE" val="ζ_h_f"/>
</p:tagLst>
</file>

<file path=ppt/tags/tag8.xml><?xml version="1.0" encoding="utf-8"?>
<p:tagLst xmlns:p="http://schemas.openxmlformats.org/presentationml/2006/main">
  <p:tag name="KSO_WM_UNIT_DIAGRAM_MODELTYPE" val="dynamicNum"/>
  <p:tag name="KSO_WM_BEAUTIFY_FLAG" val="#wm#"/>
  <p:tag name="KSO_WM_UNIT_TYPE" val="ζ_h_f"/>
</p:tagLst>
</file>

<file path=ppt/tags/tag9.xml><?xml version="1.0" encoding="utf-8"?>
<p:tagLst xmlns:p="http://schemas.openxmlformats.org/presentationml/2006/main">
  <p:tag name="KSO_WM_UNIT_DIAGRAM_MODELTYPE" val="dynamicNum"/>
  <p:tag name="KSO_WM_BEAUTIFY_FLAG" val="#wm#"/>
  <p:tag name="KSO_WM_UNIT_TYPE" val="ζ_h_f"/>
</p:tagLst>
</file>

<file path=ppt/tags/tag10.xml><?xml version="1.0" encoding="utf-8"?>
<p:tagLst xmlns:p="http://schemas.openxmlformats.org/presentationml/2006/main">
  <p:tag name="KSO_WM_UNIT_DIAGRAM_MODELTYPE" val="dynamicNum"/>
  <p:tag name="KSO_WM_BEAUTIFY_FLAG" val="#wm#"/>
  <p:tag name="KSO_WM_UNIT_TYPE" val="ζ_h_f"/>
</p:tagLst>
</file>

<file path=ppt/tags/tag11.xml><?xml version="1.0" encoding="utf-8"?>
<p:tagLst xmlns:p="http://schemas.openxmlformats.org/presentationml/2006/main">
  <p:tag name="KSO_WM_UNIT_DIAGRAM_MODELTYPE" val="dynamicNum"/>
  <p:tag name="KSO_WM_BEAUTIFY_FLAG" val="#wm#"/>
  <p:tag name="KSO_WM_UNIT_TYPE" val="ζ_h_f"/>
</p:tagLst>
</file>

<file path=ppt/tags/tag12.xml><?xml version="1.0" encoding="utf-8"?>
<p:tagLst xmlns:p="http://schemas.openxmlformats.org/presentationml/2006/main">
  <p:tag name="PA" val="v3.2.0"/>
</p:tagLst>
</file>

<file path=ppt/tags/tag13.xml><?xml version="1.0" encoding="utf-8"?>
<p:tagLst xmlns:p="http://schemas.openxmlformats.org/presentationml/2006/main">
  <p:tag name="PA" val="v3.2.0"/>
</p:tagLst>
</file>

<file path=ppt/tags/tag14.xml><?xml version="1.0" encoding="utf-8"?>
<p:tagLst xmlns:p="http://schemas.openxmlformats.org/presentationml/2006/main">
  <p:tag name="PA" val="v4.0.0"/>
</p:tagLst>
</file>

<file path=ppt/tags/tag15.xml><?xml version="1.0" encoding="utf-8"?>
<p:tagLst xmlns:p="http://schemas.openxmlformats.org/presentationml/2006/main">
  <p:tag name="PA" val="v4.0.0"/>
</p:tagLst>
</file>

<file path=ppt/tags/tag16.xml><?xml version="1.0" encoding="utf-8"?>
<p:tagLst xmlns:p="http://schemas.openxmlformats.org/presentationml/2006/main">
  <p:tag name="KSO_WM_UNIT_DIAGRAM_MODELTYPE" val="dynamicNum"/>
  <p:tag name="KSO_WM_BEAUTIFY_FLAG" val="#wm#"/>
  <p:tag name="KSO_WM_UNIT_TYPE" val="ζ_h_f"/>
</p:tagLst>
</file>

<file path=ppt/tags/tag17.xml><?xml version="1.0" encoding="utf-8"?>
<p:tagLst xmlns:p="http://schemas.openxmlformats.org/presentationml/2006/main">
  <p:tag name="PA" val="v3.2.0"/>
</p:tagLst>
</file>

<file path=ppt/tags/tag18.xml><?xml version="1.0" encoding="utf-8"?>
<p:tagLst xmlns:p="http://schemas.openxmlformats.org/presentationml/2006/main">
  <p:tag name="PA" val="v3.2.0"/>
</p:tagLst>
</file>

<file path=ppt/tags/tag19.xml><?xml version="1.0" encoding="utf-8"?>
<p:tagLst xmlns:p="http://schemas.openxmlformats.org/presentationml/2006/main">
  <p:tag name="WHOLESPTYPE" val="Shape_Title"/>
  <p:tag name="PA" val="v5.2.11"/>
</p:tagLst>
</file>

<file path=ppt/tags/tag20.xml><?xml version="1.0" encoding="utf-8"?>
<p:tagLst xmlns:p="http://schemas.openxmlformats.org/presentationml/2006/main">
  <p:tag name="WHOLESPTYPE" val="Shape_Title"/>
  <p:tag name="PA" val="v5.2.11"/>
</p:tagLst>
</file>

<file path=ppt/tags/tag21.xml><?xml version="1.0" encoding="utf-8"?>
<p:tagLst xmlns:p="http://schemas.openxmlformats.org/presentationml/2006/main">
  <p:tag name="COMMONDATA" val="eyJoZGlkIjoiM2YyNDJkZGY5YmVlNDIxMTk3YzRlYTE5NWEyMjRhMzAifQ=="/>
</p:tagLst>
</file>

<file path=ppt/theme/theme1.xml><?xml version="1.0" encoding="utf-8"?>
<a:theme xmlns:a="http://schemas.openxmlformats.org/drawingml/2006/main" name="Office 主题​​">
  <a:themeElements>
    <a:clrScheme name="Office">
      <a:dk1>
        <a:srgbClr val="000000"/>
      </a:dk1>
      <a:lt1>
        <a:srgbClr val="FFFFFF"/>
      </a:lt1>
      <a:dk2>
        <a:srgbClr val="768394"/>
      </a:dk2>
      <a:lt2>
        <a:srgbClr val="F0F0F0"/>
      </a:lt2>
      <a:accent1>
        <a:srgbClr val="406196"/>
      </a:accent1>
      <a:accent2>
        <a:srgbClr val="F4B414"/>
      </a:accent2>
      <a:accent3>
        <a:srgbClr val="77649B"/>
      </a:accent3>
      <a:accent4>
        <a:srgbClr val="385D77"/>
      </a:accent4>
      <a:accent5>
        <a:srgbClr val="576270"/>
      </a:accent5>
      <a:accent6>
        <a:srgbClr val="778495"/>
      </a:accent6>
      <a:hlink>
        <a:srgbClr val="406196"/>
      </a:hlink>
      <a:folHlink>
        <a:srgbClr val="BFBFBF"/>
      </a:folHlink>
    </a:clrScheme>
    <a:fontScheme name="bqrhfixi">
      <a:majorFont>
        <a:latin typeface="Arial"/>
        <a:ea typeface="阿里巴巴普惠体"/>
        <a:cs typeface=""/>
      </a:majorFont>
      <a:minorFont>
        <a:latin typeface="Arial"/>
        <a:ea typeface="阿里巴巴普惠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rgbClr val="000000"/>
    </a:dk1>
    <a:lt1>
      <a:srgbClr val="FFFFFF"/>
    </a:lt1>
    <a:dk2>
      <a:srgbClr val="768394"/>
    </a:dk2>
    <a:lt2>
      <a:srgbClr val="F0F0F0"/>
    </a:lt2>
    <a:accent1>
      <a:srgbClr val="406196"/>
    </a:accent1>
    <a:accent2>
      <a:srgbClr val="F4B414"/>
    </a:accent2>
    <a:accent3>
      <a:srgbClr val="77649B"/>
    </a:accent3>
    <a:accent4>
      <a:srgbClr val="385D77"/>
    </a:accent4>
    <a:accent5>
      <a:srgbClr val="576270"/>
    </a:accent5>
    <a:accent6>
      <a:srgbClr val="778495"/>
    </a:accent6>
    <a:hlink>
      <a:srgbClr val="406196"/>
    </a:hlink>
    <a:folHlink>
      <a:srgbClr val="BFBFBF"/>
    </a:folHlink>
  </a:clrScheme>
</a:themeOverride>
</file>

<file path=ppt/theme/themeOverride2.xml><?xml version="1.0" encoding="utf-8"?>
<a:themeOverride xmlns:a="http://schemas.openxmlformats.org/drawingml/2006/main">
  <a:clrScheme name="Office">
    <a:dk1>
      <a:srgbClr val="000000"/>
    </a:dk1>
    <a:lt1>
      <a:srgbClr val="FFFFFF"/>
    </a:lt1>
    <a:dk2>
      <a:srgbClr val="768394"/>
    </a:dk2>
    <a:lt2>
      <a:srgbClr val="F0F0F0"/>
    </a:lt2>
    <a:accent1>
      <a:srgbClr val="406196"/>
    </a:accent1>
    <a:accent2>
      <a:srgbClr val="F4B414"/>
    </a:accent2>
    <a:accent3>
      <a:srgbClr val="77649B"/>
    </a:accent3>
    <a:accent4>
      <a:srgbClr val="385D77"/>
    </a:accent4>
    <a:accent5>
      <a:srgbClr val="576270"/>
    </a:accent5>
    <a:accent6>
      <a:srgbClr val="778495"/>
    </a:accent6>
    <a:hlink>
      <a:srgbClr val="406196"/>
    </a:hlink>
    <a:folHlink>
      <a:srgbClr val="BFBFBF"/>
    </a:folHlink>
  </a:clrScheme>
</a:themeOverride>
</file>

<file path=ppt/theme/themeOverride3.xml><?xml version="1.0" encoding="utf-8"?>
<a:themeOverride xmlns:a="http://schemas.openxmlformats.org/drawingml/2006/main">
  <a:clrScheme name="Office">
    <a:dk1>
      <a:srgbClr val="000000"/>
    </a:dk1>
    <a:lt1>
      <a:srgbClr val="FFFFFF"/>
    </a:lt1>
    <a:dk2>
      <a:srgbClr val="768394"/>
    </a:dk2>
    <a:lt2>
      <a:srgbClr val="F0F0F0"/>
    </a:lt2>
    <a:accent1>
      <a:srgbClr val="406196"/>
    </a:accent1>
    <a:accent2>
      <a:srgbClr val="F4B414"/>
    </a:accent2>
    <a:accent3>
      <a:srgbClr val="77649B"/>
    </a:accent3>
    <a:accent4>
      <a:srgbClr val="385D77"/>
    </a:accent4>
    <a:accent5>
      <a:srgbClr val="576270"/>
    </a:accent5>
    <a:accent6>
      <a:srgbClr val="778495"/>
    </a:accent6>
    <a:hlink>
      <a:srgbClr val="406196"/>
    </a:hlink>
    <a:folHlink>
      <a:srgbClr val="BFBFBF"/>
    </a:folHlink>
  </a:clrScheme>
</a:themeOverride>
</file>

<file path=ppt/theme/themeOverride4.xml><?xml version="1.0" encoding="utf-8"?>
<a:themeOverride xmlns:a="http://schemas.openxmlformats.org/drawingml/2006/main">
  <a:clrScheme name="Office">
    <a:dk1>
      <a:srgbClr val="000000"/>
    </a:dk1>
    <a:lt1>
      <a:srgbClr val="FFFFFF"/>
    </a:lt1>
    <a:dk2>
      <a:srgbClr val="768394"/>
    </a:dk2>
    <a:lt2>
      <a:srgbClr val="F0F0F0"/>
    </a:lt2>
    <a:accent1>
      <a:srgbClr val="406196"/>
    </a:accent1>
    <a:accent2>
      <a:srgbClr val="F4B414"/>
    </a:accent2>
    <a:accent3>
      <a:srgbClr val="77649B"/>
    </a:accent3>
    <a:accent4>
      <a:srgbClr val="385D77"/>
    </a:accent4>
    <a:accent5>
      <a:srgbClr val="576270"/>
    </a:accent5>
    <a:accent6>
      <a:srgbClr val="778495"/>
    </a:accent6>
    <a:hlink>
      <a:srgbClr val="406196"/>
    </a:hlink>
    <a:folHlink>
      <a:srgbClr val="BFBFBF"/>
    </a:folHlink>
  </a:clrScheme>
</a:themeOverride>
</file>

<file path=ppt/theme/themeOverride5.xml><?xml version="1.0" encoding="utf-8"?>
<a:themeOverride xmlns:a="http://schemas.openxmlformats.org/drawingml/2006/main">
  <a:clrScheme name="Office">
    <a:dk1>
      <a:srgbClr val="000000"/>
    </a:dk1>
    <a:lt1>
      <a:srgbClr val="FFFFFF"/>
    </a:lt1>
    <a:dk2>
      <a:srgbClr val="768394"/>
    </a:dk2>
    <a:lt2>
      <a:srgbClr val="F0F0F0"/>
    </a:lt2>
    <a:accent1>
      <a:srgbClr val="406196"/>
    </a:accent1>
    <a:accent2>
      <a:srgbClr val="F4B414"/>
    </a:accent2>
    <a:accent3>
      <a:srgbClr val="77649B"/>
    </a:accent3>
    <a:accent4>
      <a:srgbClr val="385D77"/>
    </a:accent4>
    <a:accent5>
      <a:srgbClr val="576270"/>
    </a:accent5>
    <a:accent6>
      <a:srgbClr val="778495"/>
    </a:accent6>
    <a:hlink>
      <a:srgbClr val="406196"/>
    </a:hlink>
    <a:folHlink>
      <a:srgbClr val="BFBFBF"/>
    </a:folHlink>
  </a:clrScheme>
</a:themeOverride>
</file>

<file path=ppt/theme/themeOverride6.xml><?xml version="1.0" encoding="utf-8"?>
<a:themeOverride xmlns:a="http://schemas.openxmlformats.org/drawingml/2006/main">
  <a:clrScheme name="Office">
    <a:dk1>
      <a:srgbClr val="000000"/>
    </a:dk1>
    <a:lt1>
      <a:srgbClr val="FFFFFF"/>
    </a:lt1>
    <a:dk2>
      <a:srgbClr val="768394"/>
    </a:dk2>
    <a:lt2>
      <a:srgbClr val="F0F0F0"/>
    </a:lt2>
    <a:accent1>
      <a:srgbClr val="406196"/>
    </a:accent1>
    <a:accent2>
      <a:srgbClr val="F4B414"/>
    </a:accent2>
    <a:accent3>
      <a:srgbClr val="77649B"/>
    </a:accent3>
    <a:accent4>
      <a:srgbClr val="385D77"/>
    </a:accent4>
    <a:accent5>
      <a:srgbClr val="576270"/>
    </a:accent5>
    <a:accent6>
      <a:srgbClr val="778495"/>
    </a:accent6>
    <a:hlink>
      <a:srgbClr val="406196"/>
    </a:hlink>
    <a:folHlink>
      <a:srgbClr val="BFBFBF"/>
    </a:folHlink>
  </a:clrScheme>
</a:themeOverride>
</file>

<file path=ppt/theme/themeOverride7.xml><?xml version="1.0" encoding="utf-8"?>
<a:themeOverride xmlns:a="http://schemas.openxmlformats.org/drawingml/2006/main">
  <a:clrScheme name="Office">
    <a:dk1>
      <a:srgbClr val="000000"/>
    </a:dk1>
    <a:lt1>
      <a:srgbClr val="FFFFFF"/>
    </a:lt1>
    <a:dk2>
      <a:srgbClr val="768394"/>
    </a:dk2>
    <a:lt2>
      <a:srgbClr val="F0F0F0"/>
    </a:lt2>
    <a:accent1>
      <a:srgbClr val="406196"/>
    </a:accent1>
    <a:accent2>
      <a:srgbClr val="F4B414"/>
    </a:accent2>
    <a:accent3>
      <a:srgbClr val="77649B"/>
    </a:accent3>
    <a:accent4>
      <a:srgbClr val="385D77"/>
    </a:accent4>
    <a:accent5>
      <a:srgbClr val="576270"/>
    </a:accent5>
    <a:accent6>
      <a:srgbClr val="778495"/>
    </a:accent6>
    <a:hlink>
      <a:srgbClr val="406196"/>
    </a:hlink>
    <a:folHlink>
      <a:srgbClr val="BFBFBF"/>
    </a:folHlink>
  </a:clrScheme>
</a:themeOverride>
</file>

<file path=ppt/theme/themeOverride8.xml><?xml version="1.0" encoding="utf-8"?>
<a:themeOverride xmlns:a="http://schemas.openxmlformats.org/drawingml/2006/main">
  <a:clrScheme name="Office">
    <a:dk1>
      <a:srgbClr val="000000"/>
    </a:dk1>
    <a:lt1>
      <a:srgbClr val="FFFFFF"/>
    </a:lt1>
    <a:dk2>
      <a:srgbClr val="768394"/>
    </a:dk2>
    <a:lt2>
      <a:srgbClr val="F0F0F0"/>
    </a:lt2>
    <a:accent1>
      <a:srgbClr val="406196"/>
    </a:accent1>
    <a:accent2>
      <a:srgbClr val="F4B414"/>
    </a:accent2>
    <a:accent3>
      <a:srgbClr val="77649B"/>
    </a:accent3>
    <a:accent4>
      <a:srgbClr val="385D77"/>
    </a:accent4>
    <a:accent5>
      <a:srgbClr val="576270"/>
    </a:accent5>
    <a:accent6>
      <a:srgbClr val="778495"/>
    </a:accent6>
    <a:hlink>
      <a:srgbClr val="406196"/>
    </a:hlink>
    <a:folHlink>
      <a:srgbClr val="BFBFBF"/>
    </a:folHlink>
  </a:clrScheme>
</a:themeOverride>
</file>

<file path=ppt/theme/themeOverride9.xml><?xml version="1.0" encoding="utf-8"?>
<a:themeOverride xmlns:a="http://schemas.openxmlformats.org/drawingml/2006/main">
  <a:clrScheme name="Office">
    <a:dk1>
      <a:srgbClr val="000000"/>
    </a:dk1>
    <a:lt1>
      <a:srgbClr val="FFFFFF"/>
    </a:lt1>
    <a:dk2>
      <a:srgbClr val="768394"/>
    </a:dk2>
    <a:lt2>
      <a:srgbClr val="F0F0F0"/>
    </a:lt2>
    <a:accent1>
      <a:srgbClr val="406196"/>
    </a:accent1>
    <a:accent2>
      <a:srgbClr val="F4B414"/>
    </a:accent2>
    <a:accent3>
      <a:srgbClr val="77649B"/>
    </a:accent3>
    <a:accent4>
      <a:srgbClr val="385D77"/>
    </a:accent4>
    <a:accent5>
      <a:srgbClr val="576270"/>
    </a:accent5>
    <a:accent6>
      <a:srgbClr val="778495"/>
    </a:accent6>
    <a:hlink>
      <a:srgbClr val="406196"/>
    </a:hlink>
    <a:folHlink>
      <a:srgbClr val="BFBFBF"/>
    </a:folHlink>
  </a:clrScheme>
</a:themeOverride>
</file>

<file path=ppt/theme/themeOverride10.xml><?xml version="1.0" encoding="utf-8"?>
<a:themeOverride xmlns:a="http://schemas.openxmlformats.org/drawingml/2006/main">
  <a:clrScheme name="Office">
    <a:dk1>
      <a:srgbClr val="000000"/>
    </a:dk1>
    <a:lt1>
      <a:srgbClr val="FFFFFF"/>
    </a:lt1>
    <a:dk2>
      <a:srgbClr val="768394"/>
    </a:dk2>
    <a:lt2>
      <a:srgbClr val="F0F0F0"/>
    </a:lt2>
    <a:accent1>
      <a:srgbClr val="406196"/>
    </a:accent1>
    <a:accent2>
      <a:srgbClr val="F4B414"/>
    </a:accent2>
    <a:accent3>
      <a:srgbClr val="77649B"/>
    </a:accent3>
    <a:accent4>
      <a:srgbClr val="385D77"/>
    </a:accent4>
    <a:accent5>
      <a:srgbClr val="576270"/>
    </a:accent5>
    <a:accent6>
      <a:srgbClr val="778495"/>
    </a:accent6>
    <a:hlink>
      <a:srgbClr val="406196"/>
    </a:hlink>
    <a:folHlink>
      <a:srgbClr val="BFBFBF"/>
    </a:folHlink>
  </a:clrScheme>
</a:themeOverride>
</file>

<file path=ppt/theme/themeOverride11.xml><?xml version="1.0" encoding="utf-8"?>
<a:themeOverride xmlns:a="http://schemas.openxmlformats.org/drawingml/2006/main">
  <a:clrScheme name="Office">
    <a:dk1>
      <a:srgbClr val="000000"/>
    </a:dk1>
    <a:lt1>
      <a:srgbClr val="FFFFFF"/>
    </a:lt1>
    <a:dk2>
      <a:srgbClr val="768394"/>
    </a:dk2>
    <a:lt2>
      <a:srgbClr val="F0F0F0"/>
    </a:lt2>
    <a:accent1>
      <a:srgbClr val="406196"/>
    </a:accent1>
    <a:accent2>
      <a:srgbClr val="F4B414"/>
    </a:accent2>
    <a:accent3>
      <a:srgbClr val="77649B"/>
    </a:accent3>
    <a:accent4>
      <a:srgbClr val="385D77"/>
    </a:accent4>
    <a:accent5>
      <a:srgbClr val="576270"/>
    </a:accent5>
    <a:accent6>
      <a:srgbClr val="778495"/>
    </a:accent6>
    <a:hlink>
      <a:srgbClr val="406196"/>
    </a:hlink>
    <a:folHlink>
      <a:srgbClr val="BFBFBF"/>
    </a:folHlink>
  </a:clrScheme>
</a:themeOverride>
</file>

<file path=ppt/theme/themeOverride12.xml><?xml version="1.0" encoding="utf-8"?>
<a:themeOverride xmlns:a="http://schemas.openxmlformats.org/drawingml/2006/main">
  <a:clrScheme name="Office">
    <a:dk1>
      <a:srgbClr val="000000"/>
    </a:dk1>
    <a:lt1>
      <a:srgbClr val="FFFFFF"/>
    </a:lt1>
    <a:dk2>
      <a:srgbClr val="768394"/>
    </a:dk2>
    <a:lt2>
      <a:srgbClr val="F0F0F0"/>
    </a:lt2>
    <a:accent1>
      <a:srgbClr val="406196"/>
    </a:accent1>
    <a:accent2>
      <a:srgbClr val="F4B414"/>
    </a:accent2>
    <a:accent3>
      <a:srgbClr val="77649B"/>
    </a:accent3>
    <a:accent4>
      <a:srgbClr val="385D77"/>
    </a:accent4>
    <a:accent5>
      <a:srgbClr val="576270"/>
    </a:accent5>
    <a:accent6>
      <a:srgbClr val="778495"/>
    </a:accent6>
    <a:hlink>
      <a:srgbClr val="406196"/>
    </a:hlink>
    <a:folHlink>
      <a:srgbClr val="BFBFBF"/>
    </a:folHlink>
  </a:clrScheme>
</a:themeOverride>
</file>

<file path=ppt/theme/themeOverride13.xml><?xml version="1.0" encoding="utf-8"?>
<a:themeOverride xmlns:a="http://schemas.openxmlformats.org/drawingml/2006/main">
  <a:clrScheme name="Office">
    <a:dk1>
      <a:srgbClr val="000000"/>
    </a:dk1>
    <a:lt1>
      <a:srgbClr val="FFFFFF"/>
    </a:lt1>
    <a:dk2>
      <a:srgbClr val="768394"/>
    </a:dk2>
    <a:lt2>
      <a:srgbClr val="F0F0F0"/>
    </a:lt2>
    <a:accent1>
      <a:srgbClr val="406196"/>
    </a:accent1>
    <a:accent2>
      <a:srgbClr val="F4B414"/>
    </a:accent2>
    <a:accent3>
      <a:srgbClr val="77649B"/>
    </a:accent3>
    <a:accent4>
      <a:srgbClr val="385D77"/>
    </a:accent4>
    <a:accent5>
      <a:srgbClr val="576270"/>
    </a:accent5>
    <a:accent6>
      <a:srgbClr val="778495"/>
    </a:accent6>
    <a:hlink>
      <a:srgbClr val="406196"/>
    </a:hlink>
    <a:folHlink>
      <a:srgbClr val="BFBFBF"/>
    </a:folHlink>
  </a:clrScheme>
</a:themeOverride>
</file>

<file path=ppt/theme/themeOverride14.xml><?xml version="1.0" encoding="utf-8"?>
<a:themeOverride xmlns:a="http://schemas.openxmlformats.org/drawingml/2006/main">
  <a:clrScheme name="Office">
    <a:dk1>
      <a:srgbClr val="000000"/>
    </a:dk1>
    <a:lt1>
      <a:srgbClr val="FFFFFF"/>
    </a:lt1>
    <a:dk2>
      <a:srgbClr val="768394"/>
    </a:dk2>
    <a:lt2>
      <a:srgbClr val="F0F0F0"/>
    </a:lt2>
    <a:accent1>
      <a:srgbClr val="406196"/>
    </a:accent1>
    <a:accent2>
      <a:srgbClr val="F4B414"/>
    </a:accent2>
    <a:accent3>
      <a:srgbClr val="77649B"/>
    </a:accent3>
    <a:accent4>
      <a:srgbClr val="385D77"/>
    </a:accent4>
    <a:accent5>
      <a:srgbClr val="576270"/>
    </a:accent5>
    <a:accent6>
      <a:srgbClr val="778495"/>
    </a:accent6>
    <a:hlink>
      <a:srgbClr val="406196"/>
    </a:hlink>
    <a:folHlink>
      <a:srgbClr val="BFBFBF"/>
    </a:folHlink>
  </a:clrScheme>
</a:themeOverride>
</file>

<file path=ppt/theme/themeOverride15.xml><?xml version="1.0" encoding="utf-8"?>
<a:themeOverride xmlns:a="http://schemas.openxmlformats.org/drawingml/2006/main">
  <a:clrScheme name="Office">
    <a:dk1>
      <a:srgbClr val="000000"/>
    </a:dk1>
    <a:lt1>
      <a:srgbClr val="FFFFFF"/>
    </a:lt1>
    <a:dk2>
      <a:srgbClr val="768394"/>
    </a:dk2>
    <a:lt2>
      <a:srgbClr val="F0F0F0"/>
    </a:lt2>
    <a:accent1>
      <a:srgbClr val="406196"/>
    </a:accent1>
    <a:accent2>
      <a:srgbClr val="F4B414"/>
    </a:accent2>
    <a:accent3>
      <a:srgbClr val="77649B"/>
    </a:accent3>
    <a:accent4>
      <a:srgbClr val="385D77"/>
    </a:accent4>
    <a:accent5>
      <a:srgbClr val="576270"/>
    </a:accent5>
    <a:accent6>
      <a:srgbClr val="778495"/>
    </a:accent6>
    <a:hlink>
      <a:srgbClr val="406196"/>
    </a:hlink>
    <a:folHlink>
      <a:srgbClr val="BFBFBF"/>
    </a:folHlink>
  </a:clrScheme>
</a:themeOverride>
</file>

<file path=ppt/theme/themeOverride16.xml><?xml version="1.0" encoding="utf-8"?>
<a:themeOverride xmlns:a="http://schemas.openxmlformats.org/drawingml/2006/main">
  <a:clrScheme name="Office">
    <a:dk1>
      <a:srgbClr val="000000"/>
    </a:dk1>
    <a:lt1>
      <a:srgbClr val="FFFFFF"/>
    </a:lt1>
    <a:dk2>
      <a:srgbClr val="768394"/>
    </a:dk2>
    <a:lt2>
      <a:srgbClr val="F0F0F0"/>
    </a:lt2>
    <a:accent1>
      <a:srgbClr val="406196"/>
    </a:accent1>
    <a:accent2>
      <a:srgbClr val="F4B414"/>
    </a:accent2>
    <a:accent3>
      <a:srgbClr val="77649B"/>
    </a:accent3>
    <a:accent4>
      <a:srgbClr val="385D77"/>
    </a:accent4>
    <a:accent5>
      <a:srgbClr val="576270"/>
    </a:accent5>
    <a:accent6>
      <a:srgbClr val="778495"/>
    </a:accent6>
    <a:hlink>
      <a:srgbClr val="406196"/>
    </a:hlink>
    <a:folHlink>
      <a:srgbClr val="BFBFBF"/>
    </a:folHlink>
  </a:clrScheme>
</a:themeOverride>
</file>

<file path=ppt/theme/themeOverride17.xml><?xml version="1.0" encoding="utf-8"?>
<a:themeOverride xmlns:a="http://schemas.openxmlformats.org/drawingml/2006/main">
  <a:clrScheme name="Office">
    <a:dk1>
      <a:srgbClr val="000000"/>
    </a:dk1>
    <a:lt1>
      <a:srgbClr val="FFFFFF"/>
    </a:lt1>
    <a:dk2>
      <a:srgbClr val="768394"/>
    </a:dk2>
    <a:lt2>
      <a:srgbClr val="F0F0F0"/>
    </a:lt2>
    <a:accent1>
      <a:srgbClr val="406196"/>
    </a:accent1>
    <a:accent2>
      <a:srgbClr val="F4B414"/>
    </a:accent2>
    <a:accent3>
      <a:srgbClr val="77649B"/>
    </a:accent3>
    <a:accent4>
      <a:srgbClr val="385D77"/>
    </a:accent4>
    <a:accent5>
      <a:srgbClr val="576270"/>
    </a:accent5>
    <a:accent6>
      <a:srgbClr val="778495"/>
    </a:accent6>
    <a:hlink>
      <a:srgbClr val="406196"/>
    </a:hlink>
    <a:folHlink>
      <a:srgbClr val="BFBFBF"/>
    </a:folHlink>
  </a:clrScheme>
</a:themeOverride>
</file>

<file path=ppt/theme/themeOverride18.xml><?xml version="1.0" encoding="utf-8"?>
<a:themeOverride xmlns:a="http://schemas.openxmlformats.org/drawingml/2006/main">
  <a:clrScheme name="Office">
    <a:dk1>
      <a:srgbClr val="000000"/>
    </a:dk1>
    <a:lt1>
      <a:srgbClr val="FFFFFF"/>
    </a:lt1>
    <a:dk2>
      <a:srgbClr val="768394"/>
    </a:dk2>
    <a:lt2>
      <a:srgbClr val="F0F0F0"/>
    </a:lt2>
    <a:accent1>
      <a:srgbClr val="406196"/>
    </a:accent1>
    <a:accent2>
      <a:srgbClr val="F4B414"/>
    </a:accent2>
    <a:accent3>
      <a:srgbClr val="77649B"/>
    </a:accent3>
    <a:accent4>
      <a:srgbClr val="385D77"/>
    </a:accent4>
    <a:accent5>
      <a:srgbClr val="576270"/>
    </a:accent5>
    <a:accent6>
      <a:srgbClr val="778495"/>
    </a:accent6>
    <a:hlink>
      <a:srgbClr val="406196"/>
    </a:hlink>
    <a:folHlink>
      <a:srgbClr val="BFBFBF"/>
    </a:folHlink>
  </a:clrScheme>
</a:themeOverride>
</file>

<file path=ppt/theme/themeOverride19.xml><?xml version="1.0" encoding="utf-8"?>
<a:themeOverride xmlns:a="http://schemas.openxmlformats.org/drawingml/2006/main">
  <a:clrScheme name="Office">
    <a:dk1>
      <a:srgbClr val="000000"/>
    </a:dk1>
    <a:lt1>
      <a:srgbClr val="FFFFFF"/>
    </a:lt1>
    <a:dk2>
      <a:srgbClr val="768394"/>
    </a:dk2>
    <a:lt2>
      <a:srgbClr val="F0F0F0"/>
    </a:lt2>
    <a:accent1>
      <a:srgbClr val="406196"/>
    </a:accent1>
    <a:accent2>
      <a:srgbClr val="F4B414"/>
    </a:accent2>
    <a:accent3>
      <a:srgbClr val="77649B"/>
    </a:accent3>
    <a:accent4>
      <a:srgbClr val="385D77"/>
    </a:accent4>
    <a:accent5>
      <a:srgbClr val="576270"/>
    </a:accent5>
    <a:accent6>
      <a:srgbClr val="778495"/>
    </a:accent6>
    <a:hlink>
      <a:srgbClr val="406196"/>
    </a:hlink>
    <a:folHlink>
      <a:srgbClr val="BFBFBF"/>
    </a:folHlink>
  </a:clrScheme>
</a:themeOverride>
</file>

<file path=ppt/theme/themeOverride20.xml><?xml version="1.0" encoding="utf-8"?>
<a:themeOverride xmlns:a="http://schemas.openxmlformats.org/drawingml/2006/main">
  <a:clrScheme name="Office">
    <a:dk1>
      <a:srgbClr val="000000"/>
    </a:dk1>
    <a:lt1>
      <a:srgbClr val="FFFFFF"/>
    </a:lt1>
    <a:dk2>
      <a:srgbClr val="768394"/>
    </a:dk2>
    <a:lt2>
      <a:srgbClr val="F0F0F0"/>
    </a:lt2>
    <a:accent1>
      <a:srgbClr val="406196"/>
    </a:accent1>
    <a:accent2>
      <a:srgbClr val="F4B414"/>
    </a:accent2>
    <a:accent3>
      <a:srgbClr val="77649B"/>
    </a:accent3>
    <a:accent4>
      <a:srgbClr val="385D77"/>
    </a:accent4>
    <a:accent5>
      <a:srgbClr val="576270"/>
    </a:accent5>
    <a:accent6>
      <a:srgbClr val="778495"/>
    </a:accent6>
    <a:hlink>
      <a:srgbClr val="406196"/>
    </a:hlink>
    <a:folHlink>
      <a:srgbClr val="BFBFBF"/>
    </a:folHlink>
  </a:clrScheme>
</a:themeOverride>
</file>

<file path=ppt/theme/themeOverride21.xml><?xml version="1.0" encoding="utf-8"?>
<a:themeOverride xmlns:a="http://schemas.openxmlformats.org/drawingml/2006/main">
  <a:clrScheme name="Office">
    <a:dk1>
      <a:srgbClr val="000000"/>
    </a:dk1>
    <a:lt1>
      <a:srgbClr val="FFFFFF"/>
    </a:lt1>
    <a:dk2>
      <a:srgbClr val="768394"/>
    </a:dk2>
    <a:lt2>
      <a:srgbClr val="F0F0F0"/>
    </a:lt2>
    <a:accent1>
      <a:srgbClr val="406196"/>
    </a:accent1>
    <a:accent2>
      <a:srgbClr val="F4B414"/>
    </a:accent2>
    <a:accent3>
      <a:srgbClr val="77649B"/>
    </a:accent3>
    <a:accent4>
      <a:srgbClr val="385D77"/>
    </a:accent4>
    <a:accent5>
      <a:srgbClr val="576270"/>
    </a:accent5>
    <a:accent6>
      <a:srgbClr val="778495"/>
    </a:accent6>
    <a:hlink>
      <a:srgbClr val="406196"/>
    </a:hlink>
    <a:folHlink>
      <a:srgbClr val="BFBFBF"/>
    </a:folHlink>
  </a:clrScheme>
</a:themeOverride>
</file>

<file path=ppt/theme/themeOverride22.xml><?xml version="1.0" encoding="utf-8"?>
<a:themeOverride xmlns:a="http://schemas.openxmlformats.org/drawingml/2006/main">
  <a:clrScheme name="Office">
    <a:dk1>
      <a:srgbClr val="000000"/>
    </a:dk1>
    <a:lt1>
      <a:srgbClr val="FFFFFF"/>
    </a:lt1>
    <a:dk2>
      <a:srgbClr val="768394"/>
    </a:dk2>
    <a:lt2>
      <a:srgbClr val="F0F0F0"/>
    </a:lt2>
    <a:accent1>
      <a:srgbClr val="406196"/>
    </a:accent1>
    <a:accent2>
      <a:srgbClr val="F4B414"/>
    </a:accent2>
    <a:accent3>
      <a:srgbClr val="77649B"/>
    </a:accent3>
    <a:accent4>
      <a:srgbClr val="385D77"/>
    </a:accent4>
    <a:accent5>
      <a:srgbClr val="576270"/>
    </a:accent5>
    <a:accent6>
      <a:srgbClr val="778495"/>
    </a:accent6>
    <a:hlink>
      <a:srgbClr val="406196"/>
    </a:hlink>
    <a:folHlink>
      <a:srgbClr val="BFBFBF"/>
    </a:folHlink>
  </a:clrScheme>
</a:themeOverride>
</file>

<file path=ppt/theme/themeOverride23.xml><?xml version="1.0" encoding="utf-8"?>
<a:themeOverride xmlns:a="http://schemas.openxmlformats.org/drawingml/2006/main">
  <a:clrScheme name="Office">
    <a:dk1>
      <a:srgbClr val="000000"/>
    </a:dk1>
    <a:lt1>
      <a:srgbClr val="FFFFFF"/>
    </a:lt1>
    <a:dk2>
      <a:srgbClr val="768394"/>
    </a:dk2>
    <a:lt2>
      <a:srgbClr val="F0F0F0"/>
    </a:lt2>
    <a:accent1>
      <a:srgbClr val="406196"/>
    </a:accent1>
    <a:accent2>
      <a:srgbClr val="F4B414"/>
    </a:accent2>
    <a:accent3>
      <a:srgbClr val="77649B"/>
    </a:accent3>
    <a:accent4>
      <a:srgbClr val="385D77"/>
    </a:accent4>
    <a:accent5>
      <a:srgbClr val="576270"/>
    </a:accent5>
    <a:accent6>
      <a:srgbClr val="778495"/>
    </a:accent6>
    <a:hlink>
      <a:srgbClr val="406196"/>
    </a:hlink>
    <a:folHlink>
      <a:srgbClr val="BFBFBF"/>
    </a:folHlink>
  </a:clrScheme>
</a:themeOverride>
</file>

<file path=ppt/theme/themeOverride24.xml><?xml version="1.0" encoding="utf-8"?>
<a:themeOverride xmlns:a="http://schemas.openxmlformats.org/drawingml/2006/main">
  <a:clrScheme name="Office">
    <a:dk1>
      <a:srgbClr val="000000"/>
    </a:dk1>
    <a:lt1>
      <a:srgbClr val="FFFFFF"/>
    </a:lt1>
    <a:dk2>
      <a:srgbClr val="768394"/>
    </a:dk2>
    <a:lt2>
      <a:srgbClr val="F0F0F0"/>
    </a:lt2>
    <a:accent1>
      <a:srgbClr val="406196"/>
    </a:accent1>
    <a:accent2>
      <a:srgbClr val="F4B414"/>
    </a:accent2>
    <a:accent3>
      <a:srgbClr val="77649B"/>
    </a:accent3>
    <a:accent4>
      <a:srgbClr val="385D77"/>
    </a:accent4>
    <a:accent5>
      <a:srgbClr val="576270"/>
    </a:accent5>
    <a:accent6>
      <a:srgbClr val="778495"/>
    </a:accent6>
    <a:hlink>
      <a:srgbClr val="406196"/>
    </a:hlink>
    <a:folHlink>
      <a:srgbClr val="BFBFBF"/>
    </a:folHlink>
  </a:clrScheme>
</a:themeOverride>
</file>

<file path=ppt/theme/themeOverride25.xml><?xml version="1.0" encoding="utf-8"?>
<a:themeOverride xmlns:a="http://schemas.openxmlformats.org/drawingml/2006/main">
  <a:clrScheme name="Office">
    <a:dk1>
      <a:srgbClr val="000000"/>
    </a:dk1>
    <a:lt1>
      <a:srgbClr val="FFFFFF"/>
    </a:lt1>
    <a:dk2>
      <a:srgbClr val="768394"/>
    </a:dk2>
    <a:lt2>
      <a:srgbClr val="F0F0F0"/>
    </a:lt2>
    <a:accent1>
      <a:srgbClr val="406196"/>
    </a:accent1>
    <a:accent2>
      <a:srgbClr val="F4B414"/>
    </a:accent2>
    <a:accent3>
      <a:srgbClr val="77649B"/>
    </a:accent3>
    <a:accent4>
      <a:srgbClr val="385D77"/>
    </a:accent4>
    <a:accent5>
      <a:srgbClr val="576270"/>
    </a:accent5>
    <a:accent6>
      <a:srgbClr val="778495"/>
    </a:accent6>
    <a:hlink>
      <a:srgbClr val="406196"/>
    </a:hlink>
    <a:folHlink>
      <a:srgbClr val="BFBFBF"/>
    </a:folHlink>
  </a:clrScheme>
</a:themeOverride>
</file>

<file path=ppt/theme/themeOverride26.xml><?xml version="1.0" encoding="utf-8"?>
<a:themeOverride xmlns:a="http://schemas.openxmlformats.org/drawingml/2006/main">
  <a:clrScheme name="Office">
    <a:dk1>
      <a:srgbClr val="000000"/>
    </a:dk1>
    <a:lt1>
      <a:srgbClr val="FFFFFF"/>
    </a:lt1>
    <a:dk2>
      <a:srgbClr val="768394"/>
    </a:dk2>
    <a:lt2>
      <a:srgbClr val="F0F0F0"/>
    </a:lt2>
    <a:accent1>
      <a:srgbClr val="406196"/>
    </a:accent1>
    <a:accent2>
      <a:srgbClr val="F4B414"/>
    </a:accent2>
    <a:accent3>
      <a:srgbClr val="77649B"/>
    </a:accent3>
    <a:accent4>
      <a:srgbClr val="385D77"/>
    </a:accent4>
    <a:accent5>
      <a:srgbClr val="576270"/>
    </a:accent5>
    <a:accent6>
      <a:srgbClr val="778495"/>
    </a:accent6>
    <a:hlink>
      <a:srgbClr val="406196"/>
    </a:hlink>
    <a:folHlink>
      <a:srgbClr val="BFBFBF"/>
    </a:folHlink>
  </a:clrScheme>
</a:themeOverride>
</file>

<file path=ppt/theme/themeOverride27.xml><?xml version="1.0" encoding="utf-8"?>
<a:themeOverride xmlns:a="http://schemas.openxmlformats.org/drawingml/2006/main">
  <a:clrScheme name="Office">
    <a:dk1>
      <a:srgbClr val="000000"/>
    </a:dk1>
    <a:lt1>
      <a:srgbClr val="FFFFFF"/>
    </a:lt1>
    <a:dk2>
      <a:srgbClr val="768394"/>
    </a:dk2>
    <a:lt2>
      <a:srgbClr val="F0F0F0"/>
    </a:lt2>
    <a:accent1>
      <a:srgbClr val="406196"/>
    </a:accent1>
    <a:accent2>
      <a:srgbClr val="F4B414"/>
    </a:accent2>
    <a:accent3>
      <a:srgbClr val="77649B"/>
    </a:accent3>
    <a:accent4>
      <a:srgbClr val="385D77"/>
    </a:accent4>
    <a:accent5>
      <a:srgbClr val="576270"/>
    </a:accent5>
    <a:accent6>
      <a:srgbClr val="778495"/>
    </a:accent6>
    <a:hlink>
      <a:srgbClr val="406196"/>
    </a:hlink>
    <a:folHlink>
      <a:srgbClr val="BFBFBF"/>
    </a:folHlink>
  </a:clrScheme>
</a:themeOverride>
</file>

<file path=ppt/theme/themeOverride28.xml><?xml version="1.0" encoding="utf-8"?>
<a:themeOverride xmlns:a="http://schemas.openxmlformats.org/drawingml/2006/main">
  <a:clrScheme name="Office">
    <a:dk1>
      <a:srgbClr val="000000"/>
    </a:dk1>
    <a:lt1>
      <a:srgbClr val="FFFFFF"/>
    </a:lt1>
    <a:dk2>
      <a:srgbClr val="768394"/>
    </a:dk2>
    <a:lt2>
      <a:srgbClr val="F0F0F0"/>
    </a:lt2>
    <a:accent1>
      <a:srgbClr val="406196"/>
    </a:accent1>
    <a:accent2>
      <a:srgbClr val="F4B414"/>
    </a:accent2>
    <a:accent3>
      <a:srgbClr val="77649B"/>
    </a:accent3>
    <a:accent4>
      <a:srgbClr val="385D77"/>
    </a:accent4>
    <a:accent5>
      <a:srgbClr val="576270"/>
    </a:accent5>
    <a:accent6>
      <a:srgbClr val="778495"/>
    </a:accent6>
    <a:hlink>
      <a:srgbClr val="406196"/>
    </a:hlink>
    <a:folHlink>
      <a:srgbClr val="BFBFBF"/>
    </a:folHlink>
  </a:clrScheme>
</a:themeOverride>
</file>

<file path=ppt/theme/themeOverride29.xml><?xml version="1.0" encoding="utf-8"?>
<a:themeOverride xmlns:a="http://schemas.openxmlformats.org/drawingml/2006/main">
  <a:clrScheme name="Office">
    <a:dk1>
      <a:srgbClr val="000000"/>
    </a:dk1>
    <a:lt1>
      <a:srgbClr val="FFFFFF"/>
    </a:lt1>
    <a:dk2>
      <a:srgbClr val="768394"/>
    </a:dk2>
    <a:lt2>
      <a:srgbClr val="F0F0F0"/>
    </a:lt2>
    <a:accent1>
      <a:srgbClr val="406196"/>
    </a:accent1>
    <a:accent2>
      <a:srgbClr val="F4B414"/>
    </a:accent2>
    <a:accent3>
      <a:srgbClr val="77649B"/>
    </a:accent3>
    <a:accent4>
      <a:srgbClr val="385D77"/>
    </a:accent4>
    <a:accent5>
      <a:srgbClr val="576270"/>
    </a:accent5>
    <a:accent6>
      <a:srgbClr val="778495"/>
    </a:accent6>
    <a:hlink>
      <a:srgbClr val="406196"/>
    </a:hlink>
    <a:folHlink>
      <a:srgbClr val="BFBFBF"/>
    </a:folHlink>
  </a:clrScheme>
</a:themeOverride>
</file>

<file path=ppt/theme/themeOverride30.xml><?xml version="1.0" encoding="utf-8"?>
<a:themeOverride xmlns:a="http://schemas.openxmlformats.org/drawingml/2006/main">
  <a:clrScheme name="Office">
    <a:dk1>
      <a:srgbClr val="000000"/>
    </a:dk1>
    <a:lt1>
      <a:srgbClr val="FFFFFF"/>
    </a:lt1>
    <a:dk2>
      <a:srgbClr val="768394"/>
    </a:dk2>
    <a:lt2>
      <a:srgbClr val="F0F0F0"/>
    </a:lt2>
    <a:accent1>
      <a:srgbClr val="406196"/>
    </a:accent1>
    <a:accent2>
      <a:srgbClr val="F4B414"/>
    </a:accent2>
    <a:accent3>
      <a:srgbClr val="77649B"/>
    </a:accent3>
    <a:accent4>
      <a:srgbClr val="385D77"/>
    </a:accent4>
    <a:accent5>
      <a:srgbClr val="576270"/>
    </a:accent5>
    <a:accent6>
      <a:srgbClr val="778495"/>
    </a:accent6>
    <a:hlink>
      <a:srgbClr val="406196"/>
    </a:hlink>
    <a:folHlink>
      <a:srgbClr val="BFBFBF"/>
    </a:folHlink>
  </a:clrScheme>
</a:themeOverride>
</file>

<file path=ppt/theme/themeOverride31.xml><?xml version="1.0" encoding="utf-8"?>
<a:themeOverride xmlns:a="http://schemas.openxmlformats.org/drawingml/2006/main">
  <a:clrScheme name="Office">
    <a:dk1>
      <a:srgbClr val="000000"/>
    </a:dk1>
    <a:lt1>
      <a:srgbClr val="FFFFFF"/>
    </a:lt1>
    <a:dk2>
      <a:srgbClr val="768394"/>
    </a:dk2>
    <a:lt2>
      <a:srgbClr val="F0F0F0"/>
    </a:lt2>
    <a:accent1>
      <a:srgbClr val="406196"/>
    </a:accent1>
    <a:accent2>
      <a:srgbClr val="F4B414"/>
    </a:accent2>
    <a:accent3>
      <a:srgbClr val="77649B"/>
    </a:accent3>
    <a:accent4>
      <a:srgbClr val="385D77"/>
    </a:accent4>
    <a:accent5>
      <a:srgbClr val="576270"/>
    </a:accent5>
    <a:accent6>
      <a:srgbClr val="778495"/>
    </a:accent6>
    <a:hlink>
      <a:srgbClr val="406196"/>
    </a:hlink>
    <a:folHlink>
      <a:srgbClr val="BFBFBF"/>
    </a:folHlink>
  </a:clrScheme>
</a:themeOverride>
</file>

<file path=ppt/theme/themeOverride32.xml><?xml version="1.0" encoding="utf-8"?>
<a:themeOverride xmlns:a="http://schemas.openxmlformats.org/drawingml/2006/main">
  <a:clrScheme name="Office">
    <a:dk1>
      <a:srgbClr val="000000"/>
    </a:dk1>
    <a:lt1>
      <a:srgbClr val="FFFFFF"/>
    </a:lt1>
    <a:dk2>
      <a:srgbClr val="768394"/>
    </a:dk2>
    <a:lt2>
      <a:srgbClr val="F0F0F0"/>
    </a:lt2>
    <a:accent1>
      <a:srgbClr val="406196"/>
    </a:accent1>
    <a:accent2>
      <a:srgbClr val="F4B414"/>
    </a:accent2>
    <a:accent3>
      <a:srgbClr val="77649B"/>
    </a:accent3>
    <a:accent4>
      <a:srgbClr val="385D77"/>
    </a:accent4>
    <a:accent5>
      <a:srgbClr val="576270"/>
    </a:accent5>
    <a:accent6>
      <a:srgbClr val="778495"/>
    </a:accent6>
    <a:hlink>
      <a:srgbClr val="406196"/>
    </a:hlink>
    <a:folHlink>
      <a:srgbClr val="BFBFBF"/>
    </a:folHlink>
  </a:clrScheme>
</a:themeOverride>
</file>

<file path=docProps/app.xml><?xml version="1.0" encoding="utf-8"?>
<Properties xmlns="http://schemas.openxmlformats.org/officeDocument/2006/extended-properties" xmlns:vt="http://schemas.openxmlformats.org/officeDocument/2006/docPropsVTypes">
  <TotalTime>0</TotalTime>
  <Words>5459</Words>
  <Application>WPS 演示</Application>
  <PresentationFormat>宽屏</PresentationFormat>
  <Paragraphs>633</Paragraphs>
  <Slides>32</Slides>
  <Notes>3</Notes>
  <HiddenSlides>0</HiddenSlides>
  <MMClips>1</MMClips>
  <ScaleCrop>false</ScaleCrop>
  <HeadingPairs>
    <vt:vector size="6" baseType="variant">
      <vt:variant>
        <vt:lpstr>已用的字体</vt:lpstr>
      </vt:variant>
      <vt:variant>
        <vt:i4>43</vt:i4>
      </vt:variant>
      <vt:variant>
        <vt:lpstr>主题</vt:lpstr>
      </vt:variant>
      <vt:variant>
        <vt:i4>1</vt:i4>
      </vt:variant>
      <vt:variant>
        <vt:lpstr>幻灯片标题</vt:lpstr>
      </vt:variant>
      <vt:variant>
        <vt:i4>32</vt:i4>
      </vt:variant>
    </vt:vector>
  </HeadingPairs>
  <TitlesOfParts>
    <vt:vector size="76" baseType="lpstr">
      <vt:lpstr>Arial</vt:lpstr>
      <vt:lpstr>宋体</vt:lpstr>
      <vt:lpstr>Wingdings</vt:lpstr>
      <vt:lpstr>思源黑体</vt:lpstr>
      <vt:lpstr>汉仪中黑KW</vt:lpstr>
      <vt:lpstr>Calibri</vt:lpstr>
      <vt:lpstr>Agency FB</vt:lpstr>
      <vt:lpstr>印品雅宋简 中黑（非商用）</vt:lpstr>
      <vt:lpstr>思源宋体 CN</vt:lpstr>
      <vt:lpstr>仿宋_GB2312</vt:lpstr>
      <vt:lpstr>Aparajita</vt:lpstr>
      <vt:lpstr>Lato</vt:lpstr>
      <vt:lpstr>FZHei-B01S</vt:lpstr>
      <vt:lpstr>Helvetica Neue Medium</vt:lpstr>
      <vt:lpstr>Gill Sans</vt:lpstr>
      <vt:lpstr>汉仪书宋二KW</vt:lpstr>
      <vt:lpstr>苹方-简</vt:lpstr>
      <vt:lpstr>微软雅黑</vt:lpstr>
      <vt:lpstr>汉仪旗黑</vt:lpstr>
      <vt:lpstr>宋体</vt:lpstr>
      <vt:lpstr>Arial Unicode MS</vt:lpstr>
      <vt:lpstr>等线</vt:lpstr>
      <vt:lpstr>汉仪中等线KW</vt:lpstr>
      <vt:lpstr>Roboto Condensed Light</vt:lpstr>
      <vt:lpstr>Source Han Sans HC</vt:lpstr>
      <vt:lpstr>Open Sans</vt:lpstr>
      <vt:lpstr>Lato Heavy</vt:lpstr>
      <vt:lpstr>微软雅黑 Light</vt:lpstr>
      <vt:lpstr>Segoe UI</vt:lpstr>
      <vt:lpstr>华文黑体</vt:lpstr>
      <vt:lpstr>Bebas</vt:lpstr>
      <vt:lpstr>阿里巴巴普惠体</vt:lpstr>
      <vt:lpstr>Helvetica Neue</vt:lpstr>
      <vt:lpstr>Thonburi</vt:lpstr>
      <vt:lpstr>华文宋体</vt:lpstr>
      <vt:lpstr>FZHei-B01S</vt:lpstr>
      <vt:lpstr>Helvetica Neue Medium</vt:lpstr>
      <vt:lpstr>Lato</vt:lpstr>
      <vt:lpstr>印品雅宋简 中黑（非商用）</vt:lpstr>
      <vt:lpstr>思源宋体 CN</vt:lpstr>
      <vt:lpstr>思源黑体</vt:lpstr>
      <vt:lpstr>阿里巴巴普惠体</vt:lpstr>
      <vt:lpstr>冬青黑体简体中文</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半面</cp:lastModifiedBy>
  <cp:revision>40</cp:revision>
  <dcterms:created xsi:type="dcterms:W3CDTF">2026-06-28T02:45:18Z</dcterms:created>
  <dcterms:modified xsi:type="dcterms:W3CDTF">2026-06-28T02:45:18Z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4F0BDC64101645FC9DEA49B81F4FDFD2</vt:lpwstr>
  </property>
  <property fmtid="{D5CDD505-2E9C-101B-9397-08002B2CF9AE}" pid="3" name="KSOProductBuildVer">
    <vt:lpwstr>2052-12.1.26026.26026</vt:lpwstr>
  </property>
</Properties>
</file>